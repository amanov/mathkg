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24"/>
  </p:notesMasterIdLst>
  <p:sldIdLst>
    <p:sldId id="979" r:id="rId3"/>
    <p:sldId id="978" r:id="rId4"/>
    <p:sldId id="851" r:id="rId5"/>
    <p:sldId id="874" r:id="rId6"/>
    <p:sldId id="945" r:id="rId7"/>
    <p:sldId id="950" r:id="rId8"/>
    <p:sldId id="955" r:id="rId9"/>
    <p:sldId id="941" r:id="rId10"/>
    <p:sldId id="944" r:id="rId11"/>
    <p:sldId id="951" r:id="rId12"/>
    <p:sldId id="942" r:id="rId13"/>
    <p:sldId id="948" r:id="rId14"/>
    <p:sldId id="952" r:id="rId15"/>
    <p:sldId id="943" r:id="rId16"/>
    <p:sldId id="946" r:id="rId17"/>
    <p:sldId id="949" r:id="rId18"/>
    <p:sldId id="947" r:id="rId19"/>
    <p:sldId id="953" r:id="rId20"/>
    <p:sldId id="954" r:id="rId21"/>
    <p:sldId id="940" r:id="rId22"/>
    <p:sldId id="274" r:id="rId23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9"/>
            <p14:sldId id="978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874"/>
            <p14:sldId id="945"/>
            <p14:sldId id="950"/>
            <p14:sldId id="955"/>
            <p14:sldId id="941"/>
            <p14:sldId id="944"/>
            <p14:sldId id="951"/>
            <p14:sldId id="942"/>
            <p14:sldId id="948"/>
            <p14:sldId id="952"/>
            <p14:sldId id="943"/>
            <p14:sldId id="946"/>
            <p14:sldId id="949"/>
            <p14:sldId id="947"/>
            <p14:sldId id="953"/>
            <p14:sldId id="954"/>
          </p14:sldIdLst>
        </p14:section>
        <p14:section name="Бош чарчылар" id="{6E755883-6069-420B-9780-208DEDF6E016}">
          <p14:sldIdLst>
            <p14:sldId id="940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6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-54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0666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05667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31349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5409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6/3/2024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910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6/3/2024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662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6/3/2024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1833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4456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2509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4687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024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9748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5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93631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472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22"/>
            <a:ext cx="9906000" cy="46474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орундуу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Ондуктар – Бөлүү</a:t>
            </a: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4796DCC9-7296-83D1-96A8-4127C71B8D1A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82681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626389" y="3429000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Бөлүү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3751733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Сандарды тандаңыз…</a:t>
            </a:r>
            <a:endParaRPr kumimoji="0" lang="en-US" sz="6600" b="1" i="0" u="none" strike="noStrike" kern="1200" cap="none" spc="0" normalizeH="0" baseline="0" noProof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339457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457133" y="1895030"/>
            <a:ext cx="14830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3.9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987769" y="1895030"/>
            <a:ext cx="14830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586976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4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8000" dirty="0"/>
              <a:t>3</a:t>
            </a:r>
            <a:endParaRPr lang="en-GB" sz="8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72547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586977" y="1895030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987769" y="1895030"/>
            <a:ext cx="14830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89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160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3925784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8" y="1895030"/>
            <a:ext cx="200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1.08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728083" y="1895030"/>
            <a:ext cx="200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0.04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89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108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701721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6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728082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0.14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586973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117612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7237075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3161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457134" y="1895030"/>
            <a:ext cx="14830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5.6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987770" y="1895030"/>
            <a:ext cx="14830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586976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88921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8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14.4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987770" y="1895030"/>
            <a:ext cx="148309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90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144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01614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8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3.15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728083" y="1895030"/>
            <a:ext cx="200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0.05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88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315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3619504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6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15.4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987770" y="1895030"/>
            <a:ext cx="148309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90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154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53230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9" y="1895030"/>
            <a:ext cx="200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1.26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728083" y="1895030"/>
            <a:ext cx="200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89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731709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7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1.65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728083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0.11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87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165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117612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20273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457133" y="1895030"/>
            <a:ext cx="14830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3.8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987769" y="1895030"/>
            <a:ext cx="148309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586976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059339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586977" y="1895030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987770" y="1895030"/>
            <a:ext cx="148309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89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360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3583500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457135" y="1895030"/>
            <a:ext cx="148309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728083" y="1895030"/>
            <a:ext cx="200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586975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60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402363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8" y="1895030"/>
            <a:ext cx="200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23.4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987770" y="1895030"/>
            <a:ext cx="148309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90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377298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5549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6977389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143918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8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0.96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728083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586975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96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117612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7237075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69883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122A5-929E-4DBC-B0B6-1C8BBCE99F86}"/>
              </a:ext>
            </a:extLst>
          </p:cNvPr>
          <p:cNvSpPr/>
          <p:nvPr/>
        </p:nvSpPr>
        <p:spPr>
          <a:xfrm>
            <a:off x="649224" y="1482694"/>
            <a:ext cx="8607552" cy="416829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C11EC-DE5D-42DA-A6A3-D7E344E00A1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464" y="463394"/>
            <a:ext cx="2913576" cy="193631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46D0723-7B8C-4E3C-9404-CE3531A1ED18}"/>
              </a:ext>
            </a:extLst>
          </p:cNvPr>
          <p:cNvSpPr/>
          <p:nvPr/>
        </p:nvSpPr>
        <p:spPr>
          <a:xfrm>
            <a:off x="1878641" y="3230768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9261B-688C-4257-8358-B14FF0742317}"/>
              </a:ext>
            </a:extLst>
          </p:cNvPr>
          <p:cNvSpPr txBox="1"/>
          <p:nvPr/>
        </p:nvSpPr>
        <p:spPr>
          <a:xfrm>
            <a:off x="1197447" y="1895030"/>
            <a:ext cx="200247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1.05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0CB5D-558B-4E13-A33E-C82FEA83A491}"/>
              </a:ext>
            </a:extLst>
          </p:cNvPr>
          <p:cNvSpPr txBox="1"/>
          <p:nvPr/>
        </p:nvSpPr>
        <p:spPr>
          <a:xfrm>
            <a:off x="3105576" y="1895030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990A-69D2-4075-97C5-A1866124E02F}"/>
              </a:ext>
            </a:extLst>
          </p:cNvPr>
          <p:cNvSpPr txBox="1"/>
          <p:nvPr/>
        </p:nvSpPr>
        <p:spPr>
          <a:xfrm>
            <a:off x="3728082" y="1895030"/>
            <a:ext cx="20024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0.15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8D8D9A-A06C-4091-B2A1-286A3B63E8DC}"/>
              </a:ext>
            </a:extLst>
          </p:cNvPr>
          <p:cNvSpPr txBox="1"/>
          <p:nvPr/>
        </p:nvSpPr>
        <p:spPr>
          <a:xfrm>
            <a:off x="5789243" y="1895030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C7FDA-85DB-4F41-B0E7-535B1DAB079A}"/>
              </a:ext>
            </a:extLst>
          </p:cNvPr>
          <p:cNvSpPr txBox="1"/>
          <p:nvPr/>
        </p:nvSpPr>
        <p:spPr>
          <a:xfrm>
            <a:off x="1327287" y="3939492"/>
            <a:ext cx="174278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105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566396-A907-48AE-B811-D02F56CF0D55}"/>
              </a:ext>
            </a:extLst>
          </p:cNvPr>
          <p:cNvSpPr txBox="1"/>
          <p:nvPr/>
        </p:nvSpPr>
        <p:spPr>
          <a:xfrm>
            <a:off x="3105576" y="3939492"/>
            <a:ext cx="6960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4F580E-1677-4777-B9CD-DF907658E0BC}"/>
              </a:ext>
            </a:extLst>
          </p:cNvPr>
          <p:cNvSpPr txBox="1"/>
          <p:nvPr/>
        </p:nvSpPr>
        <p:spPr>
          <a:xfrm>
            <a:off x="4117612" y="3939492"/>
            <a:ext cx="122341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B085ED-4AFF-443D-B57F-5E7AC28AEC29}"/>
              </a:ext>
            </a:extLst>
          </p:cNvPr>
          <p:cNvSpPr txBox="1"/>
          <p:nvPr/>
        </p:nvSpPr>
        <p:spPr>
          <a:xfrm>
            <a:off x="5789243" y="3939492"/>
            <a:ext cx="92845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/>
              <a:t>= 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ABE610D-9897-4472-8F4F-93C7CB3BF903}"/>
              </a:ext>
            </a:extLst>
          </p:cNvPr>
          <p:cNvSpPr/>
          <p:nvPr/>
        </p:nvSpPr>
        <p:spPr>
          <a:xfrm>
            <a:off x="4409277" y="3218469"/>
            <a:ext cx="640080" cy="708724"/>
          </a:xfrm>
          <a:prstGeom prst="downArrow">
            <a:avLst/>
          </a:prstGeom>
          <a:solidFill>
            <a:srgbClr val="7030A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00910-9D21-4057-B64F-EFDFB5DDC114}"/>
              </a:ext>
            </a:extLst>
          </p:cNvPr>
          <p:cNvSpPr txBox="1"/>
          <p:nvPr/>
        </p:nvSpPr>
        <p:spPr>
          <a:xfrm>
            <a:off x="1138755" y="3351376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51A3F0-ECA4-48F6-9B63-DA0971A0862C}"/>
              </a:ext>
            </a:extLst>
          </p:cNvPr>
          <p:cNvSpPr txBox="1"/>
          <p:nvPr/>
        </p:nvSpPr>
        <p:spPr>
          <a:xfrm>
            <a:off x="5176288" y="3366788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x100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EDEEEB-EC9E-4CB2-B832-D4F0BA796E95}"/>
              </a:ext>
            </a:extLst>
          </p:cNvPr>
          <p:cNvSpPr txBox="1"/>
          <p:nvPr/>
        </p:nvSpPr>
        <p:spPr>
          <a:xfrm>
            <a:off x="7237075" y="3939492"/>
            <a:ext cx="7040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0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54297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/>
              <a:t>mathematicskgz@</a:t>
            </a:r>
            <a:r>
              <a:rPr lang="en-US" dirty="0"/>
              <a:t>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8681</TotalTime>
  <Words>309</Words>
  <Application>Microsoft Office PowerPoint</Application>
  <PresentationFormat>A4 Paper (210x297 mm)</PresentationFormat>
  <Paragraphs>227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374</cp:revision>
  <cp:lastPrinted>2017-12-31T22:38:51Z</cp:lastPrinted>
  <dcterms:created xsi:type="dcterms:W3CDTF">2017-01-17T16:57:04Z</dcterms:created>
  <dcterms:modified xsi:type="dcterms:W3CDTF">2024-06-03T05:39:10Z</dcterms:modified>
</cp:coreProperties>
</file>