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79" r:id="rId3"/>
    <p:sldId id="978" r:id="rId4"/>
    <p:sldId id="851" r:id="rId5"/>
    <p:sldId id="874" r:id="rId6"/>
    <p:sldId id="945" r:id="rId7"/>
    <p:sldId id="950" r:id="rId8"/>
    <p:sldId id="955" r:id="rId9"/>
    <p:sldId id="941" r:id="rId10"/>
    <p:sldId id="944" r:id="rId11"/>
    <p:sldId id="951" r:id="rId12"/>
    <p:sldId id="942" r:id="rId13"/>
    <p:sldId id="948" r:id="rId14"/>
    <p:sldId id="952" r:id="rId15"/>
    <p:sldId id="943" r:id="rId16"/>
    <p:sldId id="946" r:id="rId17"/>
    <p:sldId id="949" r:id="rId18"/>
    <p:sldId id="947" r:id="rId19"/>
    <p:sldId id="953" r:id="rId20"/>
    <p:sldId id="954" r:id="rId21"/>
    <p:sldId id="940" r:id="rId22"/>
    <p:sldId id="274" r:id="rId23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9"/>
            <p14:sldId id="978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874"/>
            <p14:sldId id="945"/>
            <p14:sldId id="950"/>
            <p14:sldId id="955"/>
            <p14:sldId id="941"/>
            <p14:sldId id="944"/>
            <p14:sldId id="951"/>
            <p14:sldId id="942"/>
            <p14:sldId id="948"/>
            <p14:sldId id="952"/>
            <p14:sldId id="943"/>
            <p14:sldId id="946"/>
            <p14:sldId id="949"/>
            <p14:sldId id="947"/>
            <p14:sldId id="953"/>
            <p14:sldId id="954"/>
          </p14:sldIdLst>
        </p14:section>
        <p14:section name="Бош чарчыла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54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66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05667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31349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40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91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66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83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45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509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687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24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748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5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363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47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Бөлүү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626389" y="3429000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751733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Сандарды тандаңыз…</a:t>
            </a:r>
            <a:endParaRPr kumimoji="0" lang="en-US" sz="6600" b="1" i="0" u="none" strike="noStrike" kern="1200" cap="none" spc="0" normalizeH="0" baseline="0" noProof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339457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3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3,9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69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6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8000" dirty="0"/>
              <a:t>3</a:t>
            </a:r>
            <a:endParaRPr lang="en-GB" sz="8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7254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586977" y="1895030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69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92578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1,08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0172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6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2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3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7237075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316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4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5,6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6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892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14,4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90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0161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3,15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8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61950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6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15,4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90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53230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9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73170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7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7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165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0273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3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3,8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69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6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5933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586977" y="1895030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58350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5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5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0236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23,4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90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4391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0,96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5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7237075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988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7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2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7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105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7237075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4297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8681</TotalTime>
  <Words>309</Words>
  <Application>Microsoft Office PowerPoint</Application>
  <PresentationFormat>A4 Paper (210x297 mm)</PresentationFormat>
  <Paragraphs>227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2017-12-31T22:38:51Z</cp:lastPrinted>
  <dcterms:created xsi:type="dcterms:W3CDTF">2017-01-17T16:57:04Z</dcterms:created>
  <dcterms:modified xsi:type="dcterms:W3CDTF">2024-06-03T05:39:10Z</dcterms:modified>
</cp:coreProperties>
</file>