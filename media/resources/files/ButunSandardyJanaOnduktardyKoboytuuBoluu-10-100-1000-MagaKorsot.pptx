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7"/>
  </p:notesMasterIdLst>
  <p:sldIdLst>
    <p:sldId id="995" r:id="rId2"/>
    <p:sldId id="943" r:id="rId3"/>
    <p:sldId id="982" r:id="rId4"/>
    <p:sldId id="994" r:id="rId5"/>
    <p:sldId id="980" r:id="rId6"/>
    <p:sldId id="962" r:id="rId7"/>
    <p:sldId id="963" r:id="rId8"/>
    <p:sldId id="964" r:id="rId9"/>
    <p:sldId id="965" r:id="rId10"/>
    <p:sldId id="966" r:id="rId11"/>
    <p:sldId id="967" r:id="rId12"/>
    <p:sldId id="968" r:id="rId13"/>
    <p:sldId id="969" r:id="rId14"/>
    <p:sldId id="970" r:id="rId15"/>
    <p:sldId id="971" r:id="rId16"/>
    <p:sldId id="972" r:id="rId17"/>
    <p:sldId id="973" r:id="rId18"/>
    <p:sldId id="974" r:id="rId19"/>
    <p:sldId id="975" r:id="rId20"/>
    <p:sldId id="976" r:id="rId21"/>
    <p:sldId id="977" r:id="rId22"/>
    <p:sldId id="978" r:id="rId23"/>
    <p:sldId id="979" r:id="rId24"/>
    <p:sldId id="991" r:id="rId25"/>
    <p:sldId id="993" r:id="rId26"/>
    <p:sldId id="992" r:id="rId27"/>
    <p:sldId id="983" r:id="rId28"/>
    <p:sldId id="984" r:id="rId29"/>
    <p:sldId id="986" r:id="rId30"/>
    <p:sldId id="988" r:id="rId31"/>
    <p:sldId id="987" r:id="rId32"/>
    <p:sldId id="985" r:id="rId33"/>
    <p:sldId id="989" r:id="rId34"/>
    <p:sldId id="990" r:id="rId35"/>
    <p:sldId id="996" r:id="rId3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95"/>
          </p14:sldIdLst>
        </p14:section>
        <p14:section name="Мага көрсөт слайддары" id="{059544AC-2C27-45B1-9F95-F87DF8854DD6}">
          <p14:sldIdLst>
            <p14:sldId id="943"/>
            <p14:sldId id="982"/>
            <p14:sldId id="994"/>
            <p14:sldId id="980"/>
            <p14:sldId id="962"/>
            <p14:sldId id="963"/>
            <p14:sldId id="964"/>
            <p14:sldId id="965"/>
            <p14:sldId id="966"/>
            <p14:sldId id="967"/>
            <p14:sldId id="968"/>
            <p14:sldId id="969"/>
            <p14:sldId id="970"/>
            <p14:sldId id="971"/>
            <p14:sldId id="972"/>
            <p14:sldId id="973"/>
            <p14:sldId id="974"/>
            <p14:sldId id="975"/>
            <p14:sldId id="976"/>
            <p14:sldId id="977"/>
            <p14:sldId id="978"/>
            <p14:sldId id="979"/>
            <p14:sldId id="991"/>
            <p14:sldId id="993"/>
            <p14:sldId id="992"/>
            <p14:sldId id="983"/>
            <p14:sldId id="984"/>
            <p14:sldId id="986"/>
            <p14:sldId id="988"/>
            <p14:sldId id="987"/>
            <p14:sldId id="985"/>
            <p14:sldId id="989"/>
            <p14:sldId id="990"/>
          </p14:sldIdLst>
        </p14:section>
        <p14:section name="Кайтарым байланыш" id="{F3D720CF-F566-46A6-9361-125255B68FA6}">
          <p14:sldIdLst>
            <p14:sldId id="9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 – Мага көрсөтүү–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38151" y="2705725"/>
            <a:ext cx="664637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каалаган санды 100гө </a:t>
            </a:r>
            <a:endParaRPr lang="en-US" sz="4400" dirty="0"/>
          </a:p>
          <a:p>
            <a:pPr algn="ctr"/>
            <a:r>
              <a:rPr lang="ky-KG" sz="4400" dirty="0"/>
              <a:t>көбөйтүүнүн эки ыкмасын</a:t>
            </a:r>
            <a:endParaRPr lang="en-GB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7EEA0-FD0E-3557-6299-50231788AC2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FFA54-2C70-02AB-0B44-5C273D410388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11271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63342" y="2705725"/>
            <a:ext cx="759599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каалаган санды </a:t>
            </a:r>
            <a:endParaRPr lang="en-US" sz="4400" dirty="0"/>
          </a:p>
          <a:p>
            <a:pPr algn="ctr"/>
            <a:r>
              <a:rPr lang="ky-KG" sz="4400" dirty="0"/>
              <a:t>1000ге бөлүүнүн эки ыкмасын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152E3-563B-6CB0-BE8A-8485266F808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8739E-25F6-CCB5-1CD7-1A6AD16E28C9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79646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0527" y="3044279"/>
            <a:ext cx="9661620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100гө туура эмес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53117-D22A-638F-6FC2-6FFC7B3E44C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58B73-C610-7A0C-6962-B10B2674A266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08561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48817" y="3044279"/>
            <a:ext cx="802501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10го көбөйтүлгөн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E797B-64CC-FEFA-7922-58FC9DFB6A4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04BF1-D547-88E2-BF61-E6048BCF6705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86723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52480" y="3044279"/>
            <a:ext cx="8417690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100гө көбөйтүлгөн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96676-61AF-69B6-E612-65DC48F242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D67A9C-6E8B-6A75-9F39-8DE8EFE25D77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28237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91245" y="3044279"/>
            <a:ext cx="8540159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1000ге көбөйтүлгөн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2B8C3-4A01-841F-3CCD-4604C2BEAD1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7E3B9-5E06-17C9-E8ED-F2A5CD59C1B3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70282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20702" y="3044279"/>
            <a:ext cx="808125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10го көбөйтүлгөн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D5EF0-6D3C-4204-0037-B169623533F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6F063-AFA2-9172-A314-89F87B17AAA4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62143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76464" y="3044279"/>
            <a:ext cx="836972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100гө көбөйтүлгөн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5D545-8182-CD5C-B070-EBD4F6A71D6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622C7-ACC0-C438-65A7-9044F21C7CC4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89774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43896" y="3044279"/>
            <a:ext cx="8634864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1000ге көбөйтүлгөн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CE9B0-295C-A987-7BB1-67038A0A62E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4201A-6876-81E2-A304-612780D8F0CD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26682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56782" y="3044279"/>
            <a:ext cx="7209089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10го бөлүнгөн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64369-7D70-7320-67CC-A0CA0B5E8B1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F5185-333B-CCBC-3A7A-49CCA63E18E4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51214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12541" y="3044279"/>
            <a:ext cx="749756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100гө бөлүнгөн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33B43-0C5C-0EB4-DFD3-3FC032FACDF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F715B5-EDFB-6384-88D6-F8F76561014B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35993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79974" y="3044279"/>
            <a:ext cx="7762702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1000ге бөлүнгөн бүтүн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9363A-F9C2-DEBE-7D42-0BC1EF5A64F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D8F91-3E41-E111-4F03-8AB765697699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67478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09429" y="3044279"/>
            <a:ext cx="730379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10го бөлүнгөн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B606D-9634-E270-B806-9D8E87FC41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168E4-FC46-EBCF-8685-3B693045B5DA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79873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66763" y="3044279"/>
            <a:ext cx="7589129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100го бөлүнгөн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8C33B-0F24-D0EE-DF5A-4311B0F0F00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011D2-21C3-72B4-9F8C-9178D52A48D9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17327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24098" y="3044279"/>
            <a:ext cx="787446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1000го бөлүнгөн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FA632-77A1-94DA-0E14-7DFEB601391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64C9A-66DC-F345-8DFA-0D0AF5CD83BF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00998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72715" y="3044279"/>
            <a:ext cx="697723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миңге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A9DDF-4121-E345-B6E7-9D313DC0F75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C016FA-198A-4097-B909-CB537C18C053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64532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18213" y="3044279"/>
            <a:ext cx="708623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он миңге көбөйгөн санды.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59F2E-91CA-3FFE-1BEA-DD9C91E65E0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7F049-C335-14BA-89C8-22C64B7277B1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4307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880683" y="3044279"/>
            <a:ext cx="6161302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миңге бөлүнгөн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7B5D7-08F9-91BD-4BEA-9C9C4ECFED9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9D9605-3B4A-4DFC-E935-7E62DF9723E2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69065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66975" y="3044279"/>
            <a:ext cx="798872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жүз миңге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5E725-C19A-2805-DB13-039ECDCC36C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E3ED4-6B92-3E34-E086-64A273388500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47872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78985" y="3044279"/>
            <a:ext cx="8764708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жүз миңге бөлүнгөн ондук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123DB-32F6-22BE-A0BF-7F8DCC9F091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005DA-6A51-B610-7E8B-78FC95067B7D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01229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79902" y="3044279"/>
            <a:ext cx="816287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миллионго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9467F-C79E-4990-12E9-E1E58F14109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25372-297B-739A-D9D3-BC1BFF9FCEE8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28658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85812" y="3044279"/>
            <a:ext cx="8551059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миллиардга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7922E-8D9C-2B89-9EA7-09E1555BD37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18D26-802F-E6CD-553E-0B77A54C6E3D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179120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06501" y="3044279"/>
            <a:ext cx="750968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сандын ондон бир бөлүгүн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BA165-CE77-F8BA-501B-3E90142AD57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062E9-1886-240B-E7A5-B69C07003016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288843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34751" y="3044279"/>
            <a:ext cx="765318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сандын жүздөн бир бөлүгүн.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CE123-B944-5573-D9A0-3F0A55BAFD7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5B22E-49F7-623D-90D2-015F6A07850F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350301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84544" y="3044279"/>
            <a:ext cx="775359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сандын миңден бир бөлүгүн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79C423-B19F-2D69-4E2C-2E7C8AEBD81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D54BD-968C-D241-3D34-C4C6E8A4670F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397802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931095" y="3294610"/>
            <a:ext cx="3566249" cy="1130531"/>
            <a:chOff x="731590" y="3294610"/>
            <a:chExt cx="3566249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449436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395029" y="3294610"/>
            <a:ext cx="3282267" cy="1130531"/>
            <a:chOff x="5195524" y="3294610"/>
            <a:chExt cx="3282267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16410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13591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1ECD8F-F1F9-C1FC-BC8C-38E874C46B8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053A89-6A7C-5E6E-2D61-4D85E6BE763D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432658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640150" y="3294610"/>
            <a:ext cx="3851583" cy="1130531"/>
            <a:chOff x="731590" y="3294610"/>
            <a:chExt cx="3851583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73477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1000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428281" y="3294610"/>
            <a:ext cx="3282267" cy="1130531"/>
            <a:chOff x="5195524" y="3294610"/>
            <a:chExt cx="3282267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16410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27411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BCC456-BB4A-0E6E-B82E-88C72B335048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F4306-3728-EC12-8F52-03EE3B56178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5670C8-91D3-1C72-5066-46ADAABE6BEF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09387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931095" y="3294610"/>
            <a:ext cx="3566249" cy="1130531"/>
            <a:chOff x="731590" y="3294610"/>
            <a:chExt cx="3566249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449436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395029" y="3294610"/>
            <a:ext cx="3282267" cy="1130531"/>
            <a:chOff x="5195524" y="3294610"/>
            <a:chExt cx="3282267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16410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13591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CDE88E-2775-A3F7-8DDE-571E90931CDA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B054C9-7760-C086-3780-147F12EF10B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DDD96D-1B0C-06E5-30C5-AA14A7E6DB09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815013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1089038" y="3294610"/>
            <a:ext cx="3280914" cy="1130531"/>
            <a:chOff x="731590" y="3294610"/>
            <a:chExt cx="3280914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164101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552972" y="3294610"/>
            <a:ext cx="3852937" cy="1130531"/>
            <a:chOff x="5195524" y="3294610"/>
            <a:chExt cx="3852937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73477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1000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28866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4CEB29-4622-1A8E-D7DD-092830B220DC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C720D7-04E8-BC1C-29A9-8BBA4980F4F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6AAF7-806B-5658-5714-DBD16F66905B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183696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931095" y="3294610"/>
            <a:ext cx="3280914" cy="1130531"/>
            <a:chOff x="731590" y="3294610"/>
            <a:chExt cx="3280914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164101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395029" y="3294610"/>
            <a:ext cx="3282268" cy="1130531"/>
            <a:chOff x="5195524" y="3294610"/>
            <a:chExt cx="3282268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164101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13591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9AD37B-3C8E-E715-60DC-CB87F45B2E2A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24B0FB-D731-D94A-EA69-627E93EC27F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4591B-38A4-34AE-AF8B-6E6D81E29318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217322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103D4C7-2D1C-9439-7259-92867DF3F7E2}"/>
              </a:ext>
            </a:extLst>
          </p:cNvPr>
          <p:cNvGrpSpPr/>
          <p:nvPr/>
        </p:nvGrpSpPr>
        <p:grpSpPr>
          <a:xfrm>
            <a:off x="931095" y="3294610"/>
            <a:ext cx="3566249" cy="1130531"/>
            <a:chOff x="731590" y="3294610"/>
            <a:chExt cx="3566249" cy="11305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FE43A-D65E-2C1B-52C7-2EA9A12A2717}"/>
                </a:ext>
              </a:extLst>
            </p:cNvPr>
            <p:cNvSpPr/>
            <p:nvPr/>
          </p:nvSpPr>
          <p:spPr>
            <a:xfrm>
              <a:off x="731590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1F93D-3421-B435-F267-E88D6E5AD0BC}"/>
                </a:ext>
              </a:extLst>
            </p:cNvPr>
            <p:cNvSpPr txBox="1"/>
            <p:nvPr/>
          </p:nvSpPr>
          <p:spPr>
            <a:xfrm>
              <a:off x="2848403" y="3468227"/>
              <a:ext cx="1449436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÷ 100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44E10B-59AF-BFE1-E0D9-8C6FE39D42EE}"/>
              </a:ext>
            </a:extLst>
          </p:cNvPr>
          <p:cNvGrpSpPr/>
          <p:nvPr/>
        </p:nvGrpSpPr>
        <p:grpSpPr>
          <a:xfrm>
            <a:off x="5395029" y="3294610"/>
            <a:ext cx="3852937" cy="1130531"/>
            <a:chOff x="5195524" y="3294610"/>
            <a:chExt cx="3852937" cy="113053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03009A-19C9-1782-1DF9-6D809A9739A7}"/>
                </a:ext>
              </a:extLst>
            </p:cNvPr>
            <p:cNvSpPr/>
            <p:nvPr/>
          </p:nvSpPr>
          <p:spPr>
            <a:xfrm>
              <a:off x="5195524" y="3294610"/>
              <a:ext cx="2044930" cy="113053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55FCF-235E-AD50-D0C5-39BAB9BC64BB}"/>
                </a:ext>
              </a:extLst>
            </p:cNvPr>
            <p:cNvSpPr txBox="1"/>
            <p:nvPr/>
          </p:nvSpPr>
          <p:spPr>
            <a:xfrm>
              <a:off x="7313691" y="3468227"/>
              <a:ext cx="1734770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GB" sz="4400" dirty="0"/>
                <a:t>× 1000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EEE919-1BF8-82BE-799E-341541F4E2C3}"/>
              </a:ext>
            </a:extLst>
          </p:cNvPr>
          <p:cNvSpPr txBox="1"/>
          <p:nvPr/>
        </p:nvSpPr>
        <p:spPr>
          <a:xfrm>
            <a:off x="4713591" y="3468227"/>
            <a:ext cx="465191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44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0DC534-9EF0-638B-49C4-5DB54227FED6}"/>
              </a:ext>
            </a:extLst>
          </p:cNvPr>
          <p:cNvSpPr txBox="1"/>
          <p:nvPr/>
        </p:nvSpPr>
        <p:spPr>
          <a:xfrm>
            <a:off x="519973" y="1531362"/>
            <a:ext cx="888275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… формада берилгендей эсеп түзүп: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8E841-D3EF-2C6B-6CF1-AFC63B8F3F0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13C54-7233-7AA9-A1A2-0726E744B3AA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53223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1392" y="3044279"/>
            <a:ext cx="7119899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3000ге көбөйтүлгөн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96616-541D-DB84-9B2A-E7113795B29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4DFEF-251A-E64D-B509-9292FF0B05AA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883503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718788" y="3044279"/>
            <a:ext cx="6485110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4400" dirty="0"/>
              <a:t>... 2000ге бөлүнгөн санды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98E08-AA1F-EA41-05EF-34BD7C5B0F2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BB58BD-3739-1142-0F1E-E0DCB7C33493}"/>
              </a:ext>
            </a:extLst>
          </p:cNvPr>
          <p:cNvSpPr txBox="1"/>
          <p:nvPr/>
        </p:nvSpPr>
        <p:spPr>
          <a:xfrm>
            <a:off x="3844768" y="496169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ky-KG" sz="6600" b="1" dirty="0">
                <a:solidFill>
                  <a:srgbClr val="00B0F0"/>
                </a:solidFill>
              </a:rPr>
              <a:t>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411401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10439</TotalTime>
  <Words>467</Words>
  <Application>Microsoft Office PowerPoint</Application>
  <PresentationFormat>A4 Paper (210x297 mm)</PresentationFormat>
  <Paragraphs>142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500</cp:revision>
  <cp:lastPrinted>2017-12-31T22:38:51Z</cp:lastPrinted>
  <dcterms:created xsi:type="dcterms:W3CDTF">2017-01-17T16:57:04Z</dcterms:created>
  <dcterms:modified xsi:type="dcterms:W3CDTF">2024-08-25T15:38:44Z</dcterms:modified>
</cp:coreProperties>
</file>