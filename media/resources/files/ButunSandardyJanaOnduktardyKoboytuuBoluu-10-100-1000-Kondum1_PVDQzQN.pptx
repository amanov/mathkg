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8" r:id="rId2"/>
  </p:sldMasterIdLst>
  <p:notesMasterIdLst>
    <p:notesMasterId r:id="rId12"/>
  </p:notesMasterIdLst>
  <p:sldIdLst>
    <p:sldId id="973" r:id="rId3"/>
    <p:sldId id="958" r:id="rId4"/>
    <p:sldId id="961" r:id="rId5"/>
    <p:sldId id="960" r:id="rId6"/>
    <p:sldId id="959" r:id="rId7"/>
    <p:sldId id="976" r:id="rId8"/>
    <p:sldId id="963" r:id="rId9"/>
    <p:sldId id="964" r:id="rId10"/>
    <p:sldId id="975" r:id="rId11"/>
  </p:sldIdLst>
  <p:sldSz cx="9906000" cy="6858000" type="A4"/>
  <p:notesSz cx="7104063" cy="10234613"/>
  <p:embeddedFontLst>
    <p:embeddedFont>
      <p:font typeface="Cambria Math" panose="02040503050406030204" pitchFamily="18" charset="0"/>
      <p:regular r:id="rId13"/>
    </p:embeddedFont>
    <p:embeddedFont>
      <p:font typeface="Cooper Black" panose="0208090404030B020404" pitchFamily="18" charset="0"/>
      <p:regular r:id="rId1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973"/>
          </p14:sldIdLst>
        </p14:section>
        <p14:section name="Көрсөтүү үчүн" id="{059544AC-2C27-45B1-9F95-F87DF8854DD6}">
          <p14:sldIdLst>
            <p14:sldId id="958"/>
            <p14:sldId id="961"/>
          </p14:sldIdLst>
        </p14:section>
        <p14:section name="Жооптор" id="{1FEDB314-42DC-4694-9B04-D4A4AAE625F7}">
          <p14:sldIdLst>
            <p14:sldId id="960"/>
            <p14:sldId id="959"/>
          </p14:sldIdLst>
        </p14:section>
        <p14:section name="Иш кагазы" id="{A78D9305-6AAE-4715-A210-52F6908F30F7}">
          <p14:sldIdLst>
            <p14:sldId id="976"/>
            <p14:sldId id="963"/>
            <p14:sldId id="964"/>
          </p14:sldIdLst>
        </p14:section>
        <p14:section name="Кайтарым байланыш" id="{9A6B5760-BC05-4F4E-95EC-93E127420159}">
          <p14:sldIdLst>
            <p14:sldId id="97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606" autoAdjust="0"/>
    <p:restoredTop sz="92935" autoAdjust="0"/>
  </p:normalViewPr>
  <p:slideViewPr>
    <p:cSldViewPr snapToGrid="0" showGuides="1">
      <p:cViewPr varScale="1">
        <p:scale>
          <a:sx n="69" d="100"/>
          <a:sy n="69" d="100"/>
        </p:scale>
        <p:origin x="666" y="60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21/08/2024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779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03592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0038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3041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86919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982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93417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88108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98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65906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55606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8428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44774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74964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  <p:sldLayoutId id="214748373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4E80D56F-7085-C22A-76E5-942A69884C9F}"/>
              </a:ext>
            </a:extLst>
          </p:cNvPr>
          <p:cNvSpPr txBox="1">
            <a:spLocks/>
          </p:cNvSpPr>
          <p:nvPr/>
        </p:nvSpPr>
        <p:spPr>
          <a:xfrm>
            <a:off x="0" y="1703705"/>
            <a:ext cx="9698182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ctr" defTabSz="47822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Бүтүн жана ондук сандар – 10, 100, 1000гө көбөйтүү</a:t>
            </a:r>
          </a:p>
          <a:p>
            <a:pPr marL="0" marR="0" lvl="0" indent="0" algn="ctr" defTabSz="47822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жана бөлүү – </a:t>
            </a:r>
            <a:r>
              <a:rPr lang="ky-KG" b="1" i="0" cap="all" dirty="0">
                <a:solidFill>
                  <a:srgbClr val="212529"/>
                </a:solidFill>
                <a:effectLst/>
                <a:highlight>
                  <a:srgbClr val="FFE4C4"/>
                </a:highlight>
                <a:latin typeface="system-ui"/>
              </a:rPr>
              <a:t>КӨНДҮМ ИШ КАГАЗДАРЫ 1</a:t>
            </a:r>
          </a:p>
          <a:p>
            <a:pPr marL="228600" marR="0" lvl="0" indent="-228600" algn="ctr" defTabSz="47822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ky-KG" sz="2800" b="1" u="sng" strike="noStrike" kern="1200" cap="all" spc="0" normalizeH="0" baseline="0" noProof="0" dirty="0">
              <a:ln>
                <a:noFill/>
              </a:ln>
              <a:solidFill>
                <a:srgbClr val="212529"/>
              </a:solidFill>
              <a:highlight>
                <a:srgbClr val="FFE4C4"/>
              </a:highlight>
              <a:uLnTx/>
              <a:uFillTx/>
              <a:latin typeface="system-ui"/>
              <a:ea typeface="+mn-ea"/>
              <a:cs typeface="Arial" panose="020B0604020202020204" pitchFamily="34" charset="0"/>
            </a:endParaRPr>
          </a:p>
          <a:p>
            <a:pPr marL="228600" marR="0" lvl="0" indent="-228600" algn="ctr" defTabSz="47822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228600" marR="0" lvl="0" indent="-228600" algn="ctr" defTabSz="47822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Иш барагы 3 өлчөмдө.</a:t>
            </a:r>
          </a:p>
          <a:p>
            <a:pPr marL="228600" marR="0" lvl="0" indent="-228600" algn="l" defTabSz="47822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9D653A3E-0063-91E9-035B-F3A9DD1267D8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6432787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CB0C51A-9AF8-AA98-1E1B-FE2F321A75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515" y="366375"/>
            <a:ext cx="7710822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1830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757D2F33-A6C2-B491-4A96-349BDD155D66}"/>
              </a:ext>
            </a:extLst>
          </p:cNvPr>
          <p:cNvSpPr txBox="1"/>
          <p:nvPr/>
        </p:nvSpPr>
        <p:spPr>
          <a:xfrm>
            <a:off x="2116777" y="0"/>
            <a:ext cx="56834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400" b="1" dirty="0">
                <a:solidFill>
                  <a:schemeClr val="bg1">
                    <a:lumMod val="50000"/>
                  </a:schemeClr>
                </a:solidFill>
                <a:latin typeface="Cooper Black" panose="0208090404030B020404" pitchFamily="18" charset="0"/>
              </a:rPr>
              <a:t>Ондуктарга, жүздүктөргө жана миңдерге көбөйтүү жана бөлүү</a:t>
            </a:r>
            <a:endParaRPr lang="en-GB" sz="1400" b="1" dirty="0">
              <a:solidFill>
                <a:schemeClr val="bg1">
                  <a:lumMod val="50000"/>
                </a:schemeClr>
              </a:solidFill>
              <a:latin typeface="Cooper Black" panose="0208090404030B0204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1" name="TextBox 160">
                <a:extLst>
                  <a:ext uri="{FF2B5EF4-FFF2-40B4-BE49-F238E27FC236}">
                    <a16:creationId xmlns:a16="http://schemas.microsoft.com/office/drawing/2014/main" id="{F3A899E0-325C-1DF1-3BC2-471FCE4B2D98}"/>
                  </a:ext>
                </a:extLst>
              </p:cNvPr>
              <p:cNvSpPr txBox="1"/>
              <p:nvPr/>
            </p:nvSpPr>
            <p:spPr>
              <a:xfrm>
                <a:off x="205496" y="6522183"/>
                <a:ext cx="237917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y-KG" sz="1200" b="1" dirty="0">
                    <a:solidFill>
                      <a:schemeClr val="bg1">
                        <a:lumMod val="50000"/>
                      </a:schemeClr>
                    </a:solidFill>
                  </a:rPr>
                  <a:t>о</a:t>
                </a:r>
                <a:r>
                  <a:rPr lang="en-GB" sz="1200" b="1" dirty="0">
                    <a:solidFill>
                      <a:schemeClr val="bg1">
                        <a:lumMod val="50000"/>
                      </a:schemeClr>
                    </a:solidFill>
                  </a:rPr>
                  <a:t>)  </a:t>
                </a:r>
                <a:r>
                  <a:rPr lang="en-GB" sz="1200" dirty="0"/>
                  <a:t>2,7 × 100 </a:t>
                </a:r>
                <a14:m>
                  <m:oMath xmlns:m="http://schemas.openxmlformats.org/officeDocument/2006/math">
                    <m:r>
                      <a:rPr lang="en-GB" sz="1200" i="1" dirty="0" smtClean="0">
                        <a:latin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GB" sz="1200" dirty="0"/>
                  <a:t> 10 = ____________</a:t>
                </a:r>
              </a:p>
            </p:txBody>
          </p:sp>
        </mc:Choice>
        <mc:Fallback>
          <p:sp>
            <p:nvSpPr>
              <p:cNvPr id="161" name="TextBox 160">
                <a:extLst>
                  <a:ext uri="{FF2B5EF4-FFF2-40B4-BE49-F238E27FC236}">
                    <a16:creationId xmlns:a16="http://schemas.microsoft.com/office/drawing/2014/main" id="{F3A899E0-325C-1DF1-3BC2-471FCE4B2D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496" y="6522183"/>
                <a:ext cx="2379177" cy="276999"/>
              </a:xfrm>
              <a:prstGeom prst="rect">
                <a:avLst/>
              </a:prstGeom>
              <a:blipFill>
                <a:blip r:embed="rId2"/>
                <a:stretch>
                  <a:fillRect l="-256" t="-2222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Arc 13">
            <a:extLst>
              <a:ext uri="{FF2B5EF4-FFF2-40B4-BE49-F238E27FC236}">
                <a16:creationId xmlns:a16="http://schemas.microsoft.com/office/drawing/2014/main" id="{6B5166A8-95B3-A037-77C3-47F2EC4382BC}"/>
              </a:ext>
            </a:extLst>
          </p:cNvPr>
          <p:cNvSpPr/>
          <p:nvPr/>
        </p:nvSpPr>
        <p:spPr>
          <a:xfrm>
            <a:off x="2000778" y="501852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93521B9-B08B-E49D-4422-661AFAA3B688}"/>
              </a:ext>
            </a:extLst>
          </p:cNvPr>
          <p:cNvSpPr txBox="1"/>
          <p:nvPr/>
        </p:nvSpPr>
        <p:spPr>
          <a:xfrm>
            <a:off x="2307009" y="492810"/>
            <a:ext cx="418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×10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B976CB6-4676-DB9E-E81E-7E6CDEAABE06}"/>
              </a:ext>
            </a:extLst>
          </p:cNvPr>
          <p:cNvSpPr txBox="1"/>
          <p:nvPr/>
        </p:nvSpPr>
        <p:spPr>
          <a:xfrm>
            <a:off x="266145" y="359902"/>
            <a:ext cx="3080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а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ABD75A0-5EEA-48CF-F912-C58F8ADDA03F}"/>
              </a:ext>
            </a:extLst>
          </p:cNvPr>
          <p:cNvSpPr/>
          <p:nvPr/>
        </p:nvSpPr>
        <p:spPr>
          <a:xfrm>
            <a:off x="579678" y="3735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D6C96F-C003-08A5-9872-AECA64A4C6AB}"/>
              </a:ext>
            </a:extLst>
          </p:cNvPr>
          <p:cNvSpPr/>
          <p:nvPr/>
        </p:nvSpPr>
        <p:spPr>
          <a:xfrm>
            <a:off x="837470" y="3735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FE7111-2E02-9C48-EC88-053BDF9B153E}"/>
              </a:ext>
            </a:extLst>
          </p:cNvPr>
          <p:cNvSpPr/>
          <p:nvPr/>
        </p:nvSpPr>
        <p:spPr>
          <a:xfrm>
            <a:off x="1095262" y="3735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D735EA4-A8FC-528A-1733-D1A78C7C83B3}"/>
              </a:ext>
            </a:extLst>
          </p:cNvPr>
          <p:cNvSpPr/>
          <p:nvPr/>
        </p:nvSpPr>
        <p:spPr>
          <a:xfrm>
            <a:off x="1353054" y="3735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8AA56D-FD22-82C5-CC72-6AA9259066A2}"/>
              </a:ext>
            </a:extLst>
          </p:cNvPr>
          <p:cNvSpPr/>
          <p:nvPr/>
        </p:nvSpPr>
        <p:spPr>
          <a:xfrm>
            <a:off x="1610845" y="3735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0BDB305-CE8F-FF14-B581-61F7D04509C5}"/>
              </a:ext>
            </a:extLst>
          </p:cNvPr>
          <p:cNvSpPr/>
          <p:nvPr/>
        </p:nvSpPr>
        <p:spPr>
          <a:xfrm>
            <a:off x="1868638" y="3735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21E4F449-91FC-29B9-CF11-E512D4A64282}"/>
              </a:ext>
            </a:extLst>
          </p:cNvPr>
          <p:cNvSpPr/>
          <p:nvPr/>
        </p:nvSpPr>
        <p:spPr>
          <a:xfrm>
            <a:off x="1842443" y="482802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196452C5-D18C-249C-135D-85E1E353E8B0}"/>
              </a:ext>
            </a:extLst>
          </p:cNvPr>
          <p:cNvSpPr/>
          <p:nvPr/>
        </p:nvSpPr>
        <p:spPr>
          <a:xfrm>
            <a:off x="579678" y="7068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305C9EEA-D037-7B8D-552F-C89DB6B8DEAC}"/>
              </a:ext>
            </a:extLst>
          </p:cNvPr>
          <p:cNvSpPr/>
          <p:nvPr/>
        </p:nvSpPr>
        <p:spPr>
          <a:xfrm>
            <a:off x="837470" y="7068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892D11C0-6C2C-D78E-C72A-623E83A003B1}"/>
              </a:ext>
            </a:extLst>
          </p:cNvPr>
          <p:cNvSpPr/>
          <p:nvPr/>
        </p:nvSpPr>
        <p:spPr>
          <a:xfrm>
            <a:off x="1095262" y="7068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935C581C-8026-5E4F-0B95-3AB3379D1686}"/>
              </a:ext>
            </a:extLst>
          </p:cNvPr>
          <p:cNvSpPr/>
          <p:nvPr/>
        </p:nvSpPr>
        <p:spPr>
          <a:xfrm>
            <a:off x="1353054" y="7068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3C4E48C3-16A2-5993-8ABA-01131D48B284}"/>
              </a:ext>
            </a:extLst>
          </p:cNvPr>
          <p:cNvSpPr/>
          <p:nvPr/>
        </p:nvSpPr>
        <p:spPr>
          <a:xfrm>
            <a:off x="1610845" y="7068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E761476E-117C-68D1-2A84-C03A727AB79D}"/>
              </a:ext>
            </a:extLst>
          </p:cNvPr>
          <p:cNvSpPr/>
          <p:nvPr/>
        </p:nvSpPr>
        <p:spPr>
          <a:xfrm>
            <a:off x="1868638" y="7068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5BEEAA38-D226-6CF8-4F2D-EE4D3CC3DFD9}"/>
              </a:ext>
            </a:extLst>
          </p:cNvPr>
          <p:cNvSpPr/>
          <p:nvPr/>
        </p:nvSpPr>
        <p:spPr>
          <a:xfrm>
            <a:off x="1842443" y="816177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64F0AEF2-3E01-627F-0AA1-CD3CB812068D}"/>
              </a:ext>
            </a:extLst>
          </p:cNvPr>
          <p:cNvSpPr/>
          <p:nvPr/>
        </p:nvSpPr>
        <p:spPr>
          <a:xfrm>
            <a:off x="579678" y="10402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D664C925-F9C2-1F9D-128A-C9D989D19FC8}"/>
              </a:ext>
            </a:extLst>
          </p:cNvPr>
          <p:cNvSpPr/>
          <p:nvPr/>
        </p:nvSpPr>
        <p:spPr>
          <a:xfrm>
            <a:off x="837470" y="10402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06C9359A-7BC7-3214-EBB2-447F0EC6AB64}"/>
              </a:ext>
            </a:extLst>
          </p:cNvPr>
          <p:cNvSpPr/>
          <p:nvPr/>
        </p:nvSpPr>
        <p:spPr>
          <a:xfrm>
            <a:off x="1095262" y="10402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99197E93-21DB-56CA-626F-CB9EC60D3366}"/>
              </a:ext>
            </a:extLst>
          </p:cNvPr>
          <p:cNvSpPr/>
          <p:nvPr/>
        </p:nvSpPr>
        <p:spPr>
          <a:xfrm>
            <a:off x="1353054" y="10402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1284011E-050A-0175-758A-7FFEA7C46087}"/>
              </a:ext>
            </a:extLst>
          </p:cNvPr>
          <p:cNvSpPr/>
          <p:nvPr/>
        </p:nvSpPr>
        <p:spPr>
          <a:xfrm>
            <a:off x="1610845" y="10402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EC42B903-94E5-E494-7F6F-B0271693FE7B}"/>
              </a:ext>
            </a:extLst>
          </p:cNvPr>
          <p:cNvSpPr/>
          <p:nvPr/>
        </p:nvSpPr>
        <p:spPr>
          <a:xfrm>
            <a:off x="1868638" y="10402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77A66291-5CE5-F80D-BA8B-2D2751287F55}"/>
              </a:ext>
            </a:extLst>
          </p:cNvPr>
          <p:cNvSpPr/>
          <p:nvPr/>
        </p:nvSpPr>
        <p:spPr>
          <a:xfrm>
            <a:off x="1842443" y="1149552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59" name="Arc 158">
            <a:extLst>
              <a:ext uri="{FF2B5EF4-FFF2-40B4-BE49-F238E27FC236}">
                <a16:creationId xmlns:a16="http://schemas.microsoft.com/office/drawing/2014/main" id="{54865AAD-2B28-44AB-E73A-D718D378312F}"/>
              </a:ext>
            </a:extLst>
          </p:cNvPr>
          <p:cNvSpPr/>
          <p:nvPr/>
        </p:nvSpPr>
        <p:spPr>
          <a:xfrm>
            <a:off x="2000778" y="878089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54E4EB01-5908-E2AB-D26C-91F880D648AE}"/>
              </a:ext>
            </a:extLst>
          </p:cNvPr>
          <p:cNvSpPr txBox="1"/>
          <p:nvPr/>
        </p:nvSpPr>
        <p:spPr>
          <a:xfrm>
            <a:off x="2307009" y="881255"/>
            <a:ext cx="418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×10</a:t>
            </a:r>
          </a:p>
        </p:txBody>
      </p:sp>
      <p:sp>
        <p:nvSpPr>
          <p:cNvPr id="164" name="Arc 163">
            <a:extLst>
              <a:ext uri="{FF2B5EF4-FFF2-40B4-BE49-F238E27FC236}">
                <a16:creationId xmlns:a16="http://schemas.microsoft.com/office/drawing/2014/main" id="{21BC2A4B-3FA5-ACBA-00BA-BD1A63291A51}"/>
              </a:ext>
            </a:extLst>
          </p:cNvPr>
          <p:cNvSpPr/>
          <p:nvPr/>
        </p:nvSpPr>
        <p:spPr>
          <a:xfrm>
            <a:off x="5323733" y="492327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0750DD01-D9D6-378B-A7A9-DAE9FEA4BD9C}"/>
              </a:ext>
            </a:extLst>
          </p:cNvPr>
          <p:cNvSpPr txBox="1"/>
          <p:nvPr/>
        </p:nvSpPr>
        <p:spPr>
          <a:xfrm>
            <a:off x="5629964" y="483285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×100</a:t>
            </a: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0C5E2932-EFA7-35B5-63B7-EB09E41847CA}"/>
              </a:ext>
            </a:extLst>
          </p:cNvPr>
          <p:cNvSpPr txBox="1"/>
          <p:nvPr/>
        </p:nvSpPr>
        <p:spPr>
          <a:xfrm>
            <a:off x="3585894" y="350377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б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CD6C6C38-B925-CDD8-102C-D8DACA1950BE}"/>
              </a:ext>
            </a:extLst>
          </p:cNvPr>
          <p:cNvSpPr/>
          <p:nvPr/>
        </p:nvSpPr>
        <p:spPr>
          <a:xfrm>
            <a:off x="3902633" y="3639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6FA4A8B2-CC55-8AAB-71CD-CD28B38B39CB}"/>
              </a:ext>
            </a:extLst>
          </p:cNvPr>
          <p:cNvSpPr/>
          <p:nvPr/>
        </p:nvSpPr>
        <p:spPr>
          <a:xfrm>
            <a:off x="4160425" y="3639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14A791FC-35FA-243D-00D5-625FA479EFBB}"/>
              </a:ext>
            </a:extLst>
          </p:cNvPr>
          <p:cNvSpPr/>
          <p:nvPr/>
        </p:nvSpPr>
        <p:spPr>
          <a:xfrm>
            <a:off x="4418217" y="3639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1704868A-3B69-A3A5-304E-A1C109B011B1}"/>
              </a:ext>
            </a:extLst>
          </p:cNvPr>
          <p:cNvSpPr/>
          <p:nvPr/>
        </p:nvSpPr>
        <p:spPr>
          <a:xfrm>
            <a:off x="4676009" y="3639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1F0B4625-09E1-8248-C7C7-EED6F29F8FD9}"/>
              </a:ext>
            </a:extLst>
          </p:cNvPr>
          <p:cNvSpPr/>
          <p:nvPr/>
        </p:nvSpPr>
        <p:spPr>
          <a:xfrm>
            <a:off x="4933800" y="3639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5CC40475-A01C-84A5-64F4-6B8EB4E1BC8B}"/>
              </a:ext>
            </a:extLst>
          </p:cNvPr>
          <p:cNvSpPr/>
          <p:nvPr/>
        </p:nvSpPr>
        <p:spPr>
          <a:xfrm>
            <a:off x="5191593" y="3639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75" name="Oval 174">
            <a:extLst>
              <a:ext uri="{FF2B5EF4-FFF2-40B4-BE49-F238E27FC236}">
                <a16:creationId xmlns:a16="http://schemas.microsoft.com/office/drawing/2014/main" id="{D6B1FBEE-4BE3-34CA-834A-E67E3D64909E}"/>
              </a:ext>
            </a:extLst>
          </p:cNvPr>
          <p:cNvSpPr/>
          <p:nvPr/>
        </p:nvSpPr>
        <p:spPr>
          <a:xfrm>
            <a:off x="5165398" y="473277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8FEB3765-40FA-340D-1645-057B78B2D7B9}"/>
              </a:ext>
            </a:extLst>
          </p:cNvPr>
          <p:cNvSpPr/>
          <p:nvPr/>
        </p:nvSpPr>
        <p:spPr>
          <a:xfrm>
            <a:off x="3902633" y="69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173F9A11-A3D3-B201-2538-36BDF2A36E81}"/>
              </a:ext>
            </a:extLst>
          </p:cNvPr>
          <p:cNvSpPr/>
          <p:nvPr/>
        </p:nvSpPr>
        <p:spPr>
          <a:xfrm>
            <a:off x="4160425" y="69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DC106FF1-CD4A-4B47-1B9B-92DF23679BD8}"/>
              </a:ext>
            </a:extLst>
          </p:cNvPr>
          <p:cNvSpPr/>
          <p:nvPr/>
        </p:nvSpPr>
        <p:spPr>
          <a:xfrm>
            <a:off x="4418217" y="69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5E9BB1F0-5B27-859C-DD6D-E0E718A621D6}"/>
              </a:ext>
            </a:extLst>
          </p:cNvPr>
          <p:cNvSpPr/>
          <p:nvPr/>
        </p:nvSpPr>
        <p:spPr>
          <a:xfrm>
            <a:off x="4676009" y="69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98DF075D-CFD2-B980-8345-669D15DD96A3}"/>
              </a:ext>
            </a:extLst>
          </p:cNvPr>
          <p:cNvSpPr/>
          <p:nvPr/>
        </p:nvSpPr>
        <p:spPr>
          <a:xfrm>
            <a:off x="4933800" y="69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733FD9F3-D73A-B05E-F0D8-54E88F4DB8CB}"/>
              </a:ext>
            </a:extLst>
          </p:cNvPr>
          <p:cNvSpPr/>
          <p:nvPr/>
        </p:nvSpPr>
        <p:spPr>
          <a:xfrm>
            <a:off x="5191593" y="69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84" name="Oval 183">
            <a:extLst>
              <a:ext uri="{FF2B5EF4-FFF2-40B4-BE49-F238E27FC236}">
                <a16:creationId xmlns:a16="http://schemas.microsoft.com/office/drawing/2014/main" id="{7CD790F6-868A-2741-4AE5-EDCD66A0B38D}"/>
              </a:ext>
            </a:extLst>
          </p:cNvPr>
          <p:cNvSpPr/>
          <p:nvPr/>
        </p:nvSpPr>
        <p:spPr>
          <a:xfrm>
            <a:off x="5165398" y="806652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9D8F23F7-CFA5-1837-8C91-BB7FFEEF1EDB}"/>
              </a:ext>
            </a:extLst>
          </p:cNvPr>
          <p:cNvSpPr/>
          <p:nvPr/>
        </p:nvSpPr>
        <p:spPr>
          <a:xfrm>
            <a:off x="3902633" y="103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4178DEF3-C95C-1246-698F-E97FE2ADA70E}"/>
              </a:ext>
            </a:extLst>
          </p:cNvPr>
          <p:cNvSpPr/>
          <p:nvPr/>
        </p:nvSpPr>
        <p:spPr>
          <a:xfrm>
            <a:off x="4160425" y="103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53074AF6-FDC2-BDAC-F823-DAF32D390414}"/>
              </a:ext>
            </a:extLst>
          </p:cNvPr>
          <p:cNvSpPr/>
          <p:nvPr/>
        </p:nvSpPr>
        <p:spPr>
          <a:xfrm>
            <a:off x="4418217" y="103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A6067DD6-D51C-39B8-AC02-D2D301BC6335}"/>
              </a:ext>
            </a:extLst>
          </p:cNvPr>
          <p:cNvSpPr/>
          <p:nvPr/>
        </p:nvSpPr>
        <p:spPr>
          <a:xfrm>
            <a:off x="4676009" y="103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0025B582-A83E-1ED9-3760-55447F7D6818}"/>
              </a:ext>
            </a:extLst>
          </p:cNvPr>
          <p:cNvSpPr/>
          <p:nvPr/>
        </p:nvSpPr>
        <p:spPr>
          <a:xfrm>
            <a:off x="4933800" y="103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5E7E34B3-A848-C0E9-E314-C5EE0B311512}"/>
              </a:ext>
            </a:extLst>
          </p:cNvPr>
          <p:cNvSpPr/>
          <p:nvPr/>
        </p:nvSpPr>
        <p:spPr>
          <a:xfrm>
            <a:off x="5191593" y="103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93" name="Oval 192">
            <a:extLst>
              <a:ext uri="{FF2B5EF4-FFF2-40B4-BE49-F238E27FC236}">
                <a16:creationId xmlns:a16="http://schemas.microsoft.com/office/drawing/2014/main" id="{F4CA1F6B-9914-DC68-9E91-8A15B85BC937}"/>
              </a:ext>
            </a:extLst>
          </p:cNvPr>
          <p:cNvSpPr/>
          <p:nvPr/>
        </p:nvSpPr>
        <p:spPr>
          <a:xfrm>
            <a:off x="5165398" y="1140027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94" name="Arc 193">
            <a:extLst>
              <a:ext uri="{FF2B5EF4-FFF2-40B4-BE49-F238E27FC236}">
                <a16:creationId xmlns:a16="http://schemas.microsoft.com/office/drawing/2014/main" id="{4E7AC21E-9A9E-EAC3-FFF3-BC5580D1CC98}"/>
              </a:ext>
            </a:extLst>
          </p:cNvPr>
          <p:cNvSpPr/>
          <p:nvPr/>
        </p:nvSpPr>
        <p:spPr>
          <a:xfrm>
            <a:off x="5323733" y="868564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86B355D1-2CFE-4616-390F-2FE276991512}"/>
              </a:ext>
            </a:extLst>
          </p:cNvPr>
          <p:cNvSpPr txBox="1"/>
          <p:nvPr/>
        </p:nvSpPr>
        <p:spPr>
          <a:xfrm>
            <a:off x="5629964" y="871730"/>
            <a:ext cx="418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÷10</a:t>
            </a:r>
          </a:p>
        </p:txBody>
      </p:sp>
      <p:sp>
        <p:nvSpPr>
          <p:cNvPr id="197" name="Arc 196">
            <a:extLst>
              <a:ext uri="{FF2B5EF4-FFF2-40B4-BE49-F238E27FC236}">
                <a16:creationId xmlns:a16="http://schemas.microsoft.com/office/drawing/2014/main" id="{76BD346C-C07B-23F7-3049-735A0FDE44FF}"/>
              </a:ext>
            </a:extLst>
          </p:cNvPr>
          <p:cNvSpPr/>
          <p:nvPr/>
        </p:nvSpPr>
        <p:spPr>
          <a:xfrm>
            <a:off x="8040263" y="492327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7C469E24-A9AE-5AE0-07D9-93FC6C4B1611}"/>
              </a:ext>
            </a:extLst>
          </p:cNvPr>
          <p:cNvSpPr txBox="1"/>
          <p:nvPr/>
        </p:nvSpPr>
        <p:spPr>
          <a:xfrm>
            <a:off x="8346494" y="483285"/>
            <a:ext cx="418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÷10</a:t>
            </a: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5D7F92B3-FD7B-7C42-FFCF-44F246E4125B}"/>
              </a:ext>
            </a:extLst>
          </p:cNvPr>
          <p:cNvSpPr txBox="1"/>
          <p:nvPr/>
        </p:nvSpPr>
        <p:spPr>
          <a:xfrm>
            <a:off x="6587654" y="350377"/>
            <a:ext cx="3080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в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B44C5DDD-49B5-909C-DEE9-D8A73F7CA23D}"/>
              </a:ext>
            </a:extLst>
          </p:cNvPr>
          <p:cNvSpPr/>
          <p:nvPr/>
        </p:nvSpPr>
        <p:spPr>
          <a:xfrm>
            <a:off x="6876955" y="3639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8055408B-DE2B-BB83-7E9B-BC629F06131B}"/>
              </a:ext>
            </a:extLst>
          </p:cNvPr>
          <p:cNvSpPr/>
          <p:nvPr/>
        </p:nvSpPr>
        <p:spPr>
          <a:xfrm>
            <a:off x="7134747" y="3639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5A9D061E-F7F0-C311-7006-886D45EDAB32}"/>
              </a:ext>
            </a:extLst>
          </p:cNvPr>
          <p:cNvSpPr/>
          <p:nvPr/>
        </p:nvSpPr>
        <p:spPr>
          <a:xfrm>
            <a:off x="7392539" y="3639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F4667CF6-3B3B-319E-10B1-E9EC7B941474}"/>
              </a:ext>
            </a:extLst>
          </p:cNvPr>
          <p:cNvSpPr/>
          <p:nvPr/>
        </p:nvSpPr>
        <p:spPr>
          <a:xfrm>
            <a:off x="7650330" y="3639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D208538B-FDEA-6E9F-839F-A6A600464C86}"/>
              </a:ext>
            </a:extLst>
          </p:cNvPr>
          <p:cNvSpPr/>
          <p:nvPr/>
        </p:nvSpPr>
        <p:spPr>
          <a:xfrm>
            <a:off x="7908123" y="3639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08" name="Oval 207">
            <a:extLst>
              <a:ext uri="{FF2B5EF4-FFF2-40B4-BE49-F238E27FC236}">
                <a16:creationId xmlns:a16="http://schemas.microsoft.com/office/drawing/2014/main" id="{CB217BA5-DD77-0687-70A5-A70E3884F13D}"/>
              </a:ext>
            </a:extLst>
          </p:cNvPr>
          <p:cNvSpPr/>
          <p:nvPr/>
        </p:nvSpPr>
        <p:spPr>
          <a:xfrm>
            <a:off x="7881928" y="473277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4DE60342-F7D0-05EB-452F-D2B1552F2DAA}"/>
              </a:ext>
            </a:extLst>
          </p:cNvPr>
          <p:cNvSpPr/>
          <p:nvPr/>
        </p:nvSpPr>
        <p:spPr>
          <a:xfrm>
            <a:off x="6876955" y="69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09822AEA-C03F-0FC7-ABCF-3C4382589F1E}"/>
              </a:ext>
            </a:extLst>
          </p:cNvPr>
          <p:cNvSpPr/>
          <p:nvPr/>
        </p:nvSpPr>
        <p:spPr>
          <a:xfrm>
            <a:off x="7134747" y="69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C8A741CB-1D4D-92D5-89D0-9D04B0B58C3E}"/>
              </a:ext>
            </a:extLst>
          </p:cNvPr>
          <p:cNvSpPr/>
          <p:nvPr/>
        </p:nvSpPr>
        <p:spPr>
          <a:xfrm>
            <a:off x="7392539" y="69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70F5A450-4CEA-1B56-CE01-34CB1FCBAEDA}"/>
              </a:ext>
            </a:extLst>
          </p:cNvPr>
          <p:cNvSpPr/>
          <p:nvPr/>
        </p:nvSpPr>
        <p:spPr>
          <a:xfrm>
            <a:off x="7650330" y="69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215" name="Rectangle 214">
            <a:extLst>
              <a:ext uri="{FF2B5EF4-FFF2-40B4-BE49-F238E27FC236}">
                <a16:creationId xmlns:a16="http://schemas.microsoft.com/office/drawing/2014/main" id="{B71F879D-9B7D-F9AB-0C2B-D193FD2C1EFD}"/>
              </a:ext>
            </a:extLst>
          </p:cNvPr>
          <p:cNvSpPr/>
          <p:nvPr/>
        </p:nvSpPr>
        <p:spPr>
          <a:xfrm>
            <a:off x="7908123" y="69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17" name="Oval 216">
            <a:extLst>
              <a:ext uri="{FF2B5EF4-FFF2-40B4-BE49-F238E27FC236}">
                <a16:creationId xmlns:a16="http://schemas.microsoft.com/office/drawing/2014/main" id="{E1DBBEBC-0B8D-DE12-0815-2BDA357E6F26}"/>
              </a:ext>
            </a:extLst>
          </p:cNvPr>
          <p:cNvSpPr/>
          <p:nvPr/>
        </p:nvSpPr>
        <p:spPr>
          <a:xfrm>
            <a:off x="7881928" y="806652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20" name="Rectangle 219">
            <a:extLst>
              <a:ext uri="{FF2B5EF4-FFF2-40B4-BE49-F238E27FC236}">
                <a16:creationId xmlns:a16="http://schemas.microsoft.com/office/drawing/2014/main" id="{22BB5CDA-B1D3-06E5-8784-6FCB7F89E151}"/>
              </a:ext>
            </a:extLst>
          </p:cNvPr>
          <p:cNvSpPr/>
          <p:nvPr/>
        </p:nvSpPr>
        <p:spPr>
          <a:xfrm>
            <a:off x="6876955" y="103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7E19329D-FB6A-873F-F266-4931C684AB27}"/>
              </a:ext>
            </a:extLst>
          </p:cNvPr>
          <p:cNvSpPr/>
          <p:nvPr/>
        </p:nvSpPr>
        <p:spPr>
          <a:xfrm>
            <a:off x="7134747" y="103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F163715F-858C-6BC0-CB8C-323AD4BF51EE}"/>
              </a:ext>
            </a:extLst>
          </p:cNvPr>
          <p:cNvSpPr/>
          <p:nvPr/>
        </p:nvSpPr>
        <p:spPr>
          <a:xfrm>
            <a:off x="7392539" y="103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EB6FFA8D-4300-67FA-1806-2D75C15E627F}"/>
              </a:ext>
            </a:extLst>
          </p:cNvPr>
          <p:cNvSpPr/>
          <p:nvPr/>
        </p:nvSpPr>
        <p:spPr>
          <a:xfrm>
            <a:off x="7650330" y="103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59CF37E7-18ED-1A46-A0A6-4EC014A19285}"/>
              </a:ext>
            </a:extLst>
          </p:cNvPr>
          <p:cNvSpPr/>
          <p:nvPr/>
        </p:nvSpPr>
        <p:spPr>
          <a:xfrm>
            <a:off x="7908123" y="103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226" name="Oval 225">
            <a:extLst>
              <a:ext uri="{FF2B5EF4-FFF2-40B4-BE49-F238E27FC236}">
                <a16:creationId xmlns:a16="http://schemas.microsoft.com/office/drawing/2014/main" id="{5F0C2A83-6B0E-0871-AC1A-E2ECE9A9EDF6}"/>
              </a:ext>
            </a:extLst>
          </p:cNvPr>
          <p:cNvSpPr/>
          <p:nvPr/>
        </p:nvSpPr>
        <p:spPr>
          <a:xfrm>
            <a:off x="7881928" y="1140027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27" name="Arc 226">
            <a:extLst>
              <a:ext uri="{FF2B5EF4-FFF2-40B4-BE49-F238E27FC236}">
                <a16:creationId xmlns:a16="http://schemas.microsoft.com/office/drawing/2014/main" id="{D13DA681-8693-96EC-7E8E-C16FC9A79874}"/>
              </a:ext>
            </a:extLst>
          </p:cNvPr>
          <p:cNvSpPr/>
          <p:nvPr/>
        </p:nvSpPr>
        <p:spPr>
          <a:xfrm>
            <a:off x="8040263" y="868564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922C17B4-2F19-C953-3028-1963FDCBF8A7}"/>
              </a:ext>
            </a:extLst>
          </p:cNvPr>
          <p:cNvSpPr txBox="1"/>
          <p:nvPr/>
        </p:nvSpPr>
        <p:spPr>
          <a:xfrm>
            <a:off x="8346494" y="871730"/>
            <a:ext cx="418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÷10</a:t>
            </a:r>
          </a:p>
        </p:txBody>
      </p:sp>
      <p:sp>
        <p:nvSpPr>
          <p:cNvPr id="300" name="Arc 299">
            <a:extLst>
              <a:ext uri="{FF2B5EF4-FFF2-40B4-BE49-F238E27FC236}">
                <a16:creationId xmlns:a16="http://schemas.microsoft.com/office/drawing/2014/main" id="{B3612BA9-0E8F-F424-6962-DC6CE5E9B818}"/>
              </a:ext>
            </a:extLst>
          </p:cNvPr>
          <p:cNvSpPr/>
          <p:nvPr/>
        </p:nvSpPr>
        <p:spPr>
          <a:xfrm>
            <a:off x="2115078" y="1759352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1" name="TextBox 300">
            <a:extLst>
              <a:ext uri="{FF2B5EF4-FFF2-40B4-BE49-F238E27FC236}">
                <a16:creationId xmlns:a16="http://schemas.microsoft.com/office/drawing/2014/main" id="{F4F39523-ECE5-8236-3816-1E7B68900EC4}"/>
              </a:ext>
            </a:extLst>
          </p:cNvPr>
          <p:cNvSpPr txBox="1"/>
          <p:nvPr/>
        </p:nvSpPr>
        <p:spPr>
          <a:xfrm>
            <a:off x="2421309" y="1750310"/>
            <a:ext cx="418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×10</a:t>
            </a:r>
          </a:p>
        </p:txBody>
      </p:sp>
      <p:sp>
        <p:nvSpPr>
          <p:cNvPr id="302" name="TextBox 301">
            <a:extLst>
              <a:ext uri="{FF2B5EF4-FFF2-40B4-BE49-F238E27FC236}">
                <a16:creationId xmlns:a16="http://schemas.microsoft.com/office/drawing/2014/main" id="{DA096F96-4752-2F6D-0A94-407DCF646331}"/>
              </a:ext>
            </a:extLst>
          </p:cNvPr>
          <p:cNvSpPr txBox="1"/>
          <p:nvPr/>
        </p:nvSpPr>
        <p:spPr>
          <a:xfrm>
            <a:off x="390865" y="1617402"/>
            <a:ext cx="2872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г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304" name="Rectangle 303">
            <a:extLst>
              <a:ext uri="{FF2B5EF4-FFF2-40B4-BE49-F238E27FC236}">
                <a16:creationId xmlns:a16="http://schemas.microsoft.com/office/drawing/2014/main" id="{969F8581-59E9-9C55-E863-BC26CE04CA4F}"/>
              </a:ext>
            </a:extLst>
          </p:cNvPr>
          <p:cNvSpPr/>
          <p:nvPr/>
        </p:nvSpPr>
        <p:spPr>
          <a:xfrm>
            <a:off x="693978" y="16310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05" name="Rectangle 304">
            <a:extLst>
              <a:ext uri="{FF2B5EF4-FFF2-40B4-BE49-F238E27FC236}">
                <a16:creationId xmlns:a16="http://schemas.microsoft.com/office/drawing/2014/main" id="{BF43446C-9047-F693-5F2A-4325D48D0E28}"/>
              </a:ext>
            </a:extLst>
          </p:cNvPr>
          <p:cNvSpPr/>
          <p:nvPr/>
        </p:nvSpPr>
        <p:spPr>
          <a:xfrm>
            <a:off x="951770" y="16310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06" name="Rectangle 305">
            <a:extLst>
              <a:ext uri="{FF2B5EF4-FFF2-40B4-BE49-F238E27FC236}">
                <a16:creationId xmlns:a16="http://schemas.microsoft.com/office/drawing/2014/main" id="{5691FBF6-32FA-061D-13EF-B215D451F6A8}"/>
              </a:ext>
            </a:extLst>
          </p:cNvPr>
          <p:cNvSpPr/>
          <p:nvPr/>
        </p:nvSpPr>
        <p:spPr>
          <a:xfrm>
            <a:off x="1209562" y="16310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DDB4620C-96F7-F16F-2ACA-D96E5B722D67}"/>
              </a:ext>
            </a:extLst>
          </p:cNvPr>
          <p:cNvSpPr/>
          <p:nvPr/>
        </p:nvSpPr>
        <p:spPr>
          <a:xfrm>
            <a:off x="1467354" y="16310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08" name="Rectangle 307">
            <a:extLst>
              <a:ext uri="{FF2B5EF4-FFF2-40B4-BE49-F238E27FC236}">
                <a16:creationId xmlns:a16="http://schemas.microsoft.com/office/drawing/2014/main" id="{50BCEA67-4ADB-EE51-AAD2-A55DB2920314}"/>
              </a:ext>
            </a:extLst>
          </p:cNvPr>
          <p:cNvSpPr/>
          <p:nvPr/>
        </p:nvSpPr>
        <p:spPr>
          <a:xfrm>
            <a:off x="1725145" y="16310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309" name="Rectangle 308">
            <a:extLst>
              <a:ext uri="{FF2B5EF4-FFF2-40B4-BE49-F238E27FC236}">
                <a16:creationId xmlns:a16="http://schemas.microsoft.com/office/drawing/2014/main" id="{849386A8-B523-E5D0-858C-40DA5A150469}"/>
              </a:ext>
            </a:extLst>
          </p:cNvPr>
          <p:cNvSpPr/>
          <p:nvPr/>
        </p:nvSpPr>
        <p:spPr>
          <a:xfrm>
            <a:off x="1982938" y="16310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11" name="Oval 310">
            <a:extLst>
              <a:ext uri="{FF2B5EF4-FFF2-40B4-BE49-F238E27FC236}">
                <a16:creationId xmlns:a16="http://schemas.microsoft.com/office/drawing/2014/main" id="{F3E1679A-1594-759C-D609-6964D7C72CF0}"/>
              </a:ext>
            </a:extLst>
          </p:cNvPr>
          <p:cNvSpPr/>
          <p:nvPr/>
        </p:nvSpPr>
        <p:spPr>
          <a:xfrm>
            <a:off x="1956743" y="1740302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13" name="Rectangle 312">
            <a:extLst>
              <a:ext uri="{FF2B5EF4-FFF2-40B4-BE49-F238E27FC236}">
                <a16:creationId xmlns:a16="http://schemas.microsoft.com/office/drawing/2014/main" id="{CC59E5A0-2B1B-1EF4-95DC-DBB23B162158}"/>
              </a:ext>
            </a:extLst>
          </p:cNvPr>
          <p:cNvSpPr/>
          <p:nvPr/>
        </p:nvSpPr>
        <p:spPr>
          <a:xfrm>
            <a:off x="693978" y="19643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14" name="Rectangle 313">
            <a:extLst>
              <a:ext uri="{FF2B5EF4-FFF2-40B4-BE49-F238E27FC236}">
                <a16:creationId xmlns:a16="http://schemas.microsoft.com/office/drawing/2014/main" id="{27941B44-7707-4C96-DE30-C678FF03ECC0}"/>
              </a:ext>
            </a:extLst>
          </p:cNvPr>
          <p:cNvSpPr/>
          <p:nvPr/>
        </p:nvSpPr>
        <p:spPr>
          <a:xfrm>
            <a:off x="951770" y="19643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15" name="Rectangle 314">
            <a:extLst>
              <a:ext uri="{FF2B5EF4-FFF2-40B4-BE49-F238E27FC236}">
                <a16:creationId xmlns:a16="http://schemas.microsoft.com/office/drawing/2014/main" id="{0DBD7A93-BAB7-8E70-FB9D-6A17373DF86C}"/>
              </a:ext>
            </a:extLst>
          </p:cNvPr>
          <p:cNvSpPr/>
          <p:nvPr/>
        </p:nvSpPr>
        <p:spPr>
          <a:xfrm>
            <a:off x="1209562" y="19643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16" name="Rectangle 315">
            <a:extLst>
              <a:ext uri="{FF2B5EF4-FFF2-40B4-BE49-F238E27FC236}">
                <a16:creationId xmlns:a16="http://schemas.microsoft.com/office/drawing/2014/main" id="{A5893013-8346-A921-A89D-CD52475F386F}"/>
              </a:ext>
            </a:extLst>
          </p:cNvPr>
          <p:cNvSpPr/>
          <p:nvPr/>
        </p:nvSpPr>
        <p:spPr>
          <a:xfrm>
            <a:off x="1467354" y="19643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317" name="Rectangle 316">
            <a:extLst>
              <a:ext uri="{FF2B5EF4-FFF2-40B4-BE49-F238E27FC236}">
                <a16:creationId xmlns:a16="http://schemas.microsoft.com/office/drawing/2014/main" id="{506E752A-F968-E82E-DCD8-D9114528A5BC}"/>
              </a:ext>
            </a:extLst>
          </p:cNvPr>
          <p:cNvSpPr/>
          <p:nvPr/>
        </p:nvSpPr>
        <p:spPr>
          <a:xfrm>
            <a:off x="1725145" y="19643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318" name="Rectangle 317">
            <a:extLst>
              <a:ext uri="{FF2B5EF4-FFF2-40B4-BE49-F238E27FC236}">
                <a16:creationId xmlns:a16="http://schemas.microsoft.com/office/drawing/2014/main" id="{6D857831-AEE4-598E-49EF-11C6847D55C9}"/>
              </a:ext>
            </a:extLst>
          </p:cNvPr>
          <p:cNvSpPr/>
          <p:nvPr/>
        </p:nvSpPr>
        <p:spPr>
          <a:xfrm>
            <a:off x="1982938" y="19643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20" name="Oval 319">
            <a:extLst>
              <a:ext uri="{FF2B5EF4-FFF2-40B4-BE49-F238E27FC236}">
                <a16:creationId xmlns:a16="http://schemas.microsoft.com/office/drawing/2014/main" id="{13EA02E5-9DC9-EF1B-56F4-12F14158EB7B}"/>
              </a:ext>
            </a:extLst>
          </p:cNvPr>
          <p:cNvSpPr/>
          <p:nvPr/>
        </p:nvSpPr>
        <p:spPr>
          <a:xfrm>
            <a:off x="1956743" y="2073677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22" name="Rectangle 321">
            <a:extLst>
              <a:ext uri="{FF2B5EF4-FFF2-40B4-BE49-F238E27FC236}">
                <a16:creationId xmlns:a16="http://schemas.microsoft.com/office/drawing/2014/main" id="{38EDCF4E-6614-F9BA-3254-19BA2A145F0F}"/>
              </a:ext>
            </a:extLst>
          </p:cNvPr>
          <p:cNvSpPr/>
          <p:nvPr/>
        </p:nvSpPr>
        <p:spPr>
          <a:xfrm>
            <a:off x="693978" y="22977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23" name="Rectangle 322">
            <a:extLst>
              <a:ext uri="{FF2B5EF4-FFF2-40B4-BE49-F238E27FC236}">
                <a16:creationId xmlns:a16="http://schemas.microsoft.com/office/drawing/2014/main" id="{FCCA650B-012E-04D3-5D8A-CA249F4C1A60}"/>
              </a:ext>
            </a:extLst>
          </p:cNvPr>
          <p:cNvSpPr/>
          <p:nvPr/>
        </p:nvSpPr>
        <p:spPr>
          <a:xfrm>
            <a:off x="951770" y="22977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324" name="Rectangle 323">
            <a:extLst>
              <a:ext uri="{FF2B5EF4-FFF2-40B4-BE49-F238E27FC236}">
                <a16:creationId xmlns:a16="http://schemas.microsoft.com/office/drawing/2014/main" id="{CC38648E-FFB5-7E3F-5F61-F09350E4C820}"/>
              </a:ext>
            </a:extLst>
          </p:cNvPr>
          <p:cNvSpPr/>
          <p:nvPr/>
        </p:nvSpPr>
        <p:spPr>
          <a:xfrm>
            <a:off x="1209562" y="22977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325" name="Rectangle 324">
            <a:extLst>
              <a:ext uri="{FF2B5EF4-FFF2-40B4-BE49-F238E27FC236}">
                <a16:creationId xmlns:a16="http://schemas.microsoft.com/office/drawing/2014/main" id="{FF2323AC-58A6-D97D-1F68-FF8BE4952694}"/>
              </a:ext>
            </a:extLst>
          </p:cNvPr>
          <p:cNvSpPr/>
          <p:nvPr/>
        </p:nvSpPr>
        <p:spPr>
          <a:xfrm>
            <a:off x="1467354" y="22977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326" name="Rectangle 325">
            <a:extLst>
              <a:ext uri="{FF2B5EF4-FFF2-40B4-BE49-F238E27FC236}">
                <a16:creationId xmlns:a16="http://schemas.microsoft.com/office/drawing/2014/main" id="{5F0DFBF6-6360-BE36-6019-D67BCE098641}"/>
              </a:ext>
            </a:extLst>
          </p:cNvPr>
          <p:cNvSpPr/>
          <p:nvPr/>
        </p:nvSpPr>
        <p:spPr>
          <a:xfrm>
            <a:off x="1725145" y="22977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327" name="Rectangle 326">
            <a:extLst>
              <a:ext uri="{FF2B5EF4-FFF2-40B4-BE49-F238E27FC236}">
                <a16:creationId xmlns:a16="http://schemas.microsoft.com/office/drawing/2014/main" id="{F4FFC95F-631F-22DD-C7FF-34824EE04793}"/>
              </a:ext>
            </a:extLst>
          </p:cNvPr>
          <p:cNvSpPr/>
          <p:nvPr/>
        </p:nvSpPr>
        <p:spPr>
          <a:xfrm>
            <a:off x="1982938" y="22977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29" name="Oval 328">
            <a:extLst>
              <a:ext uri="{FF2B5EF4-FFF2-40B4-BE49-F238E27FC236}">
                <a16:creationId xmlns:a16="http://schemas.microsoft.com/office/drawing/2014/main" id="{C1A93837-70F0-9EB5-1F0D-5B459C6083E2}"/>
              </a:ext>
            </a:extLst>
          </p:cNvPr>
          <p:cNvSpPr/>
          <p:nvPr/>
        </p:nvSpPr>
        <p:spPr>
          <a:xfrm>
            <a:off x="1956743" y="2407052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30" name="Arc 329">
            <a:extLst>
              <a:ext uri="{FF2B5EF4-FFF2-40B4-BE49-F238E27FC236}">
                <a16:creationId xmlns:a16="http://schemas.microsoft.com/office/drawing/2014/main" id="{AA645647-518E-7C72-4F41-B7BB3F5C73D2}"/>
              </a:ext>
            </a:extLst>
          </p:cNvPr>
          <p:cNvSpPr/>
          <p:nvPr/>
        </p:nvSpPr>
        <p:spPr>
          <a:xfrm>
            <a:off x="2115078" y="2135589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1" name="TextBox 330">
            <a:extLst>
              <a:ext uri="{FF2B5EF4-FFF2-40B4-BE49-F238E27FC236}">
                <a16:creationId xmlns:a16="http://schemas.microsoft.com/office/drawing/2014/main" id="{DCB0CB8E-468C-FFB9-7DF0-78DA2B034EBB}"/>
              </a:ext>
            </a:extLst>
          </p:cNvPr>
          <p:cNvSpPr txBox="1"/>
          <p:nvPr/>
        </p:nvSpPr>
        <p:spPr>
          <a:xfrm>
            <a:off x="2421309" y="2138755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×100</a:t>
            </a:r>
          </a:p>
        </p:txBody>
      </p:sp>
      <p:sp>
        <p:nvSpPr>
          <p:cNvPr id="268" name="Arc 267">
            <a:extLst>
              <a:ext uri="{FF2B5EF4-FFF2-40B4-BE49-F238E27FC236}">
                <a16:creationId xmlns:a16="http://schemas.microsoft.com/office/drawing/2014/main" id="{F0C0FA61-16CB-CD26-EF30-0C81F5763E34}"/>
              </a:ext>
            </a:extLst>
          </p:cNvPr>
          <p:cNvSpPr/>
          <p:nvPr/>
        </p:nvSpPr>
        <p:spPr>
          <a:xfrm>
            <a:off x="5621390" y="1765702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1D297A24-8DB4-6505-1544-763EBEF1980C}"/>
              </a:ext>
            </a:extLst>
          </p:cNvPr>
          <p:cNvSpPr txBox="1"/>
          <p:nvPr/>
        </p:nvSpPr>
        <p:spPr>
          <a:xfrm>
            <a:off x="5927621" y="1756660"/>
            <a:ext cx="418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÷10</a:t>
            </a:r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3218AE1C-AEAE-53DF-F594-939436EBFE57}"/>
              </a:ext>
            </a:extLst>
          </p:cNvPr>
          <p:cNvSpPr txBox="1"/>
          <p:nvPr/>
        </p:nvSpPr>
        <p:spPr>
          <a:xfrm>
            <a:off x="3902011" y="1623752"/>
            <a:ext cx="3225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д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73" name="Rectangle 272">
            <a:extLst>
              <a:ext uri="{FF2B5EF4-FFF2-40B4-BE49-F238E27FC236}">
                <a16:creationId xmlns:a16="http://schemas.microsoft.com/office/drawing/2014/main" id="{102394BF-2D69-5165-ECD6-A6247918CD58}"/>
              </a:ext>
            </a:extLst>
          </p:cNvPr>
          <p:cNvSpPr/>
          <p:nvPr/>
        </p:nvSpPr>
        <p:spPr>
          <a:xfrm>
            <a:off x="4198525" y="163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74" name="Rectangle 273">
            <a:extLst>
              <a:ext uri="{FF2B5EF4-FFF2-40B4-BE49-F238E27FC236}">
                <a16:creationId xmlns:a16="http://schemas.microsoft.com/office/drawing/2014/main" id="{86644842-616B-B8D9-EC2F-CD4F411765CC}"/>
              </a:ext>
            </a:extLst>
          </p:cNvPr>
          <p:cNvSpPr/>
          <p:nvPr/>
        </p:nvSpPr>
        <p:spPr>
          <a:xfrm>
            <a:off x="4456317" y="163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75" name="Rectangle 274">
            <a:extLst>
              <a:ext uri="{FF2B5EF4-FFF2-40B4-BE49-F238E27FC236}">
                <a16:creationId xmlns:a16="http://schemas.microsoft.com/office/drawing/2014/main" id="{BFEFC56C-726E-82F7-4495-F34B353CE981}"/>
              </a:ext>
            </a:extLst>
          </p:cNvPr>
          <p:cNvSpPr/>
          <p:nvPr/>
        </p:nvSpPr>
        <p:spPr>
          <a:xfrm>
            <a:off x="4714109" y="163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76" name="Rectangle 275">
            <a:extLst>
              <a:ext uri="{FF2B5EF4-FFF2-40B4-BE49-F238E27FC236}">
                <a16:creationId xmlns:a16="http://schemas.microsoft.com/office/drawing/2014/main" id="{60DCEABD-28E5-3304-1E3C-337B014BF07F}"/>
              </a:ext>
            </a:extLst>
          </p:cNvPr>
          <p:cNvSpPr/>
          <p:nvPr/>
        </p:nvSpPr>
        <p:spPr>
          <a:xfrm>
            <a:off x="4971900" y="163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77" name="Rectangle 276">
            <a:extLst>
              <a:ext uri="{FF2B5EF4-FFF2-40B4-BE49-F238E27FC236}">
                <a16:creationId xmlns:a16="http://schemas.microsoft.com/office/drawing/2014/main" id="{CDB66F51-51C8-411C-E01D-221A420590FE}"/>
              </a:ext>
            </a:extLst>
          </p:cNvPr>
          <p:cNvSpPr/>
          <p:nvPr/>
        </p:nvSpPr>
        <p:spPr>
          <a:xfrm>
            <a:off x="5229693" y="163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78" name="Rectangle 277">
            <a:extLst>
              <a:ext uri="{FF2B5EF4-FFF2-40B4-BE49-F238E27FC236}">
                <a16:creationId xmlns:a16="http://schemas.microsoft.com/office/drawing/2014/main" id="{2781D7F4-FDC1-4747-9BC6-24AA8DE7349C}"/>
              </a:ext>
            </a:extLst>
          </p:cNvPr>
          <p:cNvSpPr/>
          <p:nvPr/>
        </p:nvSpPr>
        <p:spPr>
          <a:xfrm>
            <a:off x="5487484" y="163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79" name="Oval 278">
            <a:extLst>
              <a:ext uri="{FF2B5EF4-FFF2-40B4-BE49-F238E27FC236}">
                <a16:creationId xmlns:a16="http://schemas.microsoft.com/office/drawing/2014/main" id="{519E36B1-C068-ACEB-7215-81F3F1E521F6}"/>
              </a:ext>
            </a:extLst>
          </p:cNvPr>
          <p:cNvSpPr/>
          <p:nvPr/>
        </p:nvSpPr>
        <p:spPr>
          <a:xfrm>
            <a:off x="5203498" y="1746652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82" name="Rectangle 281">
            <a:extLst>
              <a:ext uri="{FF2B5EF4-FFF2-40B4-BE49-F238E27FC236}">
                <a16:creationId xmlns:a16="http://schemas.microsoft.com/office/drawing/2014/main" id="{735E63A5-5514-5E30-5ABE-665F2C4B48E1}"/>
              </a:ext>
            </a:extLst>
          </p:cNvPr>
          <p:cNvSpPr/>
          <p:nvPr/>
        </p:nvSpPr>
        <p:spPr>
          <a:xfrm>
            <a:off x="4198525" y="197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83" name="Rectangle 282">
            <a:extLst>
              <a:ext uri="{FF2B5EF4-FFF2-40B4-BE49-F238E27FC236}">
                <a16:creationId xmlns:a16="http://schemas.microsoft.com/office/drawing/2014/main" id="{7D27BF9C-525C-602A-B01D-90814EE3A8BF}"/>
              </a:ext>
            </a:extLst>
          </p:cNvPr>
          <p:cNvSpPr/>
          <p:nvPr/>
        </p:nvSpPr>
        <p:spPr>
          <a:xfrm>
            <a:off x="4456317" y="197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84" name="Rectangle 283">
            <a:extLst>
              <a:ext uri="{FF2B5EF4-FFF2-40B4-BE49-F238E27FC236}">
                <a16:creationId xmlns:a16="http://schemas.microsoft.com/office/drawing/2014/main" id="{27D02089-3861-7923-835A-1A5663B5ED71}"/>
              </a:ext>
            </a:extLst>
          </p:cNvPr>
          <p:cNvSpPr/>
          <p:nvPr/>
        </p:nvSpPr>
        <p:spPr>
          <a:xfrm>
            <a:off x="4714109" y="197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85" name="Rectangle 284">
            <a:extLst>
              <a:ext uri="{FF2B5EF4-FFF2-40B4-BE49-F238E27FC236}">
                <a16:creationId xmlns:a16="http://schemas.microsoft.com/office/drawing/2014/main" id="{132D6D61-10BA-7FFF-1946-40ACC4D4C75D}"/>
              </a:ext>
            </a:extLst>
          </p:cNvPr>
          <p:cNvSpPr/>
          <p:nvPr/>
        </p:nvSpPr>
        <p:spPr>
          <a:xfrm>
            <a:off x="4971900" y="197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286" name="Rectangle 285">
            <a:extLst>
              <a:ext uri="{FF2B5EF4-FFF2-40B4-BE49-F238E27FC236}">
                <a16:creationId xmlns:a16="http://schemas.microsoft.com/office/drawing/2014/main" id="{FE111BD6-869B-CD7F-9592-894CCA8CA593}"/>
              </a:ext>
            </a:extLst>
          </p:cNvPr>
          <p:cNvSpPr/>
          <p:nvPr/>
        </p:nvSpPr>
        <p:spPr>
          <a:xfrm>
            <a:off x="5229693" y="197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287" name="Rectangle 286">
            <a:extLst>
              <a:ext uri="{FF2B5EF4-FFF2-40B4-BE49-F238E27FC236}">
                <a16:creationId xmlns:a16="http://schemas.microsoft.com/office/drawing/2014/main" id="{01A69C6E-DEA8-3FA5-525E-F1E3DCA1B920}"/>
              </a:ext>
            </a:extLst>
          </p:cNvPr>
          <p:cNvSpPr/>
          <p:nvPr/>
        </p:nvSpPr>
        <p:spPr>
          <a:xfrm>
            <a:off x="5487484" y="197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88" name="Oval 287">
            <a:extLst>
              <a:ext uri="{FF2B5EF4-FFF2-40B4-BE49-F238E27FC236}">
                <a16:creationId xmlns:a16="http://schemas.microsoft.com/office/drawing/2014/main" id="{D76D8F4E-8680-59AC-0B14-AF1F93FC3E8D}"/>
              </a:ext>
            </a:extLst>
          </p:cNvPr>
          <p:cNvSpPr/>
          <p:nvPr/>
        </p:nvSpPr>
        <p:spPr>
          <a:xfrm>
            <a:off x="5203498" y="2080027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91" name="Rectangle 290">
            <a:extLst>
              <a:ext uri="{FF2B5EF4-FFF2-40B4-BE49-F238E27FC236}">
                <a16:creationId xmlns:a16="http://schemas.microsoft.com/office/drawing/2014/main" id="{AA915785-53B5-C115-D94D-F6FC8BEDAFF6}"/>
              </a:ext>
            </a:extLst>
          </p:cNvPr>
          <p:cNvSpPr/>
          <p:nvPr/>
        </p:nvSpPr>
        <p:spPr>
          <a:xfrm>
            <a:off x="4198525" y="230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92" name="Rectangle 291">
            <a:extLst>
              <a:ext uri="{FF2B5EF4-FFF2-40B4-BE49-F238E27FC236}">
                <a16:creationId xmlns:a16="http://schemas.microsoft.com/office/drawing/2014/main" id="{766D8B9E-C935-614C-3C7A-46DA619C9A09}"/>
              </a:ext>
            </a:extLst>
          </p:cNvPr>
          <p:cNvSpPr/>
          <p:nvPr/>
        </p:nvSpPr>
        <p:spPr>
          <a:xfrm>
            <a:off x="4456317" y="230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293" name="Rectangle 292">
            <a:extLst>
              <a:ext uri="{FF2B5EF4-FFF2-40B4-BE49-F238E27FC236}">
                <a16:creationId xmlns:a16="http://schemas.microsoft.com/office/drawing/2014/main" id="{87FAC670-C79A-9A8E-C3CB-115CD3A6DB6F}"/>
              </a:ext>
            </a:extLst>
          </p:cNvPr>
          <p:cNvSpPr/>
          <p:nvPr/>
        </p:nvSpPr>
        <p:spPr>
          <a:xfrm>
            <a:off x="4714109" y="230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94" name="Rectangle 293">
            <a:extLst>
              <a:ext uri="{FF2B5EF4-FFF2-40B4-BE49-F238E27FC236}">
                <a16:creationId xmlns:a16="http://schemas.microsoft.com/office/drawing/2014/main" id="{BC6449CA-8CF5-47BC-C08F-9FE18CFBD9A9}"/>
              </a:ext>
            </a:extLst>
          </p:cNvPr>
          <p:cNvSpPr/>
          <p:nvPr/>
        </p:nvSpPr>
        <p:spPr>
          <a:xfrm>
            <a:off x="4971900" y="230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295" name="Rectangle 294">
            <a:extLst>
              <a:ext uri="{FF2B5EF4-FFF2-40B4-BE49-F238E27FC236}">
                <a16:creationId xmlns:a16="http://schemas.microsoft.com/office/drawing/2014/main" id="{929A8C8D-4057-777B-FD05-21BF586AF4E8}"/>
              </a:ext>
            </a:extLst>
          </p:cNvPr>
          <p:cNvSpPr/>
          <p:nvPr/>
        </p:nvSpPr>
        <p:spPr>
          <a:xfrm>
            <a:off x="5229693" y="230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96" name="Rectangle 295">
            <a:extLst>
              <a:ext uri="{FF2B5EF4-FFF2-40B4-BE49-F238E27FC236}">
                <a16:creationId xmlns:a16="http://schemas.microsoft.com/office/drawing/2014/main" id="{9472F386-0E7A-C198-98DC-B8C5247C66F7}"/>
              </a:ext>
            </a:extLst>
          </p:cNvPr>
          <p:cNvSpPr/>
          <p:nvPr/>
        </p:nvSpPr>
        <p:spPr>
          <a:xfrm>
            <a:off x="5487484" y="230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97" name="Oval 296">
            <a:extLst>
              <a:ext uri="{FF2B5EF4-FFF2-40B4-BE49-F238E27FC236}">
                <a16:creationId xmlns:a16="http://schemas.microsoft.com/office/drawing/2014/main" id="{B561C8EE-DAD2-3AEA-CCF0-8D5D63BFCA4F}"/>
              </a:ext>
            </a:extLst>
          </p:cNvPr>
          <p:cNvSpPr/>
          <p:nvPr/>
        </p:nvSpPr>
        <p:spPr>
          <a:xfrm>
            <a:off x="5203498" y="2413402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98" name="Arc 297">
            <a:extLst>
              <a:ext uri="{FF2B5EF4-FFF2-40B4-BE49-F238E27FC236}">
                <a16:creationId xmlns:a16="http://schemas.microsoft.com/office/drawing/2014/main" id="{E30E8E84-05F6-8968-ED1A-9205936A865D}"/>
              </a:ext>
            </a:extLst>
          </p:cNvPr>
          <p:cNvSpPr/>
          <p:nvPr/>
        </p:nvSpPr>
        <p:spPr>
          <a:xfrm>
            <a:off x="5621390" y="2141939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9" name="TextBox 298">
            <a:extLst>
              <a:ext uri="{FF2B5EF4-FFF2-40B4-BE49-F238E27FC236}">
                <a16:creationId xmlns:a16="http://schemas.microsoft.com/office/drawing/2014/main" id="{06A72D03-164E-46D6-60C8-0CFE6A6124AB}"/>
              </a:ext>
            </a:extLst>
          </p:cNvPr>
          <p:cNvSpPr txBox="1"/>
          <p:nvPr/>
        </p:nvSpPr>
        <p:spPr>
          <a:xfrm>
            <a:off x="5927621" y="2145105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×100</a:t>
            </a:r>
          </a:p>
        </p:txBody>
      </p:sp>
      <p:sp>
        <p:nvSpPr>
          <p:cNvPr id="236" name="Arc 235">
            <a:extLst>
              <a:ext uri="{FF2B5EF4-FFF2-40B4-BE49-F238E27FC236}">
                <a16:creationId xmlns:a16="http://schemas.microsoft.com/office/drawing/2014/main" id="{2CAACDED-F7B5-5237-109E-80EC2D9DDE40}"/>
              </a:ext>
            </a:extLst>
          </p:cNvPr>
          <p:cNvSpPr/>
          <p:nvPr/>
        </p:nvSpPr>
        <p:spPr>
          <a:xfrm>
            <a:off x="8707013" y="1765702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25D78A96-A021-FBAB-A910-CBAD491888E7}"/>
              </a:ext>
            </a:extLst>
          </p:cNvPr>
          <p:cNvSpPr txBox="1"/>
          <p:nvPr/>
        </p:nvSpPr>
        <p:spPr>
          <a:xfrm>
            <a:off x="9013244" y="1756660"/>
            <a:ext cx="418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×10</a:t>
            </a:r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30313495-829C-1D05-71CF-75A5F887F708}"/>
              </a:ext>
            </a:extLst>
          </p:cNvPr>
          <p:cNvSpPr txBox="1"/>
          <p:nvPr/>
        </p:nvSpPr>
        <p:spPr>
          <a:xfrm>
            <a:off x="6971579" y="1623752"/>
            <a:ext cx="3097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е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40" name="Rectangle 239">
            <a:extLst>
              <a:ext uri="{FF2B5EF4-FFF2-40B4-BE49-F238E27FC236}">
                <a16:creationId xmlns:a16="http://schemas.microsoft.com/office/drawing/2014/main" id="{6F615B7B-0D35-40E0-9C14-9B31AD596516}"/>
              </a:ext>
            </a:extLst>
          </p:cNvPr>
          <p:cNvSpPr/>
          <p:nvPr/>
        </p:nvSpPr>
        <p:spPr>
          <a:xfrm>
            <a:off x="7285913" y="163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C3793639-EE98-DB63-9FA9-F35825B00FF9}"/>
              </a:ext>
            </a:extLst>
          </p:cNvPr>
          <p:cNvSpPr/>
          <p:nvPr/>
        </p:nvSpPr>
        <p:spPr>
          <a:xfrm>
            <a:off x="7543705" y="163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A6A18EAE-A597-FF9F-9647-9B4203E42048}"/>
              </a:ext>
            </a:extLst>
          </p:cNvPr>
          <p:cNvSpPr/>
          <p:nvPr/>
        </p:nvSpPr>
        <p:spPr>
          <a:xfrm>
            <a:off x="7801497" y="163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43" name="Rectangle 242">
            <a:extLst>
              <a:ext uri="{FF2B5EF4-FFF2-40B4-BE49-F238E27FC236}">
                <a16:creationId xmlns:a16="http://schemas.microsoft.com/office/drawing/2014/main" id="{CB4C6E71-44B4-9176-0D7A-7DD07E3F63A6}"/>
              </a:ext>
            </a:extLst>
          </p:cNvPr>
          <p:cNvSpPr/>
          <p:nvPr/>
        </p:nvSpPr>
        <p:spPr>
          <a:xfrm>
            <a:off x="8059289" y="163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44" name="Rectangle 243">
            <a:extLst>
              <a:ext uri="{FF2B5EF4-FFF2-40B4-BE49-F238E27FC236}">
                <a16:creationId xmlns:a16="http://schemas.microsoft.com/office/drawing/2014/main" id="{0F12D614-BF87-9E59-8F20-812B56B5E222}"/>
              </a:ext>
            </a:extLst>
          </p:cNvPr>
          <p:cNvSpPr/>
          <p:nvPr/>
        </p:nvSpPr>
        <p:spPr>
          <a:xfrm>
            <a:off x="8317080" y="163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6833984C-E1C7-6E5E-AF2A-C7BD21137E28}"/>
              </a:ext>
            </a:extLst>
          </p:cNvPr>
          <p:cNvSpPr/>
          <p:nvPr/>
        </p:nvSpPr>
        <p:spPr>
          <a:xfrm>
            <a:off x="8574873" y="163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47" name="Oval 246">
            <a:extLst>
              <a:ext uri="{FF2B5EF4-FFF2-40B4-BE49-F238E27FC236}">
                <a16:creationId xmlns:a16="http://schemas.microsoft.com/office/drawing/2014/main" id="{37D44BC5-498B-265C-39B1-D575E7F833EB}"/>
              </a:ext>
            </a:extLst>
          </p:cNvPr>
          <p:cNvSpPr/>
          <p:nvPr/>
        </p:nvSpPr>
        <p:spPr>
          <a:xfrm>
            <a:off x="8548678" y="1746652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49" name="Rectangle 248">
            <a:extLst>
              <a:ext uri="{FF2B5EF4-FFF2-40B4-BE49-F238E27FC236}">
                <a16:creationId xmlns:a16="http://schemas.microsoft.com/office/drawing/2014/main" id="{FDA27EB4-9BDD-B232-B5B4-12593F519886}"/>
              </a:ext>
            </a:extLst>
          </p:cNvPr>
          <p:cNvSpPr/>
          <p:nvPr/>
        </p:nvSpPr>
        <p:spPr>
          <a:xfrm>
            <a:off x="7285913" y="197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50" name="Rectangle 249">
            <a:extLst>
              <a:ext uri="{FF2B5EF4-FFF2-40B4-BE49-F238E27FC236}">
                <a16:creationId xmlns:a16="http://schemas.microsoft.com/office/drawing/2014/main" id="{0A0FB626-E171-8AE0-846D-BE365DBD59E7}"/>
              </a:ext>
            </a:extLst>
          </p:cNvPr>
          <p:cNvSpPr/>
          <p:nvPr/>
        </p:nvSpPr>
        <p:spPr>
          <a:xfrm>
            <a:off x="7543705" y="197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251" name="Rectangle 250">
            <a:extLst>
              <a:ext uri="{FF2B5EF4-FFF2-40B4-BE49-F238E27FC236}">
                <a16:creationId xmlns:a16="http://schemas.microsoft.com/office/drawing/2014/main" id="{CF09C59C-7B08-88A8-CF95-4A3676818E27}"/>
              </a:ext>
            </a:extLst>
          </p:cNvPr>
          <p:cNvSpPr/>
          <p:nvPr/>
        </p:nvSpPr>
        <p:spPr>
          <a:xfrm>
            <a:off x="7801497" y="197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252" name="Rectangle 251">
            <a:extLst>
              <a:ext uri="{FF2B5EF4-FFF2-40B4-BE49-F238E27FC236}">
                <a16:creationId xmlns:a16="http://schemas.microsoft.com/office/drawing/2014/main" id="{B84E1FF3-68C6-0343-CE1D-5A5333B0C70F}"/>
              </a:ext>
            </a:extLst>
          </p:cNvPr>
          <p:cNvSpPr/>
          <p:nvPr/>
        </p:nvSpPr>
        <p:spPr>
          <a:xfrm>
            <a:off x="8059289" y="197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253" name="Rectangle 252">
            <a:extLst>
              <a:ext uri="{FF2B5EF4-FFF2-40B4-BE49-F238E27FC236}">
                <a16:creationId xmlns:a16="http://schemas.microsoft.com/office/drawing/2014/main" id="{005E5AC7-242D-3BCB-E1A2-70D1E07506D7}"/>
              </a:ext>
            </a:extLst>
          </p:cNvPr>
          <p:cNvSpPr/>
          <p:nvPr/>
        </p:nvSpPr>
        <p:spPr>
          <a:xfrm>
            <a:off x="8317080" y="197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254" name="Rectangle 253">
            <a:extLst>
              <a:ext uri="{FF2B5EF4-FFF2-40B4-BE49-F238E27FC236}">
                <a16:creationId xmlns:a16="http://schemas.microsoft.com/office/drawing/2014/main" id="{6A0B5BA8-ED0E-8181-9DA3-A16E08A372A0}"/>
              </a:ext>
            </a:extLst>
          </p:cNvPr>
          <p:cNvSpPr/>
          <p:nvPr/>
        </p:nvSpPr>
        <p:spPr>
          <a:xfrm>
            <a:off x="8574873" y="197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58" name="Rectangle 257">
            <a:extLst>
              <a:ext uri="{FF2B5EF4-FFF2-40B4-BE49-F238E27FC236}">
                <a16:creationId xmlns:a16="http://schemas.microsoft.com/office/drawing/2014/main" id="{C634E3BD-E459-A8CD-64E6-3FDAD06840AF}"/>
              </a:ext>
            </a:extLst>
          </p:cNvPr>
          <p:cNvSpPr/>
          <p:nvPr/>
        </p:nvSpPr>
        <p:spPr>
          <a:xfrm>
            <a:off x="7285913" y="230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59" name="Rectangle 258">
            <a:extLst>
              <a:ext uri="{FF2B5EF4-FFF2-40B4-BE49-F238E27FC236}">
                <a16:creationId xmlns:a16="http://schemas.microsoft.com/office/drawing/2014/main" id="{387C2AAD-79AA-5E59-D434-C8EE4A20246F}"/>
              </a:ext>
            </a:extLst>
          </p:cNvPr>
          <p:cNvSpPr/>
          <p:nvPr/>
        </p:nvSpPr>
        <p:spPr>
          <a:xfrm>
            <a:off x="7543705" y="230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60" name="Rectangle 259">
            <a:extLst>
              <a:ext uri="{FF2B5EF4-FFF2-40B4-BE49-F238E27FC236}">
                <a16:creationId xmlns:a16="http://schemas.microsoft.com/office/drawing/2014/main" id="{082D3E60-E433-1D7C-1397-BDC3FE3E97A5}"/>
              </a:ext>
            </a:extLst>
          </p:cNvPr>
          <p:cNvSpPr/>
          <p:nvPr/>
        </p:nvSpPr>
        <p:spPr>
          <a:xfrm>
            <a:off x="7801497" y="230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61" name="Rectangle 260">
            <a:extLst>
              <a:ext uri="{FF2B5EF4-FFF2-40B4-BE49-F238E27FC236}">
                <a16:creationId xmlns:a16="http://schemas.microsoft.com/office/drawing/2014/main" id="{FF1A2A6C-220C-28F8-8826-B29C3FAE1F92}"/>
              </a:ext>
            </a:extLst>
          </p:cNvPr>
          <p:cNvSpPr/>
          <p:nvPr/>
        </p:nvSpPr>
        <p:spPr>
          <a:xfrm>
            <a:off x="8059289" y="230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262" name="Rectangle 261">
            <a:extLst>
              <a:ext uri="{FF2B5EF4-FFF2-40B4-BE49-F238E27FC236}">
                <a16:creationId xmlns:a16="http://schemas.microsoft.com/office/drawing/2014/main" id="{FEF71E84-F2BE-78E5-8004-C03B2D557551}"/>
              </a:ext>
            </a:extLst>
          </p:cNvPr>
          <p:cNvSpPr/>
          <p:nvPr/>
        </p:nvSpPr>
        <p:spPr>
          <a:xfrm>
            <a:off x="8317080" y="230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263" name="Rectangle 262">
            <a:extLst>
              <a:ext uri="{FF2B5EF4-FFF2-40B4-BE49-F238E27FC236}">
                <a16:creationId xmlns:a16="http://schemas.microsoft.com/office/drawing/2014/main" id="{DFFE2A65-F444-B79A-9A68-43CFFE177979}"/>
              </a:ext>
            </a:extLst>
          </p:cNvPr>
          <p:cNvSpPr/>
          <p:nvPr/>
        </p:nvSpPr>
        <p:spPr>
          <a:xfrm>
            <a:off x="8574873" y="230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66" name="Arc 265">
            <a:extLst>
              <a:ext uri="{FF2B5EF4-FFF2-40B4-BE49-F238E27FC236}">
                <a16:creationId xmlns:a16="http://schemas.microsoft.com/office/drawing/2014/main" id="{98C8248C-629A-096D-A7BD-FEDA1D813A7E}"/>
              </a:ext>
            </a:extLst>
          </p:cNvPr>
          <p:cNvSpPr/>
          <p:nvPr/>
        </p:nvSpPr>
        <p:spPr>
          <a:xfrm>
            <a:off x="8707013" y="2141939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7" name="TextBox 266">
            <a:extLst>
              <a:ext uri="{FF2B5EF4-FFF2-40B4-BE49-F238E27FC236}">
                <a16:creationId xmlns:a16="http://schemas.microsoft.com/office/drawing/2014/main" id="{4768BB5E-BCB6-D05D-6BAF-6C3E95D90807}"/>
              </a:ext>
            </a:extLst>
          </p:cNvPr>
          <p:cNvSpPr txBox="1"/>
          <p:nvPr/>
        </p:nvSpPr>
        <p:spPr>
          <a:xfrm>
            <a:off x="9013244" y="2145105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÷100</a:t>
            </a:r>
          </a:p>
        </p:txBody>
      </p:sp>
      <p:sp>
        <p:nvSpPr>
          <p:cNvPr id="400" name="Arc 399">
            <a:extLst>
              <a:ext uri="{FF2B5EF4-FFF2-40B4-BE49-F238E27FC236}">
                <a16:creationId xmlns:a16="http://schemas.microsoft.com/office/drawing/2014/main" id="{52F62071-19DD-8347-7875-05D7E9CE53BA}"/>
              </a:ext>
            </a:extLst>
          </p:cNvPr>
          <p:cNvSpPr/>
          <p:nvPr/>
        </p:nvSpPr>
        <p:spPr>
          <a:xfrm>
            <a:off x="2323835" y="3039077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1" name="TextBox 400">
            <a:extLst>
              <a:ext uri="{FF2B5EF4-FFF2-40B4-BE49-F238E27FC236}">
                <a16:creationId xmlns:a16="http://schemas.microsoft.com/office/drawing/2014/main" id="{E4DD983E-9B17-25ED-FF77-A157834F5E8E}"/>
              </a:ext>
            </a:extLst>
          </p:cNvPr>
          <p:cNvSpPr txBox="1"/>
          <p:nvPr/>
        </p:nvSpPr>
        <p:spPr>
          <a:xfrm>
            <a:off x="2630066" y="3030035"/>
            <a:ext cx="5757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×1000</a:t>
            </a:r>
          </a:p>
        </p:txBody>
      </p:sp>
      <p:sp>
        <p:nvSpPr>
          <p:cNvPr id="402" name="TextBox 401">
            <a:extLst>
              <a:ext uri="{FF2B5EF4-FFF2-40B4-BE49-F238E27FC236}">
                <a16:creationId xmlns:a16="http://schemas.microsoft.com/office/drawing/2014/main" id="{FF5E2CC6-C241-5023-7733-F782A38ED859}"/>
              </a:ext>
            </a:extLst>
          </p:cNvPr>
          <p:cNvSpPr txBox="1"/>
          <p:nvPr/>
        </p:nvSpPr>
        <p:spPr>
          <a:xfrm>
            <a:off x="95479" y="2897127"/>
            <a:ext cx="3097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е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403" name="Rectangle 402">
            <a:extLst>
              <a:ext uri="{FF2B5EF4-FFF2-40B4-BE49-F238E27FC236}">
                <a16:creationId xmlns:a16="http://schemas.microsoft.com/office/drawing/2014/main" id="{71FC9C5A-1809-DF41-263E-DC3D17CA28E9}"/>
              </a:ext>
            </a:extLst>
          </p:cNvPr>
          <p:cNvSpPr/>
          <p:nvPr/>
        </p:nvSpPr>
        <p:spPr>
          <a:xfrm>
            <a:off x="385386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04" name="Rectangle 403">
            <a:extLst>
              <a:ext uri="{FF2B5EF4-FFF2-40B4-BE49-F238E27FC236}">
                <a16:creationId xmlns:a16="http://schemas.microsoft.com/office/drawing/2014/main" id="{04780C4D-88B1-04A6-B597-DC6BD1FB1A3D}"/>
              </a:ext>
            </a:extLst>
          </p:cNvPr>
          <p:cNvSpPr/>
          <p:nvPr/>
        </p:nvSpPr>
        <p:spPr>
          <a:xfrm>
            <a:off x="643178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05" name="Rectangle 404">
            <a:extLst>
              <a:ext uri="{FF2B5EF4-FFF2-40B4-BE49-F238E27FC236}">
                <a16:creationId xmlns:a16="http://schemas.microsoft.com/office/drawing/2014/main" id="{F236E970-0C20-E800-9AA0-708182EC8B81}"/>
              </a:ext>
            </a:extLst>
          </p:cNvPr>
          <p:cNvSpPr/>
          <p:nvPr/>
        </p:nvSpPr>
        <p:spPr>
          <a:xfrm>
            <a:off x="900970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06" name="Rectangle 405">
            <a:extLst>
              <a:ext uri="{FF2B5EF4-FFF2-40B4-BE49-F238E27FC236}">
                <a16:creationId xmlns:a16="http://schemas.microsoft.com/office/drawing/2014/main" id="{3BF99079-852F-FE94-E9D3-3493FF2C27CA}"/>
              </a:ext>
            </a:extLst>
          </p:cNvPr>
          <p:cNvSpPr/>
          <p:nvPr/>
        </p:nvSpPr>
        <p:spPr>
          <a:xfrm>
            <a:off x="1158762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07" name="Rectangle 406">
            <a:extLst>
              <a:ext uri="{FF2B5EF4-FFF2-40B4-BE49-F238E27FC236}">
                <a16:creationId xmlns:a16="http://schemas.microsoft.com/office/drawing/2014/main" id="{FEDEF549-B403-3554-F607-B39A74B2C57A}"/>
              </a:ext>
            </a:extLst>
          </p:cNvPr>
          <p:cNvSpPr/>
          <p:nvPr/>
        </p:nvSpPr>
        <p:spPr>
          <a:xfrm>
            <a:off x="1416554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08" name="Rectangle 407">
            <a:extLst>
              <a:ext uri="{FF2B5EF4-FFF2-40B4-BE49-F238E27FC236}">
                <a16:creationId xmlns:a16="http://schemas.microsoft.com/office/drawing/2014/main" id="{FE099DBD-4530-B169-81BB-E06E2525AA5A}"/>
              </a:ext>
            </a:extLst>
          </p:cNvPr>
          <p:cNvSpPr/>
          <p:nvPr/>
        </p:nvSpPr>
        <p:spPr>
          <a:xfrm>
            <a:off x="1674345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09" name="Rectangle 408">
            <a:extLst>
              <a:ext uri="{FF2B5EF4-FFF2-40B4-BE49-F238E27FC236}">
                <a16:creationId xmlns:a16="http://schemas.microsoft.com/office/drawing/2014/main" id="{273B55DF-844C-1778-9706-CFCE68166016}"/>
              </a:ext>
            </a:extLst>
          </p:cNvPr>
          <p:cNvSpPr/>
          <p:nvPr/>
        </p:nvSpPr>
        <p:spPr>
          <a:xfrm>
            <a:off x="1932138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410" name="Rectangle 409">
            <a:extLst>
              <a:ext uri="{FF2B5EF4-FFF2-40B4-BE49-F238E27FC236}">
                <a16:creationId xmlns:a16="http://schemas.microsoft.com/office/drawing/2014/main" id="{C19AB50F-1DF5-26CD-E821-CD434CD71874}"/>
              </a:ext>
            </a:extLst>
          </p:cNvPr>
          <p:cNvSpPr/>
          <p:nvPr/>
        </p:nvSpPr>
        <p:spPr>
          <a:xfrm>
            <a:off x="2189929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11" name="Oval 410">
            <a:extLst>
              <a:ext uri="{FF2B5EF4-FFF2-40B4-BE49-F238E27FC236}">
                <a16:creationId xmlns:a16="http://schemas.microsoft.com/office/drawing/2014/main" id="{FDE7E0EF-265F-5284-40AA-04E09241A098}"/>
              </a:ext>
            </a:extLst>
          </p:cNvPr>
          <p:cNvSpPr/>
          <p:nvPr/>
        </p:nvSpPr>
        <p:spPr>
          <a:xfrm>
            <a:off x="1905943" y="3020027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12" name="Rectangle 411">
            <a:extLst>
              <a:ext uri="{FF2B5EF4-FFF2-40B4-BE49-F238E27FC236}">
                <a16:creationId xmlns:a16="http://schemas.microsoft.com/office/drawing/2014/main" id="{944667F2-653C-33C8-6F3C-C645C3A29E65}"/>
              </a:ext>
            </a:extLst>
          </p:cNvPr>
          <p:cNvSpPr/>
          <p:nvPr/>
        </p:nvSpPr>
        <p:spPr>
          <a:xfrm>
            <a:off x="385386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13" name="Rectangle 412">
            <a:extLst>
              <a:ext uri="{FF2B5EF4-FFF2-40B4-BE49-F238E27FC236}">
                <a16:creationId xmlns:a16="http://schemas.microsoft.com/office/drawing/2014/main" id="{5E2E1876-6F21-DBB8-7521-080F8E5B0462}"/>
              </a:ext>
            </a:extLst>
          </p:cNvPr>
          <p:cNvSpPr/>
          <p:nvPr/>
        </p:nvSpPr>
        <p:spPr>
          <a:xfrm>
            <a:off x="643178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14" name="Rectangle 413">
            <a:extLst>
              <a:ext uri="{FF2B5EF4-FFF2-40B4-BE49-F238E27FC236}">
                <a16:creationId xmlns:a16="http://schemas.microsoft.com/office/drawing/2014/main" id="{B8481FD4-66B9-B9E6-D7F3-60D264E3C628}"/>
              </a:ext>
            </a:extLst>
          </p:cNvPr>
          <p:cNvSpPr/>
          <p:nvPr/>
        </p:nvSpPr>
        <p:spPr>
          <a:xfrm>
            <a:off x="900970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415" name="Rectangle 414">
            <a:extLst>
              <a:ext uri="{FF2B5EF4-FFF2-40B4-BE49-F238E27FC236}">
                <a16:creationId xmlns:a16="http://schemas.microsoft.com/office/drawing/2014/main" id="{A0AA470E-107A-AD53-9E48-5B6FC60E5F4C}"/>
              </a:ext>
            </a:extLst>
          </p:cNvPr>
          <p:cNvSpPr/>
          <p:nvPr/>
        </p:nvSpPr>
        <p:spPr>
          <a:xfrm>
            <a:off x="1158762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416" name="Rectangle 415">
            <a:extLst>
              <a:ext uri="{FF2B5EF4-FFF2-40B4-BE49-F238E27FC236}">
                <a16:creationId xmlns:a16="http://schemas.microsoft.com/office/drawing/2014/main" id="{B63DC9AA-E875-D137-8884-84ED087F5D5B}"/>
              </a:ext>
            </a:extLst>
          </p:cNvPr>
          <p:cNvSpPr/>
          <p:nvPr/>
        </p:nvSpPr>
        <p:spPr>
          <a:xfrm>
            <a:off x="1416554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417" name="Rectangle 416">
            <a:extLst>
              <a:ext uri="{FF2B5EF4-FFF2-40B4-BE49-F238E27FC236}">
                <a16:creationId xmlns:a16="http://schemas.microsoft.com/office/drawing/2014/main" id="{D85A3B72-759B-B33C-AF55-28E1E7A677E2}"/>
              </a:ext>
            </a:extLst>
          </p:cNvPr>
          <p:cNvSpPr/>
          <p:nvPr/>
        </p:nvSpPr>
        <p:spPr>
          <a:xfrm>
            <a:off x="1674345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418" name="Rectangle 417">
            <a:extLst>
              <a:ext uri="{FF2B5EF4-FFF2-40B4-BE49-F238E27FC236}">
                <a16:creationId xmlns:a16="http://schemas.microsoft.com/office/drawing/2014/main" id="{88703CD3-4BAE-DA33-CD51-ABA78BC0AB04}"/>
              </a:ext>
            </a:extLst>
          </p:cNvPr>
          <p:cNvSpPr/>
          <p:nvPr/>
        </p:nvSpPr>
        <p:spPr>
          <a:xfrm>
            <a:off x="1932138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19" name="Rectangle 418">
            <a:extLst>
              <a:ext uri="{FF2B5EF4-FFF2-40B4-BE49-F238E27FC236}">
                <a16:creationId xmlns:a16="http://schemas.microsoft.com/office/drawing/2014/main" id="{B2CCB14F-1803-9CAC-7BDF-824EC872CF72}"/>
              </a:ext>
            </a:extLst>
          </p:cNvPr>
          <p:cNvSpPr/>
          <p:nvPr/>
        </p:nvSpPr>
        <p:spPr>
          <a:xfrm>
            <a:off x="2189929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21" name="Rectangle 420">
            <a:extLst>
              <a:ext uri="{FF2B5EF4-FFF2-40B4-BE49-F238E27FC236}">
                <a16:creationId xmlns:a16="http://schemas.microsoft.com/office/drawing/2014/main" id="{7167ECF8-51F3-10F9-D855-8BB2032611FA}"/>
              </a:ext>
            </a:extLst>
          </p:cNvPr>
          <p:cNvSpPr/>
          <p:nvPr/>
        </p:nvSpPr>
        <p:spPr>
          <a:xfrm>
            <a:off x="385386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22" name="Rectangle 421">
            <a:extLst>
              <a:ext uri="{FF2B5EF4-FFF2-40B4-BE49-F238E27FC236}">
                <a16:creationId xmlns:a16="http://schemas.microsoft.com/office/drawing/2014/main" id="{1ED1B80A-5214-8331-E595-3455A2B7BB1B}"/>
              </a:ext>
            </a:extLst>
          </p:cNvPr>
          <p:cNvSpPr/>
          <p:nvPr/>
        </p:nvSpPr>
        <p:spPr>
          <a:xfrm>
            <a:off x="643178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23" name="Rectangle 422">
            <a:extLst>
              <a:ext uri="{FF2B5EF4-FFF2-40B4-BE49-F238E27FC236}">
                <a16:creationId xmlns:a16="http://schemas.microsoft.com/office/drawing/2014/main" id="{312F066F-2565-2E5A-7756-4B4733CC1E12}"/>
              </a:ext>
            </a:extLst>
          </p:cNvPr>
          <p:cNvSpPr/>
          <p:nvPr/>
        </p:nvSpPr>
        <p:spPr>
          <a:xfrm>
            <a:off x="900970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24" name="Rectangle 423">
            <a:extLst>
              <a:ext uri="{FF2B5EF4-FFF2-40B4-BE49-F238E27FC236}">
                <a16:creationId xmlns:a16="http://schemas.microsoft.com/office/drawing/2014/main" id="{3459A0E0-174A-3739-DC2A-7D4C49274A69}"/>
              </a:ext>
            </a:extLst>
          </p:cNvPr>
          <p:cNvSpPr/>
          <p:nvPr/>
        </p:nvSpPr>
        <p:spPr>
          <a:xfrm>
            <a:off x="1158762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425" name="Rectangle 424">
            <a:extLst>
              <a:ext uri="{FF2B5EF4-FFF2-40B4-BE49-F238E27FC236}">
                <a16:creationId xmlns:a16="http://schemas.microsoft.com/office/drawing/2014/main" id="{AEE6F373-91C5-AB68-129B-A75918D675A2}"/>
              </a:ext>
            </a:extLst>
          </p:cNvPr>
          <p:cNvSpPr/>
          <p:nvPr/>
        </p:nvSpPr>
        <p:spPr>
          <a:xfrm>
            <a:off x="1416554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426" name="Rectangle 425">
            <a:extLst>
              <a:ext uri="{FF2B5EF4-FFF2-40B4-BE49-F238E27FC236}">
                <a16:creationId xmlns:a16="http://schemas.microsoft.com/office/drawing/2014/main" id="{11D8ABD7-829A-1282-0A06-F7F6AB6C7C84}"/>
              </a:ext>
            </a:extLst>
          </p:cNvPr>
          <p:cNvSpPr/>
          <p:nvPr/>
        </p:nvSpPr>
        <p:spPr>
          <a:xfrm>
            <a:off x="1674345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427" name="Rectangle 426">
            <a:extLst>
              <a:ext uri="{FF2B5EF4-FFF2-40B4-BE49-F238E27FC236}">
                <a16:creationId xmlns:a16="http://schemas.microsoft.com/office/drawing/2014/main" id="{4263E13D-C898-13D3-AAB8-1AE614D6E9FF}"/>
              </a:ext>
            </a:extLst>
          </p:cNvPr>
          <p:cNvSpPr/>
          <p:nvPr/>
        </p:nvSpPr>
        <p:spPr>
          <a:xfrm>
            <a:off x="1932138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28" name="Rectangle 427">
            <a:extLst>
              <a:ext uri="{FF2B5EF4-FFF2-40B4-BE49-F238E27FC236}">
                <a16:creationId xmlns:a16="http://schemas.microsoft.com/office/drawing/2014/main" id="{852786D1-F279-524B-AF0B-31E1493277C7}"/>
              </a:ext>
            </a:extLst>
          </p:cNvPr>
          <p:cNvSpPr/>
          <p:nvPr/>
        </p:nvSpPr>
        <p:spPr>
          <a:xfrm>
            <a:off x="2189929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30" name="Arc 429">
            <a:extLst>
              <a:ext uri="{FF2B5EF4-FFF2-40B4-BE49-F238E27FC236}">
                <a16:creationId xmlns:a16="http://schemas.microsoft.com/office/drawing/2014/main" id="{BDD9B3D3-A497-B11B-98CF-F3AB953B6FAC}"/>
              </a:ext>
            </a:extLst>
          </p:cNvPr>
          <p:cNvSpPr/>
          <p:nvPr/>
        </p:nvSpPr>
        <p:spPr>
          <a:xfrm>
            <a:off x="2323835" y="3415314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1" name="TextBox 430">
            <a:extLst>
              <a:ext uri="{FF2B5EF4-FFF2-40B4-BE49-F238E27FC236}">
                <a16:creationId xmlns:a16="http://schemas.microsoft.com/office/drawing/2014/main" id="{DF09A9B9-99FC-4383-5538-8FC4C36911B5}"/>
              </a:ext>
            </a:extLst>
          </p:cNvPr>
          <p:cNvSpPr txBox="1"/>
          <p:nvPr/>
        </p:nvSpPr>
        <p:spPr>
          <a:xfrm>
            <a:off x="2630066" y="3418480"/>
            <a:ext cx="418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÷10</a:t>
            </a:r>
          </a:p>
        </p:txBody>
      </p:sp>
      <p:sp>
        <p:nvSpPr>
          <p:cNvPr id="368" name="Arc 367">
            <a:extLst>
              <a:ext uri="{FF2B5EF4-FFF2-40B4-BE49-F238E27FC236}">
                <a16:creationId xmlns:a16="http://schemas.microsoft.com/office/drawing/2014/main" id="{47AD1536-5B42-A217-2D7C-9417B398EF27}"/>
              </a:ext>
            </a:extLst>
          </p:cNvPr>
          <p:cNvSpPr/>
          <p:nvPr/>
        </p:nvSpPr>
        <p:spPr>
          <a:xfrm>
            <a:off x="5364215" y="3039077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9" name="TextBox 368">
            <a:extLst>
              <a:ext uri="{FF2B5EF4-FFF2-40B4-BE49-F238E27FC236}">
                <a16:creationId xmlns:a16="http://schemas.microsoft.com/office/drawing/2014/main" id="{79FCCBEA-A701-9BEB-7AF3-56346BFE25B0}"/>
              </a:ext>
            </a:extLst>
          </p:cNvPr>
          <p:cNvSpPr txBox="1"/>
          <p:nvPr/>
        </p:nvSpPr>
        <p:spPr>
          <a:xfrm>
            <a:off x="5670446" y="3030035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÷100</a:t>
            </a:r>
          </a:p>
        </p:txBody>
      </p:sp>
      <p:sp>
        <p:nvSpPr>
          <p:cNvPr id="370" name="TextBox 369">
            <a:extLst>
              <a:ext uri="{FF2B5EF4-FFF2-40B4-BE49-F238E27FC236}">
                <a16:creationId xmlns:a16="http://schemas.microsoft.com/office/drawing/2014/main" id="{6370F09A-0220-26F6-5342-FCEC0658B5BE}"/>
              </a:ext>
            </a:extLst>
          </p:cNvPr>
          <p:cNvSpPr txBox="1"/>
          <p:nvPr/>
        </p:nvSpPr>
        <p:spPr>
          <a:xfrm>
            <a:off x="3632813" y="2897127"/>
            <a:ext cx="3465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ж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373" name="Rectangle 372">
            <a:extLst>
              <a:ext uri="{FF2B5EF4-FFF2-40B4-BE49-F238E27FC236}">
                <a16:creationId xmlns:a16="http://schemas.microsoft.com/office/drawing/2014/main" id="{E994595E-D46A-6D29-B708-B8C6BE960557}"/>
              </a:ext>
            </a:extLst>
          </p:cNvPr>
          <p:cNvSpPr/>
          <p:nvPr/>
        </p:nvSpPr>
        <p:spPr>
          <a:xfrm>
            <a:off x="3941350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74" name="Rectangle 373">
            <a:extLst>
              <a:ext uri="{FF2B5EF4-FFF2-40B4-BE49-F238E27FC236}">
                <a16:creationId xmlns:a16="http://schemas.microsoft.com/office/drawing/2014/main" id="{68883CDE-A33E-D4DD-A9ED-2A200DE6DA1C}"/>
              </a:ext>
            </a:extLst>
          </p:cNvPr>
          <p:cNvSpPr/>
          <p:nvPr/>
        </p:nvSpPr>
        <p:spPr>
          <a:xfrm>
            <a:off x="4199142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75" name="Rectangle 374">
            <a:extLst>
              <a:ext uri="{FF2B5EF4-FFF2-40B4-BE49-F238E27FC236}">
                <a16:creationId xmlns:a16="http://schemas.microsoft.com/office/drawing/2014/main" id="{A4236E97-C427-13CE-F91D-8754B7D1A0B5}"/>
              </a:ext>
            </a:extLst>
          </p:cNvPr>
          <p:cNvSpPr/>
          <p:nvPr/>
        </p:nvSpPr>
        <p:spPr>
          <a:xfrm>
            <a:off x="4456934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76" name="Rectangle 375">
            <a:extLst>
              <a:ext uri="{FF2B5EF4-FFF2-40B4-BE49-F238E27FC236}">
                <a16:creationId xmlns:a16="http://schemas.microsoft.com/office/drawing/2014/main" id="{C25D357D-02CB-5913-4DB0-F0E89516692A}"/>
              </a:ext>
            </a:extLst>
          </p:cNvPr>
          <p:cNvSpPr/>
          <p:nvPr/>
        </p:nvSpPr>
        <p:spPr>
          <a:xfrm>
            <a:off x="4714725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77" name="Rectangle 376">
            <a:extLst>
              <a:ext uri="{FF2B5EF4-FFF2-40B4-BE49-F238E27FC236}">
                <a16:creationId xmlns:a16="http://schemas.microsoft.com/office/drawing/2014/main" id="{90E7EDE8-88A6-E5FD-81B2-1B964087D4CF}"/>
              </a:ext>
            </a:extLst>
          </p:cNvPr>
          <p:cNvSpPr/>
          <p:nvPr/>
        </p:nvSpPr>
        <p:spPr>
          <a:xfrm>
            <a:off x="4972518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78" name="Rectangle 377">
            <a:extLst>
              <a:ext uri="{FF2B5EF4-FFF2-40B4-BE49-F238E27FC236}">
                <a16:creationId xmlns:a16="http://schemas.microsoft.com/office/drawing/2014/main" id="{8119B89B-D737-1516-31F6-D0C711FBC395}"/>
              </a:ext>
            </a:extLst>
          </p:cNvPr>
          <p:cNvSpPr/>
          <p:nvPr/>
        </p:nvSpPr>
        <p:spPr>
          <a:xfrm>
            <a:off x="5230309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79" name="Oval 378">
            <a:extLst>
              <a:ext uri="{FF2B5EF4-FFF2-40B4-BE49-F238E27FC236}">
                <a16:creationId xmlns:a16="http://schemas.microsoft.com/office/drawing/2014/main" id="{344DD623-7799-D0BB-F47E-5DA1120A64A5}"/>
              </a:ext>
            </a:extLst>
          </p:cNvPr>
          <p:cNvSpPr/>
          <p:nvPr/>
        </p:nvSpPr>
        <p:spPr>
          <a:xfrm>
            <a:off x="4946323" y="3020027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82" name="Rectangle 381">
            <a:extLst>
              <a:ext uri="{FF2B5EF4-FFF2-40B4-BE49-F238E27FC236}">
                <a16:creationId xmlns:a16="http://schemas.microsoft.com/office/drawing/2014/main" id="{0B05FDE9-86EB-5555-385F-9BB2BC828032}"/>
              </a:ext>
            </a:extLst>
          </p:cNvPr>
          <p:cNvSpPr/>
          <p:nvPr/>
        </p:nvSpPr>
        <p:spPr>
          <a:xfrm>
            <a:off x="3941350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83" name="Rectangle 382">
            <a:extLst>
              <a:ext uri="{FF2B5EF4-FFF2-40B4-BE49-F238E27FC236}">
                <a16:creationId xmlns:a16="http://schemas.microsoft.com/office/drawing/2014/main" id="{5A86724A-E094-9111-1022-226229DFC3EB}"/>
              </a:ext>
            </a:extLst>
          </p:cNvPr>
          <p:cNvSpPr/>
          <p:nvPr/>
        </p:nvSpPr>
        <p:spPr>
          <a:xfrm>
            <a:off x="4199142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84" name="Rectangle 383">
            <a:extLst>
              <a:ext uri="{FF2B5EF4-FFF2-40B4-BE49-F238E27FC236}">
                <a16:creationId xmlns:a16="http://schemas.microsoft.com/office/drawing/2014/main" id="{FCDD3D6C-E305-956D-FF34-7750EE7FA4D2}"/>
              </a:ext>
            </a:extLst>
          </p:cNvPr>
          <p:cNvSpPr/>
          <p:nvPr/>
        </p:nvSpPr>
        <p:spPr>
          <a:xfrm>
            <a:off x="4456934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85" name="Rectangle 384">
            <a:extLst>
              <a:ext uri="{FF2B5EF4-FFF2-40B4-BE49-F238E27FC236}">
                <a16:creationId xmlns:a16="http://schemas.microsoft.com/office/drawing/2014/main" id="{0875645D-ED32-AFAC-6A52-1866CE0C9BE1}"/>
              </a:ext>
            </a:extLst>
          </p:cNvPr>
          <p:cNvSpPr/>
          <p:nvPr/>
        </p:nvSpPr>
        <p:spPr>
          <a:xfrm>
            <a:off x="4714725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86" name="Rectangle 385">
            <a:extLst>
              <a:ext uri="{FF2B5EF4-FFF2-40B4-BE49-F238E27FC236}">
                <a16:creationId xmlns:a16="http://schemas.microsoft.com/office/drawing/2014/main" id="{9C2F3936-0073-92A3-09AE-B4A9D465DD8B}"/>
              </a:ext>
            </a:extLst>
          </p:cNvPr>
          <p:cNvSpPr/>
          <p:nvPr/>
        </p:nvSpPr>
        <p:spPr>
          <a:xfrm>
            <a:off x="4972518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387" name="Rectangle 386">
            <a:extLst>
              <a:ext uri="{FF2B5EF4-FFF2-40B4-BE49-F238E27FC236}">
                <a16:creationId xmlns:a16="http://schemas.microsoft.com/office/drawing/2014/main" id="{3C13F3E9-C6F8-7AFE-E09F-B33615BE03D7}"/>
              </a:ext>
            </a:extLst>
          </p:cNvPr>
          <p:cNvSpPr/>
          <p:nvPr/>
        </p:nvSpPr>
        <p:spPr>
          <a:xfrm>
            <a:off x="5230309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391" name="Rectangle 390">
            <a:extLst>
              <a:ext uri="{FF2B5EF4-FFF2-40B4-BE49-F238E27FC236}">
                <a16:creationId xmlns:a16="http://schemas.microsoft.com/office/drawing/2014/main" id="{F19C1AB6-DC84-3173-60F4-A395628BB26B}"/>
              </a:ext>
            </a:extLst>
          </p:cNvPr>
          <p:cNvSpPr/>
          <p:nvPr/>
        </p:nvSpPr>
        <p:spPr>
          <a:xfrm>
            <a:off x="3941350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92" name="Rectangle 391">
            <a:extLst>
              <a:ext uri="{FF2B5EF4-FFF2-40B4-BE49-F238E27FC236}">
                <a16:creationId xmlns:a16="http://schemas.microsoft.com/office/drawing/2014/main" id="{C12B335C-A196-1BAC-B50F-B918510FA44B}"/>
              </a:ext>
            </a:extLst>
          </p:cNvPr>
          <p:cNvSpPr/>
          <p:nvPr/>
        </p:nvSpPr>
        <p:spPr>
          <a:xfrm>
            <a:off x="4199142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93" name="Rectangle 392">
            <a:extLst>
              <a:ext uri="{FF2B5EF4-FFF2-40B4-BE49-F238E27FC236}">
                <a16:creationId xmlns:a16="http://schemas.microsoft.com/office/drawing/2014/main" id="{23679018-986A-285C-3ED4-364E132FCBEB}"/>
              </a:ext>
            </a:extLst>
          </p:cNvPr>
          <p:cNvSpPr/>
          <p:nvPr/>
        </p:nvSpPr>
        <p:spPr>
          <a:xfrm>
            <a:off x="4456934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394" name="Rectangle 393">
            <a:extLst>
              <a:ext uri="{FF2B5EF4-FFF2-40B4-BE49-F238E27FC236}">
                <a16:creationId xmlns:a16="http://schemas.microsoft.com/office/drawing/2014/main" id="{E94A4553-E2A2-4750-0DA7-7956448B3743}"/>
              </a:ext>
            </a:extLst>
          </p:cNvPr>
          <p:cNvSpPr/>
          <p:nvPr/>
        </p:nvSpPr>
        <p:spPr>
          <a:xfrm>
            <a:off x="4714725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95" name="Rectangle 394">
            <a:extLst>
              <a:ext uri="{FF2B5EF4-FFF2-40B4-BE49-F238E27FC236}">
                <a16:creationId xmlns:a16="http://schemas.microsoft.com/office/drawing/2014/main" id="{17D17E41-3A9B-0FE5-B9AE-259B31D83CC2}"/>
              </a:ext>
            </a:extLst>
          </p:cNvPr>
          <p:cNvSpPr/>
          <p:nvPr/>
        </p:nvSpPr>
        <p:spPr>
          <a:xfrm>
            <a:off x="4972518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96" name="Rectangle 395">
            <a:extLst>
              <a:ext uri="{FF2B5EF4-FFF2-40B4-BE49-F238E27FC236}">
                <a16:creationId xmlns:a16="http://schemas.microsoft.com/office/drawing/2014/main" id="{95A2F0A1-87AC-B03B-BC31-25129850AE77}"/>
              </a:ext>
            </a:extLst>
          </p:cNvPr>
          <p:cNvSpPr/>
          <p:nvPr/>
        </p:nvSpPr>
        <p:spPr>
          <a:xfrm>
            <a:off x="5230309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98" name="Arc 397">
            <a:extLst>
              <a:ext uri="{FF2B5EF4-FFF2-40B4-BE49-F238E27FC236}">
                <a16:creationId xmlns:a16="http://schemas.microsoft.com/office/drawing/2014/main" id="{F1424CE0-630B-5321-2840-0C3774C4B37A}"/>
              </a:ext>
            </a:extLst>
          </p:cNvPr>
          <p:cNvSpPr/>
          <p:nvPr/>
        </p:nvSpPr>
        <p:spPr>
          <a:xfrm>
            <a:off x="5364215" y="3415314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9" name="TextBox 398">
            <a:extLst>
              <a:ext uri="{FF2B5EF4-FFF2-40B4-BE49-F238E27FC236}">
                <a16:creationId xmlns:a16="http://schemas.microsoft.com/office/drawing/2014/main" id="{3146D5D0-93BE-27E6-4B8D-4761854096F0}"/>
              </a:ext>
            </a:extLst>
          </p:cNvPr>
          <p:cNvSpPr txBox="1"/>
          <p:nvPr/>
        </p:nvSpPr>
        <p:spPr>
          <a:xfrm>
            <a:off x="5670446" y="3418480"/>
            <a:ext cx="5757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×1000</a:t>
            </a:r>
          </a:p>
        </p:txBody>
      </p:sp>
      <p:sp>
        <p:nvSpPr>
          <p:cNvPr id="336" name="Arc 335">
            <a:extLst>
              <a:ext uri="{FF2B5EF4-FFF2-40B4-BE49-F238E27FC236}">
                <a16:creationId xmlns:a16="http://schemas.microsoft.com/office/drawing/2014/main" id="{A330981F-4254-39AE-55E9-57DA18044184}"/>
              </a:ext>
            </a:extLst>
          </p:cNvPr>
          <p:cNvSpPr/>
          <p:nvPr/>
        </p:nvSpPr>
        <p:spPr>
          <a:xfrm>
            <a:off x="8842745" y="3039077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7" name="TextBox 336">
            <a:extLst>
              <a:ext uri="{FF2B5EF4-FFF2-40B4-BE49-F238E27FC236}">
                <a16:creationId xmlns:a16="http://schemas.microsoft.com/office/drawing/2014/main" id="{8D43CA58-A63D-7FF8-772B-3F08A3FB8210}"/>
              </a:ext>
            </a:extLst>
          </p:cNvPr>
          <p:cNvSpPr txBox="1"/>
          <p:nvPr/>
        </p:nvSpPr>
        <p:spPr>
          <a:xfrm>
            <a:off x="9148976" y="3030035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×100</a:t>
            </a:r>
          </a:p>
        </p:txBody>
      </p:sp>
      <p:sp>
        <p:nvSpPr>
          <p:cNvPr id="338" name="TextBox 337">
            <a:extLst>
              <a:ext uri="{FF2B5EF4-FFF2-40B4-BE49-F238E27FC236}">
                <a16:creationId xmlns:a16="http://schemas.microsoft.com/office/drawing/2014/main" id="{5B408B6E-2437-485F-EE23-FBF6C5AAB9E9}"/>
              </a:ext>
            </a:extLst>
          </p:cNvPr>
          <p:cNvSpPr txBox="1"/>
          <p:nvPr/>
        </p:nvSpPr>
        <p:spPr>
          <a:xfrm>
            <a:off x="7135388" y="2897127"/>
            <a:ext cx="2984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з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341" name="Rectangle 340">
            <a:extLst>
              <a:ext uri="{FF2B5EF4-FFF2-40B4-BE49-F238E27FC236}">
                <a16:creationId xmlns:a16="http://schemas.microsoft.com/office/drawing/2014/main" id="{CE38FC55-E11A-6B78-2107-EE1F8CA188CE}"/>
              </a:ext>
            </a:extLst>
          </p:cNvPr>
          <p:cNvSpPr/>
          <p:nvPr/>
        </p:nvSpPr>
        <p:spPr>
          <a:xfrm>
            <a:off x="7419880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42" name="Rectangle 341">
            <a:extLst>
              <a:ext uri="{FF2B5EF4-FFF2-40B4-BE49-F238E27FC236}">
                <a16:creationId xmlns:a16="http://schemas.microsoft.com/office/drawing/2014/main" id="{66A071FD-7FDC-3DD9-E888-FF17F9E2E59A}"/>
              </a:ext>
            </a:extLst>
          </p:cNvPr>
          <p:cNvSpPr/>
          <p:nvPr/>
        </p:nvSpPr>
        <p:spPr>
          <a:xfrm>
            <a:off x="7677672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43" name="Rectangle 342">
            <a:extLst>
              <a:ext uri="{FF2B5EF4-FFF2-40B4-BE49-F238E27FC236}">
                <a16:creationId xmlns:a16="http://schemas.microsoft.com/office/drawing/2014/main" id="{A73F5903-F0CA-AD77-9679-E5E0927E97FB}"/>
              </a:ext>
            </a:extLst>
          </p:cNvPr>
          <p:cNvSpPr/>
          <p:nvPr/>
        </p:nvSpPr>
        <p:spPr>
          <a:xfrm>
            <a:off x="7935464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44" name="Rectangle 343">
            <a:extLst>
              <a:ext uri="{FF2B5EF4-FFF2-40B4-BE49-F238E27FC236}">
                <a16:creationId xmlns:a16="http://schemas.microsoft.com/office/drawing/2014/main" id="{226F6C46-E9AD-0B35-21DB-F60F9B75CCE1}"/>
              </a:ext>
            </a:extLst>
          </p:cNvPr>
          <p:cNvSpPr/>
          <p:nvPr/>
        </p:nvSpPr>
        <p:spPr>
          <a:xfrm>
            <a:off x="8193255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45" name="Rectangle 344">
            <a:extLst>
              <a:ext uri="{FF2B5EF4-FFF2-40B4-BE49-F238E27FC236}">
                <a16:creationId xmlns:a16="http://schemas.microsoft.com/office/drawing/2014/main" id="{7176FAFA-AB8D-3ED6-C38C-B7120123354C}"/>
              </a:ext>
            </a:extLst>
          </p:cNvPr>
          <p:cNvSpPr/>
          <p:nvPr/>
        </p:nvSpPr>
        <p:spPr>
          <a:xfrm>
            <a:off x="8451048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46" name="Rectangle 345">
            <a:extLst>
              <a:ext uri="{FF2B5EF4-FFF2-40B4-BE49-F238E27FC236}">
                <a16:creationId xmlns:a16="http://schemas.microsoft.com/office/drawing/2014/main" id="{68A2E6C0-2F04-B024-AE79-FFEAA8D381EC}"/>
              </a:ext>
            </a:extLst>
          </p:cNvPr>
          <p:cNvSpPr/>
          <p:nvPr/>
        </p:nvSpPr>
        <p:spPr>
          <a:xfrm>
            <a:off x="8708839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347" name="Oval 346">
            <a:extLst>
              <a:ext uri="{FF2B5EF4-FFF2-40B4-BE49-F238E27FC236}">
                <a16:creationId xmlns:a16="http://schemas.microsoft.com/office/drawing/2014/main" id="{E8AEA425-AD4A-ACFA-6DF3-97E806584DE7}"/>
              </a:ext>
            </a:extLst>
          </p:cNvPr>
          <p:cNvSpPr/>
          <p:nvPr/>
        </p:nvSpPr>
        <p:spPr>
          <a:xfrm>
            <a:off x="8424853" y="3020027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50" name="Rectangle 349">
            <a:extLst>
              <a:ext uri="{FF2B5EF4-FFF2-40B4-BE49-F238E27FC236}">
                <a16:creationId xmlns:a16="http://schemas.microsoft.com/office/drawing/2014/main" id="{C26F8AF7-73D1-EF04-513F-9D77B2BBC91F}"/>
              </a:ext>
            </a:extLst>
          </p:cNvPr>
          <p:cNvSpPr/>
          <p:nvPr/>
        </p:nvSpPr>
        <p:spPr>
          <a:xfrm>
            <a:off x="7419880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51" name="Rectangle 350">
            <a:extLst>
              <a:ext uri="{FF2B5EF4-FFF2-40B4-BE49-F238E27FC236}">
                <a16:creationId xmlns:a16="http://schemas.microsoft.com/office/drawing/2014/main" id="{0217013D-AC05-D057-E06A-79553151F1C1}"/>
              </a:ext>
            </a:extLst>
          </p:cNvPr>
          <p:cNvSpPr/>
          <p:nvPr/>
        </p:nvSpPr>
        <p:spPr>
          <a:xfrm>
            <a:off x="7677672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52" name="Rectangle 351">
            <a:extLst>
              <a:ext uri="{FF2B5EF4-FFF2-40B4-BE49-F238E27FC236}">
                <a16:creationId xmlns:a16="http://schemas.microsoft.com/office/drawing/2014/main" id="{58661A7E-D612-2F81-9891-484082434EB5}"/>
              </a:ext>
            </a:extLst>
          </p:cNvPr>
          <p:cNvSpPr/>
          <p:nvPr/>
        </p:nvSpPr>
        <p:spPr>
          <a:xfrm>
            <a:off x="7935464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353" name="Rectangle 352">
            <a:extLst>
              <a:ext uri="{FF2B5EF4-FFF2-40B4-BE49-F238E27FC236}">
                <a16:creationId xmlns:a16="http://schemas.microsoft.com/office/drawing/2014/main" id="{B75472CD-49D9-A51C-013B-53E331BE44B2}"/>
              </a:ext>
            </a:extLst>
          </p:cNvPr>
          <p:cNvSpPr/>
          <p:nvPr/>
        </p:nvSpPr>
        <p:spPr>
          <a:xfrm>
            <a:off x="8193255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354" name="Rectangle 353">
            <a:extLst>
              <a:ext uri="{FF2B5EF4-FFF2-40B4-BE49-F238E27FC236}">
                <a16:creationId xmlns:a16="http://schemas.microsoft.com/office/drawing/2014/main" id="{FBC9127C-508B-1DB8-A822-519500C2D3C1}"/>
              </a:ext>
            </a:extLst>
          </p:cNvPr>
          <p:cNvSpPr/>
          <p:nvPr/>
        </p:nvSpPr>
        <p:spPr>
          <a:xfrm>
            <a:off x="8451048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55" name="Rectangle 354">
            <a:extLst>
              <a:ext uri="{FF2B5EF4-FFF2-40B4-BE49-F238E27FC236}">
                <a16:creationId xmlns:a16="http://schemas.microsoft.com/office/drawing/2014/main" id="{EB55A822-D6FF-1BD5-2793-AC24E0653904}"/>
              </a:ext>
            </a:extLst>
          </p:cNvPr>
          <p:cNvSpPr/>
          <p:nvPr/>
        </p:nvSpPr>
        <p:spPr>
          <a:xfrm>
            <a:off x="8708839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59" name="Rectangle 358">
            <a:extLst>
              <a:ext uri="{FF2B5EF4-FFF2-40B4-BE49-F238E27FC236}">
                <a16:creationId xmlns:a16="http://schemas.microsoft.com/office/drawing/2014/main" id="{3E2FC0FC-8F89-56A8-42FB-E40660250985}"/>
              </a:ext>
            </a:extLst>
          </p:cNvPr>
          <p:cNvSpPr/>
          <p:nvPr/>
        </p:nvSpPr>
        <p:spPr>
          <a:xfrm>
            <a:off x="7419880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60" name="Rectangle 359">
            <a:extLst>
              <a:ext uri="{FF2B5EF4-FFF2-40B4-BE49-F238E27FC236}">
                <a16:creationId xmlns:a16="http://schemas.microsoft.com/office/drawing/2014/main" id="{190F1E9C-F5FB-0C37-B1FC-C315004592B2}"/>
              </a:ext>
            </a:extLst>
          </p:cNvPr>
          <p:cNvSpPr/>
          <p:nvPr/>
        </p:nvSpPr>
        <p:spPr>
          <a:xfrm>
            <a:off x="7677672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61" name="Rectangle 360">
            <a:extLst>
              <a:ext uri="{FF2B5EF4-FFF2-40B4-BE49-F238E27FC236}">
                <a16:creationId xmlns:a16="http://schemas.microsoft.com/office/drawing/2014/main" id="{B70C65A7-7495-F332-9FE1-F12970E926B0}"/>
              </a:ext>
            </a:extLst>
          </p:cNvPr>
          <p:cNvSpPr/>
          <p:nvPr/>
        </p:nvSpPr>
        <p:spPr>
          <a:xfrm>
            <a:off x="7935464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62" name="Rectangle 361">
            <a:extLst>
              <a:ext uri="{FF2B5EF4-FFF2-40B4-BE49-F238E27FC236}">
                <a16:creationId xmlns:a16="http://schemas.microsoft.com/office/drawing/2014/main" id="{FEAF5D92-F179-1E94-7457-137219C01A87}"/>
              </a:ext>
            </a:extLst>
          </p:cNvPr>
          <p:cNvSpPr/>
          <p:nvPr/>
        </p:nvSpPr>
        <p:spPr>
          <a:xfrm>
            <a:off x="8193255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363" name="Rectangle 362">
            <a:extLst>
              <a:ext uri="{FF2B5EF4-FFF2-40B4-BE49-F238E27FC236}">
                <a16:creationId xmlns:a16="http://schemas.microsoft.com/office/drawing/2014/main" id="{1E2C618F-4B6F-60BD-EF06-A9C6B6B08DDA}"/>
              </a:ext>
            </a:extLst>
          </p:cNvPr>
          <p:cNvSpPr/>
          <p:nvPr/>
        </p:nvSpPr>
        <p:spPr>
          <a:xfrm>
            <a:off x="8451048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364" name="Rectangle 363">
            <a:extLst>
              <a:ext uri="{FF2B5EF4-FFF2-40B4-BE49-F238E27FC236}">
                <a16:creationId xmlns:a16="http://schemas.microsoft.com/office/drawing/2014/main" id="{74F0EE1C-7D6D-3153-477B-2454BCAD4A93}"/>
              </a:ext>
            </a:extLst>
          </p:cNvPr>
          <p:cNvSpPr/>
          <p:nvPr/>
        </p:nvSpPr>
        <p:spPr>
          <a:xfrm>
            <a:off x="8708839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66" name="Arc 365">
            <a:extLst>
              <a:ext uri="{FF2B5EF4-FFF2-40B4-BE49-F238E27FC236}">
                <a16:creationId xmlns:a16="http://schemas.microsoft.com/office/drawing/2014/main" id="{0D825A01-C98E-E675-54AD-48CF188C31B4}"/>
              </a:ext>
            </a:extLst>
          </p:cNvPr>
          <p:cNvSpPr/>
          <p:nvPr/>
        </p:nvSpPr>
        <p:spPr>
          <a:xfrm>
            <a:off x="8842745" y="3415314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7" name="TextBox 366">
            <a:extLst>
              <a:ext uri="{FF2B5EF4-FFF2-40B4-BE49-F238E27FC236}">
                <a16:creationId xmlns:a16="http://schemas.microsoft.com/office/drawing/2014/main" id="{EA86FF0E-53B3-9522-AFD1-0EA50437B331}"/>
              </a:ext>
            </a:extLst>
          </p:cNvPr>
          <p:cNvSpPr txBox="1"/>
          <p:nvPr/>
        </p:nvSpPr>
        <p:spPr>
          <a:xfrm>
            <a:off x="9148976" y="3418480"/>
            <a:ext cx="418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÷10</a:t>
            </a:r>
          </a:p>
        </p:txBody>
      </p:sp>
      <p:sp>
        <p:nvSpPr>
          <p:cNvPr id="500" name="Arc 499">
            <a:extLst>
              <a:ext uri="{FF2B5EF4-FFF2-40B4-BE49-F238E27FC236}">
                <a16:creationId xmlns:a16="http://schemas.microsoft.com/office/drawing/2014/main" id="{9636DEEC-BDB6-2F21-11C4-B95E12277EB7}"/>
              </a:ext>
            </a:extLst>
          </p:cNvPr>
          <p:cNvSpPr/>
          <p:nvPr/>
        </p:nvSpPr>
        <p:spPr>
          <a:xfrm>
            <a:off x="2200010" y="4312452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01" name="TextBox 500">
            <a:extLst>
              <a:ext uri="{FF2B5EF4-FFF2-40B4-BE49-F238E27FC236}">
                <a16:creationId xmlns:a16="http://schemas.microsoft.com/office/drawing/2014/main" id="{486699ED-38CA-6E76-4908-47EAA64C7AC6}"/>
              </a:ext>
            </a:extLst>
          </p:cNvPr>
          <p:cNvSpPr txBox="1"/>
          <p:nvPr/>
        </p:nvSpPr>
        <p:spPr>
          <a:xfrm>
            <a:off x="2506241" y="4303410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×100</a:t>
            </a:r>
          </a:p>
        </p:txBody>
      </p:sp>
      <p:sp>
        <p:nvSpPr>
          <p:cNvPr id="502" name="TextBox 501">
            <a:extLst>
              <a:ext uri="{FF2B5EF4-FFF2-40B4-BE49-F238E27FC236}">
                <a16:creationId xmlns:a16="http://schemas.microsoft.com/office/drawing/2014/main" id="{776CD7D1-F931-2998-C7C4-DDC97A76C59A}"/>
              </a:ext>
            </a:extLst>
          </p:cNvPr>
          <p:cNvSpPr txBox="1"/>
          <p:nvPr/>
        </p:nvSpPr>
        <p:spPr>
          <a:xfrm>
            <a:off x="201010" y="4170502"/>
            <a:ext cx="3177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и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504" name="Rectangle 503">
            <a:extLst>
              <a:ext uri="{FF2B5EF4-FFF2-40B4-BE49-F238E27FC236}">
                <a16:creationId xmlns:a16="http://schemas.microsoft.com/office/drawing/2014/main" id="{58EAA0D1-1AA3-339D-005D-420CB90151B7}"/>
              </a:ext>
            </a:extLst>
          </p:cNvPr>
          <p:cNvSpPr/>
          <p:nvPr/>
        </p:nvSpPr>
        <p:spPr>
          <a:xfrm>
            <a:off x="519353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05" name="Rectangle 504">
            <a:extLst>
              <a:ext uri="{FF2B5EF4-FFF2-40B4-BE49-F238E27FC236}">
                <a16:creationId xmlns:a16="http://schemas.microsoft.com/office/drawing/2014/main" id="{CAEC2A49-E027-E8D3-FD8F-8B1363278893}"/>
              </a:ext>
            </a:extLst>
          </p:cNvPr>
          <p:cNvSpPr/>
          <p:nvPr/>
        </p:nvSpPr>
        <p:spPr>
          <a:xfrm>
            <a:off x="777145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06" name="Rectangle 505">
            <a:extLst>
              <a:ext uri="{FF2B5EF4-FFF2-40B4-BE49-F238E27FC236}">
                <a16:creationId xmlns:a16="http://schemas.microsoft.com/office/drawing/2014/main" id="{BAE1D53F-9268-6743-05A2-0434F1190F15}"/>
              </a:ext>
            </a:extLst>
          </p:cNvPr>
          <p:cNvSpPr/>
          <p:nvPr/>
        </p:nvSpPr>
        <p:spPr>
          <a:xfrm>
            <a:off x="1034937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07" name="Rectangle 506">
            <a:extLst>
              <a:ext uri="{FF2B5EF4-FFF2-40B4-BE49-F238E27FC236}">
                <a16:creationId xmlns:a16="http://schemas.microsoft.com/office/drawing/2014/main" id="{05780D4A-EEED-AB48-22AA-A3EFADE3B1F1}"/>
              </a:ext>
            </a:extLst>
          </p:cNvPr>
          <p:cNvSpPr/>
          <p:nvPr/>
        </p:nvSpPr>
        <p:spPr>
          <a:xfrm>
            <a:off x="1292729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08" name="Rectangle 507">
            <a:extLst>
              <a:ext uri="{FF2B5EF4-FFF2-40B4-BE49-F238E27FC236}">
                <a16:creationId xmlns:a16="http://schemas.microsoft.com/office/drawing/2014/main" id="{55439999-AA91-B60D-1BC0-8DF20AB97D25}"/>
              </a:ext>
            </a:extLst>
          </p:cNvPr>
          <p:cNvSpPr/>
          <p:nvPr/>
        </p:nvSpPr>
        <p:spPr>
          <a:xfrm>
            <a:off x="1550520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09" name="Rectangle 508">
            <a:extLst>
              <a:ext uri="{FF2B5EF4-FFF2-40B4-BE49-F238E27FC236}">
                <a16:creationId xmlns:a16="http://schemas.microsoft.com/office/drawing/2014/main" id="{807F7EA0-9857-2CDD-A1CA-0547E95347ED}"/>
              </a:ext>
            </a:extLst>
          </p:cNvPr>
          <p:cNvSpPr/>
          <p:nvPr/>
        </p:nvSpPr>
        <p:spPr>
          <a:xfrm>
            <a:off x="1808313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10" name="Rectangle 509">
            <a:extLst>
              <a:ext uri="{FF2B5EF4-FFF2-40B4-BE49-F238E27FC236}">
                <a16:creationId xmlns:a16="http://schemas.microsoft.com/office/drawing/2014/main" id="{CBE7C73A-0EE2-46C7-4427-6E0589468401}"/>
              </a:ext>
            </a:extLst>
          </p:cNvPr>
          <p:cNvSpPr/>
          <p:nvPr/>
        </p:nvSpPr>
        <p:spPr>
          <a:xfrm>
            <a:off x="2066104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11" name="Oval 510">
            <a:extLst>
              <a:ext uri="{FF2B5EF4-FFF2-40B4-BE49-F238E27FC236}">
                <a16:creationId xmlns:a16="http://schemas.microsoft.com/office/drawing/2014/main" id="{44917901-6562-0D1C-7B11-17FE0B47337E}"/>
              </a:ext>
            </a:extLst>
          </p:cNvPr>
          <p:cNvSpPr/>
          <p:nvPr/>
        </p:nvSpPr>
        <p:spPr>
          <a:xfrm>
            <a:off x="1527324" y="4293402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13" name="Rectangle 512">
            <a:extLst>
              <a:ext uri="{FF2B5EF4-FFF2-40B4-BE49-F238E27FC236}">
                <a16:creationId xmlns:a16="http://schemas.microsoft.com/office/drawing/2014/main" id="{DADD542B-2F52-3763-3215-270D3D6E208F}"/>
              </a:ext>
            </a:extLst>
          </p:cNvPr>
          <p:cNvSpPr/>
          <p:nvPr/>
        </p:nvSpPr>
        <p:spPr>
          <a:xfrm>
            <a:off x="519353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14" name="Rectangle 513">
            <a:extLst>
              <a:ext uri="{FF2B5EF4-FFF2-40B4-BE49-F238E27FC236}">
                <a16:creationId xmlns:a16="http://schemas.microsoft.com/office/drawing/2014/main" id="{6BD96EA6-4BAF-931E-C583-C09E7937F173}"/>
              </a:ext>
            </a:extLst>
          </p:cNvPr>
          <p:cNvSpPr/>
          <p:nvPr/>
        </p:nvSpPr>
        <p:spPr>
          <a:xfrm>
            <a:off x="777145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515" name="Rectangle 514">
            <a:extLst>
              <a:ext uri="{FF2B5EF4-FFF2-40B4-BE49-F238E27FC236}">
                <a16:creationId xmlns:a16="http://schemas.microsoft.com/office/drawing/2014/main" id="{35C729FE-1CEE-FADD-E9DD-DD531F4AC1E7}"/>
              </a:ext>
            </a:extLst>
          </p:cNvPr>
          <p:cNvSpPr/>
          <p:nvPr/>
        </p:nvSpPr>
        <p:spPr>
          <a:xfrm>
            <a:off x="1034937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516" name="Rectangle 515">
            <a:extLst>
              <a:ext uri="{FF2B5EF4-FFF2-40B4-BE49-F238E27FC236}">
                <a16:creationId xmlns:a16="http://schemas.microsoft.com/office/drawing/2014/main" id="{1936D4FD-61E1-91A0-A3C2-B6BBD14239F2}"/>
              </a:ext>
            </a:extLst>
          </p:cNvPr>
          <p:cNvSpPr/>
          <p:nvPr/>
        </p:nvSpPr>
        <p:spPr>
          <a:xfrm>
            <a:off x="1292729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517" name="Rectangle 516">
            <a:extLst>
              <a:ext uri="{FF2B5EF4-FFF2-40B4-BE49-F238E27FC236}">
                <a16:creationId xmlns:a16="http://schemas.microsoft.com/office/drawing/2014/main" id="{770EAD7F-F271-3C0D-9B8A-15AC861C42C1}"/>
              </a:ext>
            </a:extLst>
          </p:cNvPr>
          <p:cNvSpPr/>
          <p:nvPr/>
        </p:nvSpPr>
        <p:spPr>
          <a:xfrm>
            <a:off x="1550520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18" name="Rectangle 517">
            <a:extLst>
              <a:ext uri="{FF2B5EF4-FFF2-40B4-BE49-F238E27FC236}">
                <a16:creationId xmlns:a16="http://schemas.microsoft.com/office/drawing/2014/main" id="{F0DBD682-5A2D-5D30-7FBB-A6A54A3B58AF}"/>
              </a:ext>
            </a:extLst>
          </p:cNvPr>
          <p:cNvSpPr/>
          <p:nvPr/>
        </p:nvSpPr>
        <p:spPr>
          <a:xfrm>
            <a:off x="1808313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19" name="Rectangle 518">
            <a:extLst>
              <a:ext uri="{FF2B5EF4-FFF2-40B4-BE49-F238E27FC236}">
                <a16:creationId xmlns:a16="http://schemas.microsoft.com/office/drawing/2014/main" id="{B6989C43-32B9-10EF-6DC9-4E68EA0A87CA}"/>
              </a:ext>
            </a:extLst>
          </p:cNvPr>
          <p:cNvSpPr/>
          <p:nvPr/>
        </p:nvSpPr>
        <p:spPr>
          <a:xfrm>
            <a:off x="2066104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22" name="Rectangle 521">
            <a:extLst>
              <a:ext uri="{FF2B5EF4-FFF2-40B4-BE49-F238E27FC236}">
                <a16:creationId xmlns:a16="http://schemas.microsoft.com/office/drawing/2014/main" id="{99F5407B-D318-3147-70EB-904278E61223}"/>
              </a:ext>
            </a:extLst>
          </p:cNvPr>
          <p:cNvSpPr/>
          <p:nvPr/>
        </p:nvSpPr>
        <p:spPr>
          <a:xfrm>
            <a:off x="519353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23" name="Rectangle 522">
            <a:extLst>
              <a:ext uri="{FF2B5EF4-FFF2-40B4-BE49-F238E27FC236}">
                <a16:creationId xmlns:a16="http://schemas.microsoft.com/office/drawing/2014/main" id="{541834C9-7796-5EED-60ED-46BDDCC69BC0}"/>
              </a:ext>
            </a:extLst>
          </p:cNvPr>
          <p:cNvSpPr/>
          <p:nvPr/>
        </p:nvSpPr>
        <p:spPr>
          <a:xfrm>
            <a:off x="777145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24" name="Rectangle 523">
            <a:extLst>
              <a:ext uri="{FF2B5EF4-FFF2-40B4-BE49-F238E27FC236}">
                <a16:creationId xmlns:a16="http://schemas.microsoft.com/office/drawing/2014/main" id="{CB4BEEAC-EAC8-7131-94D1-A6EC15F4CE4A}"/>
              </a:ext>
            </a:extLst>
          </p:cNvPr>
          <p:cNvSpPr/>
          <p:nvPr/>
        </p:nvSpPr>
        <p:spPr>
          <a:xfrm>
            <a:off x="1034937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525" name="Rectangle 524">
            <a:extLst>
              <a:ext uri="{FF2B5EF4-FFF2-40B4-BE49-F238E27FC236}">
                <a16:creationId xmlns:a16="http://schemas.microsoft.com/office/drawing/2014/main" id="{978C1208-EF05-EA0A-05DA-CD579EB14964}"/>
              </a:ext>
            </a:extLst>
          </p:cNvPr>
          <p:cNvSpPr/>
          <p:nvPr/>
        </p:nvSpPr>
        <p:spPr>
          <a:xfrm>
            <a:off x="1292729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526" name="Rectangle 525">
            <a:extLst>
              <a:ext uri="{FF2B5EF4-FFF2-40B4-BE49-F238E27FC236}">
                <a16:creationId xmlns:a16="http://schemas.microsoft.com/office/drawing/2014/main" id="{2CC0765B-61A0-9A75-5A38-F70CE32BCFC8}"/>
              </a:ext>
            </a:extLst>
          </p:cNvPr>
          <p:cNvSpPr/>
          <p:nvPr/>
        </p:nvSpPr>
        <p:spPr>
          <a:xfrm>
            <a:off x="1550520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527" name="Rectangle 526">
            <a:extLst>
              <a:ext uri="{FF2B5EF4-FFF2-40B4-BE49-F238E27FC236}">
                <a16:creationId xmlns:a16="http://schemas.microsoft.com/office/drawing/2014/main" id="{B268DDF2-C4F4-85B1-4139-DCC8E095EAC9}"/>
              </a:ext>
            </a:extLst>
          </p:cNvPr>
          <p:cNvSpPr/>
          <p:nvPr/>
        </p:nvSpPr>
        <p:spPr>
          <a:xfrm>
            <a:off x="1808313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28" name="Rectangle 527">
            <a:extLst>
              <a:ext uri="{FF2B5EF4-FFF2-40B4-BE49-F238E27FC236}">
                <a16:creationId xmlns:a16="http://schemas.microsoft.com/office/drawing/2014/main" id="{4C3AB24B-5136-581B-B14C-038C3A840A7E}"/>
              </a:ext>
            </a:extLst>
          </p:cNvPr>
          <p:cNvSpPr/>
          <p:nvPr/>
        </p:nvSpPr>
        <p:spPr>
          <a:xfrm>
            <a:off x="2066104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30" name="Arc 529">
            <a:extLst>
              <a:ext uri="{FF2B5EF4-FFF2-40B4-BE49-F238E27FC236}">
                <a16:creationId xmlns:a16="http://schemas.microsoft.com/office/drawing/2014/main" id="{A8D001D4-ED52-A148-74E1-121BC7DEBA9F}"/>
              </a:ext>
            </a:extLst>
          </p:cNvPr>
          <p:cNvSpPr/>
          <p:nvPr/>
        </p:nvSpPr>
        <p:spPr>
          <a:xfrm>
            <a:off x="2200010" y="4688689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31" name="TextBox 530">
            <a:extLst>
              <a:ext uri="{FF2B5EF4-FFF2-40B4-BE49-F238E27FC236}">
                <a16:creationId xmlns:a16="http://schemas.microsoft.com/office/drawing/2014/main" id="{AB4A92E4-E10D-D783-0E3C-1E9CD3F5330F}"/>
              </a:ext>
            </a:extLst>
          </p:cNvPr>
          <p:cNvSpPr txBox="1"/>
          <p:nvPr/>
        </p:nvSpPr>
        <p:spPr>
          <a:xfrm>
            <a:off x="2506241" y="4691855"/>
            <a:ext cx="418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÷10</a:t>
            </a:r>
          </a:p>
        </p:txBody>
      </p:sp>
      <p:sp>
        <p:nvSpPr>
          <p:cNvPr id="468" name="Arc 467">
            <a:extLst>
              <a:ext uri="{FF2B5EF4-FFF2-40B4-BE49-F238E27FC236}">
                <a16:creationId xmlns:a16="http://schemas.microsoft.com/office/drawing/2014/main" id="{06706852-E137-8FBA-8C4C-849B323CCB77}"/>
              </a:ext>
            </a:extLst>
          </p:cNvPr>
          <p:cNvSpPr/>
          <p:nvPr/>
        </p:nvSpPr>
        <p:spPr>
          <a:xfrm>
            <a:off x="5510265" y="4312452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9" name="TextBox 468">
            <a:extLst>
              <a:ext uri="{FF2B5EF4-FFF2-40B4-BE49-F238E27FC236}">
                <a16:creationId xmlns:a16="http://schemas.microsoft.com/office/drawing/2014/main" id="{1C653CE8-A8FD-159F-FB14-E4E32A74D4ED}"/>
              </a:ext>
            </a:extLst>
          </p:cNvPr>
          <p:cNvSpPr txBox="1"/>
          <p:nvPr/>
        </p:nvSpPr>
        <p:spPr>
          <a:xfrm>
            <a:off x="5816496" y="4303410"/>
            <a:ext cx="418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÷10</a:t>
            </a:r>
          </a:p>
        </p:txBody>
      </p:sp>
      <p:sp>
        <p:nvSpPr>
          <p:cNvPr id="470" name="TextBox 469">
            <a:extLst>
              <a:ext uri="{FF2B5EF4-FFF2-40B4-BE49-F238E27FC236}">
                <a16:creationId xmlns:a16="http://schemas.microsoft.com/office/drawing/2014/main" id="{0730B97C-2CEE-3AD9-12DA-985178E3DF17}"/>
              </a:ext>
            </a:extLst>
          </p:cNvPr>
          <p:cNvSpPr txBox="1"/>
          <p:nvPr/>
        </p:nvSpPr>
        <p:spPr>
          <a:xfrm>
            <a:off x="3277901" y="4170502"/>
            <a:ext cx="3177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й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471" name="Rectangle 470">
            <a:extLst>
              <a:ext uri="{FF2B5EF4-FFF2-40B4-BE49-F238E27FC236}">
                <a16:creationId xmlns:a16="http://schemas.microsoft.com/office/drawing/2014/main" id="{873B635E-79CD-CE34-1AB5-BA2D9C624178}"/>
              </a:ext>
            </a:extLst>
          </p:cNvPr>
          <p:cNvSpPr/>
          <p:nvPr/>
        </p:nvSpPr>
        <p:spPr>
          <a:xfrm>
            <a:off x="3571816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72" name="Rectangle 471">
            <a:extLst>
              <a:ext uri="{FF2B5EF4-FFF2-40B4-BE49-F238E27FC236}">
                <a16:creationId xmlns:a16="http://schemas.microsoft.com/office/drawing/2014/main" id="{448C8A14-6572-06C5-E86A-DD6FE5378754}"/>
              </a:ext>
            </a:extLst>
          </p:cNvPr>
          <p:cNvSpPr/>
          <p:nvPr/>
        </p:nvSpPr>
        <p:spPr>
          <a:xfrm>
            <a:off x="3829608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73" name="Rectangle 472">
            <a:extLst>
              <a:ext uri="{FF2B5EF4-FFF2-40B4-BE49-F238E27FC236}">
                <a16:creationId xmlns:a16="http://schemas.microsoft.com/office/drawing/2014/main" id="{3B982D8F-5782-2E6E-8AF0-1C4BC2D289D7}"/>
              </a:ext>
            </a:extLst>
          </p:cNvPr>
          <p:cNvSpPr/>
          <p:nvPr/>
        </p:nvSpPr>
        <p:spPr>
          <a:xfrm>
            <a:off x="4087400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74" name="Rectangle 473">
            <a:extLst>
              <a:ext uri="{FF2B5EF4-FFF2-40B4-BE49-F238E27FC236}">
                <a16:creationId xmlns:a16="http://schemas.microsoft.com/office/drawing/2014/main" id="{E73316E5-6AC7-941F-B14A-0E46A5B9DE74}"/>
              </a:ext>
            </a:extLst>
          </p:cNvPr>
          <p:cNvSpPr/>
          <p:nvPr/>
        </p:nvSpPr>
        <p:spPr>
          <a:xfrm>
            <a:off x="4345192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475" name="Rectangle 474">
            <a:extLst>
              <a:ext uri="{FF2B5EF4-FFF2-40B4-BE49-F238E27FC236}">
                <a16:creationId xmlns:a16="http://schemas.microsoft.com/office/drawing/2014/main" id="{30DD5AD7-858F-4EE5-CED7-D88C835693CD}"/>
              </a:ext>
            </a:extLst>
          </p:cNvPr>
          <p:cNvSpPr/>
          <p:nvPr/>
        </p:nvSpPr>
        <p:spPr>
          <a:xfrm>
            <a:off x="4602984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76" name="Rectangle 475">
            <a:extLst>
              <a:ext uri="{FF2B5EF4-FFF2-40B4-BE49-F238E27FC236}">
                <a16:creationId xmlns:a16="http://schemas.microsoft.com/office/drawing/2014/main" id="{B1901F78-A6EF-CA98-FB5A-C9BB0F21DC9E}"/>
              </a:ext>
            </a:extLst>
          </p:cNvPr>
          <p:cNvSpPr/>
          <p:nvPr/>
        </p:nvSpPr>
        <p:spPr>
          <a:xfrm>
            <a:off x="4860775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77" name="Rectangle 476">
            <a:extLst>
              <a:ext uri="{FF2B5EF4-FFF2-40B4-BE49-F238E27FC236}">
                <a16:creationId xmlns:a16="http://schemas.microsoft.com/office/drawing/2014/main" id="{24CD3066-E2CD-34FE-CD76-3A1DDFD4FB55}"/>
              </a:ext>
            </a:extLst>
          </p:cNvPr>
          <p:cNvSpPr/>
          <p:nvPr/>
        </p:nvSpPr>
        <p:spPr>
          <a:xfrm>
            <a:off x="5118568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478" name="Rectangle 477">
            <a:extLst>
              <a:ext uri="{FF2B5EF4-FFF2-40B4-BE49-F238E27FC236}">
                <a16:creationId xmlns:a16="http://schemas.microsoft.com/office/drawing/2014/main" id="{339A8BFC-4C97-0C53-D1DB-8F92CD6AC001}"/>
              </a:ext>
            </a:extLst>
          </p:cNvPr>
          <p:cNvSpPr/>
          <p:nvPr/>
        </p:nvSpPr>
        <p:spPr>
          <a:xfrm>
            <a:off x="5376359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79" name="Oval 478">
            <a:extLst>
              <a:ext uri="{FF2B5EF4-FFF2-40B4-BE49-F238E27FC236}">
                <a16:creationId xmlns:a16="http://schemas.microsoft.com/office/drawing/2014/main" id="{9B4715DE-8EEC-4504-30CC-9A7220ADC82C}"/>
              </a:ext>
            </a:extLst>
          </p:cNvPr>
          <p:cNvSpPr/>
          <p:nvPr/>
        </p:nvSpPr>
        <p:spPr>
          <a:xfrm>
            <a:off x="4832817" y="4293402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80" name="Rectangle 479">
            <a:extLst>
              <a:ext uri="{FF2B5EF4-FFF2-40B4-BE49-F238E27FC236}">
                <a16:creationId xmlns:a16="http://schemas.microsoft.com/office/drawing/2014/main" id="{FD821A67-51CA-0F2D-865F-242577716037}"/>
              </a:ext>
            </a:extLst>
          </p:cNvPr>
          <p:cNvSpPr/>
          <p:nvPr/>
        </p:nvSpPr>
        <p:spPr>
          <a:xfrm>
            <a:off x="3571816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81" name="Rectangle 480">
            <a:extLst>
              <a:ext uri="{FF2B5EF4-FFF2-40B4-BE49-F238E27FC236}">
                <a16:creationId xmlns:a16="http://schemas.microsoft.com/office/drawing/2014/main" id="{436CF46E-696E-1CD1-2DB9-5A4D2A281BAF}"/>
              </a:ext>
            </a:extLst>
          </p:cNvPr>
          <p:cNvSpPr/>
          <p:nvPr/>
        </p:nvSpPr>
        <p:spPr>
          <a:xfrm>
            <a:off x="3829608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82" name="Rectangle 481">
            <a:extLst>
              <a:ext uri="{FF2B5EF4-FFF2-40B4-BE49-F238E27FC236}">
                <a16:creationId xmlns:a16="http://schemas.microsoft.com/office/drawing/2014/main" id="{2579D2AF-330E-8EA7-C408-18EABABD71A1}"/>
              </a:ext>
            </a:extLst>
          </p:cNvPr>
          <p:cNvSpPr/>
          <p:nvPr/>
        </p:nvSpPr>
        <p:spPr>
          <a:xfrm>
            <a:off x="4087400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83" name="Rectangle 482">
            <a:extLst>
              <a:ext uri="{FF2B5EF4-FFF2-40B4-BE49-F238E27FC236}">
                <a16:creationId xmlns:a16="http://schemas.microsoft.com/office/drawing/2014/main" id="{9EACC2D5-0ADD-3B74-B689-560F4735A193}"/>
              </a:ext>
            </a:extLst>
          </p:cNvPr>
          <p:cNvSpPr/>
          <p:nvPr/>
        </p:nvSpPr>
        <p:spPr>
          <a:xfrm>
            <a:off x="4345192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84" name="Rectangle 483">
            <a:extLst>
              <a:ext uri="{FF2B5EF4-FFF2-40B4-BE49-F238E27FC236}">
                <a16:creationId xmlns:a16="http://schemas.microsoft.com/office/drawing/2014/main" id="{FB3EDB54-EF2F-A2C3-AA90-239EAA3C0ED4}"/>
              </a:ext>
            </a:extLst>
          </p:cNvPr>
          <p:cNvSpPr/>
          <p:nvPr/>
        </p:nvSpPr>
        <p:spPr>
          <a:xfrm>
            <a:off x="4602984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485" name="Rectangle 484">
            <a:extLst>
              <a:ext uri="{FF2B5EF4-FFF2-40B4-BE49-F238E27FC236}">
                <a16:creationId xmlns:a16="http://schemas.microsoft.com/office/drawing/2014/main" id="{E280841B-5F15-F853-635D-B192229E59CC}"/>
              </a:ext>
            </a:extLst>
          </p:cNvPr>
          <p:cNvSpPr/>
          <p:nvPr/>
        </p:nvSpPr>
        <p:spPr>
          <a:xfrm>
            <a:off x="4860775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486" name="Rectangle 485">
            <a:extLst>
              <a:ext uri="{FF2B5EF4-FFF2-40B4-BE49-F238E27FC236}">
                <a16:creationId xmlns:a16="http://schemas.microsoft.com/office/drawing/2014/main" id="{6C4DE171-7717-F432-54B2-0692EA8E9989}"/>
              </a:ext>
            </a:extLst>
          </p:cNvPr>
          <p:cNvSpPr/>
          <p:nvPr/>
        </p:nvSpPr>
        <p:spPr>
          <a:xfrm>
            <a:off x="5118568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487" name="Rectangle 486">
            <a:extLst>
              <a:ext uri="{FF2B5EF4-FFF2-40B4-BE49-F238E27FC236}">
                <a16:creationId xmlns:a16="http://schemas.microsoft.com/office/drawing/2014/main" id="{E49024C5-CFCE-F688-9320-82CA608C0582}"/>
              </a:ext>
            </a:extLst>
          </p:cNvPr>
          <p:cNvSpPr/>
          <p:nvPr/>
        </p:nvSpPr>
        <p:spPr>
          <a:xfrm>
            <a:off x="5376359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489" name="Rectangle 488">
            <a:extLst>
              <a:ext uri="{FF2B5EF4-FFF2-40B4-BE49-F238E27FC236}">
                <a16:creationId xmlns:a16="http://schemas.microsoft.com/office/drawing/2014/main" id="{748D13BE-0C37-0B45-8C7A-B9EEDD2827CB}"/>
              </a:ext>
            </a:extLst>
          </p:cNvPr>
          <p:cNvSpPr/>
          <p:nvPr/>
        </p:nvSpPr>
        <p:spPr>
          <a:xfrm>
            <a:off x="3571816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90" name="Rectangle 489">
            <a:extLst>
              <a:ext uri="{FF2B5EF4-FFF2-40B4-BE49-F238E27FC236}">
                <a16:creationId xmlns:a16="http://schemas.microsoft.com/office/drawing/2014/main" id="{06D3F800-8B6E-75B4-92CF-786F5E947979}"/>
              </a:ext>
            </a:extLst>
          </p:cNvPr>
          <p:cNvSpPr/>
          <p:nvPr/>
        </p:nvSpPr>
        <p:spPr>
          <a:xfrm>
            <a:off x="3829608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491" name="Rectangle 490">
            <a:extLst>
              <a:ext uri="{FF2B5EF4-FFF2-40B4-BE49-F238E27FC236}">
                <a16:creationId xmlns:a16="http://schemas.microsoft.com/office/drawing/2014/main" id="{89379D24-A68E-3B8A-0658-571655ADA673}"/>
              </a:ext>
            </a:extLst>
          </p:cNvPr>
          <p:cNvSpPr/>
          <p:nvPr/>
        </p:nvSpPr>
        <p:spPr>
          <a:xfrm>
            <a:off x="4087400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492" name="Rectangle 491">
            <a:extLst>
              <a:ext uri="{FF2B5EF4-FFF2-40B4-BE49-F238E27FC236}">
                <a16:creationId xmlns:a16="http://schemas.microsoft.com/office/drawing/2014/main" id="{F71BC5AA-AE03-BED2-DFC0-898612AD122F}"/>
              </a:ext>
            </a:extLst>
          </p:cNvPr>
          <p:cNvSpPr/>
          <p:nvPr/>
        </p:nvSpPr>
        <p:spPr>
          <a:xfrm>
            <a:off x="4345192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493" name="Rectangle 492">
            <a:extLst>
              <a:ext uri="{FF2B5EF4-FFF2-40B4-BE49-F238E27FC236}">
                <a16:creationId xmlns:a16="http://schemas.microsoft.com/office/drawing/2014/main" id="{748609E1-6201-2878-5BBA-51E6209BC5E1}"/>
              </a:ext>
            </a:extLst>
          </p:cNvPr>
          <p:cNvSpPr/>
          <p:nvPr/>
        </p:nvSpPr>
        <p:spPr>
          <a:xfrm>
            <a:off x="4602984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494" name="Rectangle 493">
            <a:extLst>
              <a:ext uri="{FF2B5EF4-FFF2-40B4-BE49-F238E27FC236}">
                <a16:creationId xmlns:a16="http://schemas.microsoft.com/office/drawing/2014/main" id="{7207E931-E27E-9480-574C-61F106C7E21E}"/>
              </a:ext>
            </a:extLst>
          </p:cNvPr>
          <p:cNvSpPr/>
          <p:nvPr/>
        </p:nvSpPr>
        <p:spPr>
          <a:xfrm>
            <a:off x="4860775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95" name="Rectangle 494">
            <a:extLst>
              <a:ext uri="{FF2B5EF4-FFF2-40B4-BE49-F238E27FC236}">
                <a16:creationId xmlns:a16="http://schemas.microsoft.com/office/drawing/2014/main" id="{D7AB3983-6BAE-2E20-47ED-DE442A001038}"/>
              </a:ext>
            </a:extLst>
          </p:cNvPr>
          <p:cNvSpPr/>
          <p:nvPr/>
        </p:nvSpPr>
        <p:spPr>
          <a:xfrm>
            <a:off x="5118568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96" name="Rectangle 495">
            <a:extLst>
              <a:ext uri="{FF2B5EF4-FFF2-40B4-BE49-F238E27FC236}">
                <a16:creationId xmlns:a16="http://schemas.microsoft.com/office/drawing/2014/main" id="{A1DDCF31-AE16-976E-7893-4D5B2F62AD69}"/>
              </a:ext>
            </a:extLst>
          </p:cNvPr>
          <p:cNvSpPr/>
          <p:nvPr/>
        </p:nvSpPr>
        <p:spPr>
          <a:xfrm>
            <a:off x="5376359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98" name="Arc 497">
            <a:extLst>
              <a:ext uri="{FF2B5EF4-FFF2-40B4-BE49-F238E27FC236}">
                <a16:creationId xmlns:a16="http://schemas.microsoft.com/office/drawing/2014/main" id="{5313181F-385B-1932-2500-E38E05A59AF0}"/>
              </a:ext>
            </a:extLst>
          </p:cNvPr>
          <p:cNvSpPr/>
          <p:nvPr/>
        </p:nvSpPr>
        <p:spPr>
          <a:xfrm>
            <a:off x="5510265" y="4688689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99" name="TextBox 498">
            <a:extLst>
              <a:ext uri="{FF2B5EF4-FFF2-40B4-BE49-F238E27FC236}">
                <a16:creationId xmlns:a16="http://schemas.microsoft.com/office/drawing/2014/main" id="{F3CAA3BE-C0FB-FB8F-2EE6-99ECE29DAE37}"/>
              </a:ext>
            </a:extLst>
          </p:cNvPr>
          <p:cNvSpPr txBox="1"/>
          <p:nvPr/>
        </p:nvSpPr>
        <p:spPr>
          <a:xfrm>
            <a:off x="5816496" y="4691855"/>
            <a:ext cx="5757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×1000</a:t>
            </a:r>
          </a:p>
        </p:txBody>
      </p:sp>
      <p:sp>
        <p:nvSpPr>
          <p:cNvPr id="436" name="Arc 435">
            <a:extLst>
              <a:ext uri="{FF2B5EF4-FFF2-40B4-BE49-F238E27FC236}">
                <a16:creationId xmlns:a16="http://schemas.microsoft.com/office/drawing/2014/main" id="{18C35568-8D0F-13F0-3BA2-D1BDAFFE74A4}"/>
              </a:ext>
            </a:extLst>
          </p:cNvPr>
          <p:cNvSpPr/>
          <p:nvPr/>
        </p:nvSpPr>
        <p:spPr>
          <a:xfrm>
            <a:off x="8966570" y="4312452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7" name="TextBox 436">
            <a:extLst>
              <a:ext uri="{FF2B5EF4-FFF2-40B4-BE49-F238E27FC236}">
                <a16:creationId xmlns:a16="http://schemas.microsoft.com/office/drawing/2014/main" id="{177C33FC-E980-5679-9F94-F29D8045DD09}"/>
              </a:ext>
            </a:extLst>
          </p:cNvPr>
          <p:cNvSpPr txBox="1"/>
          <p:nvPr/>
        </p:nvSpPr>
        <p:spPr>
          <a:xfrm>
            <a:off x="9272801" y="4303410"/>
            <a:ext cx="5757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÷1000</a:t>
            </a:r>
          </a:p>
        </p:txBody>
      </p:sp>
      <p:sp>
        <p:nvSpPr>
          <p:cNvPr id="438" name="TextBox 437">
            <a:extLst>
              <a:ext uri="{FF2B5EF4-FFF2-40B4-BE49-F238E27FC236}">
                <a16:creationId xmlns:a16="http://schemas.microsoft.com/office/drawing/2014/main" id="{7D075654-2012-9DF9-3406-00920DA45E16}"/>
              </a:ext>
            </a:extLst>
          </p:cNvPr>
          <p:cNvSpPr txBox="1"/>
          <p:nvPr/>
        </p:nvSpPr>
        <p:spPr>
          <a:xfrm>
            <a:off x="6739015" y="4170502"/>
            <a:ext cx="3080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к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439" name="Rectangle 438">
            <a:extLst>
              <a:ext uri="{FF2B5EF4-FFF2-40B4-BE49-F238E27FC236}">
                <a16:creationId xmlns:a16="http://schemas.microsoft.com/office/drawing/2014/main" id="{4CD26262-32D4-A72A-DA4B-D42ABA01D9DE}"/>
              </a:ext>
            </a:extLst>
          </p:cNvPr>
          <p:cNvSpPr/>
          <p:nvPr/>
        </p:nvSpPr>
        <p:spPr>
          <a:xfrm>
            <a:off x="7028121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40" name="Rectangle 439">
            <a:extLst>
              <a:ext uri="{FF2B5EF4-FFF2-40B4-BE49-F238E27FC236}">
                <a16:creationId xmlns:a16="http://schemas.microsoft.com/office/drawing/2014/main" id="{380D9E84-108E-FF3F-980F-15A814F7FAAD}"/>
              </a:ext>
            </a:extLst>
          </p:cNvPr>
          <p:cNvSpPr/>
          <p:nvPr/>
        </p:nvSpPr>
        <p:spPr>
          <a:xfrm>
            <a:off x="7285913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41" name="Rectangle 440">
            <a:extLst>
              <a:ext uri="{FF2B5EF4-FFF2-40B4-BE49-F238E27FC236}">
                <a16:creationId xmlns:a16="http://schemas.microsoft.com/office/drawing/2014/main" id="{C2853180-6F5B-6079-8211-707214522008}"/>
              </a:ext>
            </a:extLst>
          </p:cNvPr>
          <p:cNvSpPr/>
          <p:nvPr/>
        </p:nvSpPr>
        <p:spPr>
          <a:xfrm>
            <a:off x="7543705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442" name="Rectangle 441">
            <a:extLst>
              <a:ext uri="{FF2B5EF4-FFF2-40B4-BE49-F238E27FC236}">
                <a16:creationId xmlns:a16="http://schemas.microsoft.com/office/drawing/2014/main" id="{AF73B226-A098-3C2D-D2FF-404BB505AB11}"/>
              </a:ext>
            </a:extLst>
          </p:cNvPr>
          <p:cNvSpPr/>
          <p:nvPr/>
        </p:nvSpPr>
        <p:spPr>
          <a:xfrm>
            <a:off x="7801497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43" name="Rectangle 442">
            <a:extLst>
              <a:ext uri="{FF2B5EF4-FFF2-40B4-BE49-F238E27FC236}">
                <a16:creationId xmlns:a16="http://schemas.microsoft.com/office/drawing/2014/main" id="{5BDA32A0-3855-8120-F5E9-3EA0E72823BE}"/>
              </a:ext>
            </a:extLst>
          </p:cNvPr>
          <p:cNvSpPr/>
          <p:nvPr/>
        </p:nvSpPr>
        <p:spPr>
          <a:xfrm>
            <a:off x="8059289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44" name="Rectangle 443">
            <a:extLst>
              <a:ext uri="{FF2B5EF4-FFF2-40B4-BE49-F238E27FC236}">
                <a16:creationId xmlns:a16="http://schemas.microsoft.com/office/drawing/2014/main" id="{B83911A1-CA02-6375-CCAA-7B2BE9E3ECA2}"/>
              </a:ext>
            </a:extLst>
          </p:cNvPr>
          <p:cNvSpPr/>
          <p:nvPr/>
        </p:nvSpPr>
        <p:spPr>
          <a:xfrm>
            <a:off x="8317080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45" name="Rectangle 444">
            <a:extLst>
              <a:ext uri="{FF2B5EF4-FFF2-40B4-BE49-F238E27FC236}">
                <a16:creationId xmlns:a16="http://schemas.microsoft.com/office/drawing/2014/main" id="{14A979DF-9D51-2293-F1F8-6B96D9917597}"/>
              </a:ext>
            </a:extLst>
          </p:cNvPr>
          <p:cNvSpPr/>
          <p:nvPr/>
        </p:nvSpPr>
        <p:spPr>
          <a:xfrm>
            <a:off x="8574873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46" name="Rectangle 445">
            <a:extLst>
              <a:ext uri="{FF2B5EF4-FFF2-40B4-BE49-F238E27FC236}">
                <a16:creationId xmlns:a16="http://schemas.microsoft.com/office/drawing/2014/main" id="{5BFBACC0-2D70-0FFC-4C3C-F8763E9EC926}"/>
              </a:ext>
            </a:extLst>
          </p:cNvPr>
          <p:cNvSpPr/>
          <p:nvPr/>
        </p:nvSpPr>
        <p:spPr>
          <a:xfrm>
            <a:off x="8832664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47" name="Oval 446">
            <a:extLst>
              <a:ext uri="{FF2B5EF4-FFF2-40B4-BE49-F238E27FC236}">
                <a16:creationId xmlns:a16="http://schemas.microsoft.com/office/drawing/2014/main" id="{096E71E5-0BCE-8F11-D4BE-7E1FF9D6FBE9}"/>
              </a:ext>
            </a:extLst>
          </p:cNvPr>
          <p:cNvSpPr/>
          <p:nvPr/>
        </p:nvSpPr>
        <p:spPr>
          <a:xfrm>
            <a:off x="8031947" y="4293402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48" name="Rectangle 447">
            <a:extLst>
              <a:ext uri="{FF2B5EF4-FFF2-40B4-BE49-F238E27FC236}">
                <a16:creationId xmlns:a16="http://schemas.microsoft.com/office/drawing/2014/main" id="{B81E00C5-778C-6C6D-E2AD-A917DF6AB040}"/>
              </a:ext>
            </a:extLst>
          </p:cNvPr>
          <p:cNvSpPr/>
          <p:nvPr/>
        </p:nvSpPr>
        <p:spPr>
          <a:xfrm>
            <a:off x="7028121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49" name="Rectangle 448">
            <a:extLst>
              <a:ext uri="{FF2B5EF4-FFF2-40B4-BE49-F238E27FC236}">
                <a16:creationId xmlns:a16="http://schemas.microsoft.com/office/drawing/2014/main" id="{C8A92262-34A9-B676-AAFE-E0B7C96A2E85}"/>
              </a:ext>
            </a:extLst>
          </p:cNvPr>
          <p:cNvSpPr/>
          <p:nvPr/>
        </p:nvSpPr>
        <p:spPr>
          <a:xfrm>
            <a:off x="7285913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50" name="Rectangle 449">
            <a:extLst>
              <a:ext uri="{FF2B5EF4-FFF2-40B4-BE49-F238E27FC236}">
                <a16:creationId xmlns:a16="http://schemas.microsoft.com/office/drawing/2014/main" id="{8C8F6C87-D373-1F54-CB1C-409A1D54CD93}"/>
              </a:ext>
            </a:extLst>
          </p:cNvPr>
          <p:cNvSpPr/>
          <p:nvPr/>
        </p:nvSpPr>
        <p:spPr>
          <a:xfrm>
            <a:off x="7543705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51" name="Rectangle 450">
            <a:extLst>
              <a:ext uri="{FF2B5EF4-FFF2-40B4-BE49-F238E27FC236}">
                <a16:creationId xmlns:a16="http://schemas.microsoft.com/office/drawing/2014/main" id="{654CB6B6-A09E-84D0-A2EF-632CAB99AC99}"/>
              </a:ext>
            </a:extLst>
          </p:cNvPr>
          <p:cNvSpPr/>
          <p:nvPr/>
        </p:nvSpPr>
        <p:spPr>
          <a:xfrm>
            <a:off x="7801497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452" name="Rectangle 451">
            <a:extLst>
              <a:ext uri="{FF2B5EF4-FFF2-40B4-BE49-F238E27FC236}">
                <a16:creationId xmlns:a16="http://schemas.microsoft.com/office/drawing/2014/main" id="{8E0BF14F-9741-F374-6D8D-E55232797342}"/>
              </a:ext>
            </a:extLst>
          </p:cNvPr>
          <p:cNvSpPr/>
          <p:nvPr/>
        </p:nvSpPr>
        <p:spPr>
          <a:xfrm>
            <a:off x="8059289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453" name="Rectangle 452">
            <a:extLst>
              <a:ext uri="{FF2B5EF4-FFF2-40B4-BE49-F238E27FC236}">
                <a16:creationId xmlns:a16="http://schemas.microsoft.com/office/drawing/2014/main" id="{AE5CD3EF-FF3A-747D-8AED-B1B2065ECDF5}"/>
              </a:ext>
            </a:extLst>
          </p:cNvPr>
          <p:cNvSpPr/>
          <p:nvPr/>
        </p:nvSpPr>
        <p:spPr>
          <a:xfrm>
            <a:off x="8317080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454" name="Rectangle 453">
            <a:extLst>
              <a:ext uri="{FF2B5EF4-FFF2-40B4-BE49-F238E27FC236}">
                <a16:creationId xmlns:a16="http://schemas.microsoft.com/office/drawing/2014/main" id="{D3B80952-507C-710E-2955-9836DFD02B8C}"/>
              </a:ext>
            </a:extLst>
          </p:cNvPr>
          <p:cNvSpPr/>
          <p:nvPr/>
        </p:nvSpPr>
        <p:spPr>
          <a:xfrm>
            <a:off x="8574873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455" name="Rectangle 454">
            <a:extLst>
              <a:ext uri="{FF2B5EF4-FFF2-40B4-BE49-F238E27FC236}">
                <a16:creationId xmlns:a16="http://schemas.microsoft.com/office/drawing/2014/main" id="{E776991D-F25F-D0F9-EC5F-ECF4E9CA9B4D}"/>
              </a:ext>
            </a:extLst>
          </p:cNvPr>
          <p:cNvSpPr/>
          <p:nvPr/>
        </p:nvSpPr>
        <p:spPr>
          <a:xfrm>
            <a:off x="8832664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57" name="Rectangle 456">
            <a:extLst>
              <a:ext uri="{FF2B5EF4-FFF2-40B4-BE49-F238E27FC236}">
                <a16:creationId xmlns:a16="http://schemas.microsoft.com/office/drawing/2014/main" id="{34ABD74B-ABF4-7064-70E0-F1D84B279865}"/>
              </a:ext>
            </a:extLst>
          </p:cNvPr>
          <p:cNvSpPr/>
          <p:nvPr/>
        </p:nvSpPr>
        <p:spPr>
          <a:xfrm>
            <a:off x="7028121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58" name="Rectangle 457">
            <a:extLst>
              <a:ext uri="{FF2B5EF4-FFF2-40B4-BE49-F238E27FC236}">
                <a16:creationId xmlns:a16="http://schemas.microsoft.com/office/drawing/2014/main" id="{F84EC5F9-90EC-C6BE-982E-23FFA010907E}"/>
              </a:ext>
            </a:extLst>
          </p:cNvPr>
          <p:cNvSpPr/>
          <p:nvPr/>
        </p:nvSpPr>
        <p:spPr>
          <a:xfrm>
            <a:off x="7285913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59" name="Rectangle 458">
            <a:extLst>
              <a:ext uri="{FF2B5EF4-FFF2-40B4-BE49-F238E27FC236}">
                <a16:creationId xmlns:a16="http://schemas.microsoft.com/office/drawing/2014/main" id="{DE5B9C8E-14C5-3B72-A73F-FB08115E6CE0}"/>
              </a:ext>
            </a:extLst>
          </p:cNvPr>
          <p:cNvSpPr/>
          <p:nvPr/>
        </p:nvSpPr>
        <p:spPr>
          <a:xfrm>
            <a:off x="7543705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60" name="Rectangle 459">
            <a:extLst>
              <a:ext uri="{FF2B5EF4-FFF2-40B4-BE49-F238E27FC236}">
                <a16:creationId xmlns:a16="http://schemas.microsoft.com/office/drawing/2014/main" id="{50FCC98D-2C02-014A-D07B-6A4420555F63}"/>
              </a:ext>
            </a:extLst>
          </p:cNvPr>
          <p:cNvSpPr/>
          <p:nvPr/>
        </p:nvSpPr>
        <p:spPr>
          <a:xfrm>
            <a:off x="7801497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461" name="Rectangle 460">
            <a:extLst>
              <a:ext uri="{FF2B5EF4-FFF2-40B4-BE49-F238E27FC236}">
                <a16:creationId xmlns:a16="http://schemas.microsoft.com/office/drawing/2014/main" id="{AE93527E-5B7A-23D2-83A1-E7331E23550A}"/>
              </a:ext>
            </a:extLst>
          </p:cNvPr>
          <p:cNvSpPr/>
          <p:nvPr/>
        </p:nvSpPr>
        <p:spPr>
          <a:xfrm>
            <a:off x="8059289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462" name="Rectangle 461">
            <a:extLst>
              <a:ext uri="{FF2B5EF4-FFF2-40B4-BE49-F238E27FC236}">
                <a16:creationId xmlns:a16="http://schemas.microsoft.com/office/drawing/2014/main" id="{E7DE867B-357D-1E1E-33AF-CE661649A33B}"/>
              </a:ext>
            </a:extLst>
          </p:cNvPr>
          <p:cNvSpPr/>
          <p:nvPr/>
        </p:nvSpPr>
        <p:spPr>
          <a:xfrm>
            <a:off x="8317080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63" name="Rectangle 462">
            <a:extLst>
              <a:ext uri="{FF2B5EF4-FFF2-40B4-BE49-F238E27FC236}">
                <a16:creationId xmlns:a16="http://schemas.microsoft.com/office/drawing/2014/main" id="{9BDB302C-E19A-B90F-906A-0A6476D8F9EF}"/>
              </a:ext>
            </a:extLst>
          </p:cNvPr>
          <p:cNvSpPr/>
          <p:nvPr/>
        </p:nvSpPr>
        <p:spPr>
          <a:xfrm>
            <a:off x="8574873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64" name="Rectangle 463">
            <a:extLst>
              <a:ext uri="{FF2B5EF4-FFF2-40B4-BE49-F238E27FC236}">
                <a16:creationId xmlns:a16="http://schemas.microsoft.com/office/drawing/2014/main" id="{E5E9A676-BB14-8AC7-15C7-8EE008D06E87}"/>
              </a:ext>
            </a:extLst>
          </p:cNvPr>
          <p:cNvSpPr/>
          <p:nvPr/>
        </p:nvSpPr>
        <p:spPr>
          <a:xfrm>
            <a:off x="8832664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66" name="Arc 465">
            <a:extLst>
              <a:ext uri="{FF2B5EF4-FFF2-40B4-BE49-F238E27FC236}">
                <a16:creationId xmlns:a16="http://schemas.microsoft.com/office/drawing/2014/main" id="{A1951DBE-3A08-1232-C132-75C00113E776}"/>
              </a:ext>
            </a:extLst>
          </p:cNvPr>
          <p:cNvSpPr/>
          <p:nvPr/>
        </p:nvSpPr>
        <p:spPr>
          <a:xfrm>
            <a:off x="8966570" y="4688689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7" name="TextBox 466">
            <a:extLst>
              <a:ext uri="{FF2B5EF4-FFF2-40B4-BE49-F238E27FC236}">
                <a16:creationId xmlns:a16="http://schemas.microsoft.com/office/drawing/2014/main" id="{7AAA7B20-27B9-9DC2-75FC-6AA36BF811BA}"/>
              </a:ext>
            </a:extLst>
          </p:cNvPr>
          <p:cNvSpPr txBox="1"/>
          <p:nvPr/>
        </p:nvSpPr>
        <p:spPr>
          <a:xfrm>
            <a:off x="9272801" y="4691855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×100</a:t>
            </a:r>
          </a:p>
        </p:txBody>
      </p:sp>
      <p:sp>
        <p:nvSpPr>
          <p:cNvPr id="532" name="Arc 531">
            <a:extLst>
              <a:ext uri="{FF2B5EF4-FFF2-40B4-BE49-F238E27FC236}">
                <a16:creationId xmlns:a16="http://schemas.microsoft.com/office/drawing/2014/main" id="{DCB0AA0B-B156-9400-5BDB-1A1318857C0F}"/>
              </a:ext>
            </a:extLst>
          </p:cNvPr>
          <p:cNvSpPr/>
          <p:nvPr/>
        </p:nvSpPr>
        <p:spPr>
          <a:xfrm>
            <a:off x="2257160" y="5585828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33" name="TextBox 532">
            <a:extLst>
              <a:ext uri="{FF2B5EF4-FFF2-40B4-BE49-F238E27FC236}">
                <a16:creationId xmlns:a16="http://schemas.microsoft.com/office/drawing/2014/main" id="{2629B52B-31D6-8AAD-88A3-A5247B5EE001}"/>
              </a:ext>
            </a:extLst>
          </p:cNvPr>
          <p:cNvSpPr txBox="1"/>
          <p:nvPr/>
        </p:nvSpPr>
        <p:spPr>
          <a:xfrm>
            <a:off x="2563391" y="5576786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×100</a:t>
            </a:r>
          </a:p>
        </p:txBody>
      </p:sp>
      <p:sp>
        <p:nvSpPr>
          <p:cNvPr id="534" name="TextBox 533">
            <a:extLst>
              <a:ext uri="{FF2B5EF4-FFF2-40B4-BE49-F238E27FC236}">
                <a16:creationId xmlns:a16="http://schemas.microsoft.com/office/drawing/2014/main" id="{6614FB94-5CA9-1B39-1ABD-95AC47595027}"/>
              </a:ext>
            </a:extLst>
          </p:cNvPr>
          <p:cNvSpPr txBox="1"/>
          <p:nvPr/>
        </p:nvSpPr>
        <p:spPr>
          <a:xfrm>
            <a:off x="27201" y="5443878"/>
            <a:ext cx="312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л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535" name="Rectangle 534">
            <a:extLst>
              <a:ext uri="{FF2B5EF4-FFF2-40B4-BE49-F238E27FC236}">
                <a16:creationId xmlns:a16="http://schemas.microsoft.com/office/drawing/2014/main" id="{8054AA2E-A597-23C0-1F96-EEEFEFB0C1FA}"/>
              </a:ext>
            </a:extLst>
          </p:cNvPr>
          <p:cNvSpPr/>
          <p:nvPr/>
        </p:nvSpPr>
        <p:spPr>
          <a:xfrm>
            <a:off x="318711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36" name="Rectangle 535">
            <a:extLst>
              <a:ext uri="{FF2B5EF4-FFF2-40B4-BE49-F238E27FC236}">
                <a16:creationId xmlns:a16="http://schemas.microsoft.com/office/drawing/2014/main" id="{201F451E-9B1C-56D1-911A-B82A066B83E8}"/>
              </a:ext>
            </a:extLst>
          </p:cNvPr>
          <p:cNvSpPr/>
          <p:nvPr/>
        </p:nvSpPr>
        <p:spPr>
          <a:xfrm>
            <a:off x="576503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37" name="Rectangle 536">
            <a:extLst>
              <a:ext uri="{FF2B5EF4-FFF2-40B4-BE49-F238E27FC236}">
                <a16:creationId xmlns:a16="http://schemas.microsoft.com/office/drawing/2014/main" id="{B24E5488-6A97-E386-1607-6956E3B42526}"/>
              </a:ext>
            </a:extLst>
          </p:cNvPr>
          <p:cNvSpPr/>
          <p:nvPr/>
        </p:nvSpPr>
        <p:spPr>
          <a:xfrm>
            <a:off x="834295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38" name="Rectangle 537">
            <a:extLst>
              <a:ext uri="{FF2B5EF4-FFF2-40B4-BE49-F238E27FC236}">
                <a16:creationId xmlns:a16="http://schemas.microsoft.com/office/drawing/2014/main" id="{4CA3350A-8729-FE63-E2AA-B38DF4B59633}"/>
              </a:ext>
            </a:extLst>
          </p:cNvPr>
          <p:cNvSpPr/>
          <p:nvPr/>
        </p:nvSpPr>
        <p:spPr>
          <a:xfrm>
            <a:off x="1092087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39" name="Rectangle 538">
            <a:extLst>
              <a:ext uri="{FF2B5EF4-FFF2-40B4-BE49-F238E27FC236}">
                <a16:creationId xmlns:a16="http://schemas.microsoft.com/office/drawing/2014/main" id="{F4DEB7E6-B86D-48B0-EFB2-F2159F52D287}"/>
              </a:ext>
            </a:extLst>
          </p:cNvPr>
          <p:cNvSpPr/>
          <p:nvPr/>
        </p:nvSpPr>
        <p:spPr>
          <a:xfrm>
            <a:off x="1349879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40" name="Rectangle 539">
            <a:extLst>
              <a:ext uri="{FF2B5EF4-FFF2-40B4-BE49-F238E27FC236}">
                <a16:creationId xmlns:a16="http://schemas.microsoft.com/office/drawing/2014/main" id="{FBB29C0A-69D3-7705-42D1-32251A9F4E31}"/>
              </a:ext>
            </a:extLst>
          </p:cNvPr>
          <p:cNvSpPr/>
          <p:nvPr/>
        </p:nvSpPr>
        <p:spPr>
          <a:xfrm>
            <a:off x="1607670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41" name="Rectangle 540">
            <a:extLst>
              <a:ext uri="{FF2B5EF4-FFF2-40B4-BE49-F238E27FC236}">
                <a16:creationId xmlns:a16="http://schemas.microsoft.com/office/drawing/2014/main" id="{A2ED3573-E883-BAB5-C2A0-3C23A038ECA7}"/>
              </a:ext>
            </a:extLst>
          </p:cNvPr>
          <p:cNvSpPr/>
          <p:nvPr/>
        </p:nvSpPr>
        <p:spPr>
          <a:xfrm>
            <a:off x="1865463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42" name="Rectangle 541">
            <a:extLst>
              <a:ext uri="{FF2B5EF4-FFF2-40B4-BE49-F238E27FC236}">
                <a16:creationId xmlns:a16="http://schemas.microsoft.com/office/drawing/2014/main" id="{8310CBA4-B615-48C0-E853-A34BDDECC52F}"/>
              </a:ext>
            </a:extLst>
          </p:cNvPr>
          <p:cNvSpPr/>
          <p:nvPr/>
        </p:nvSpPr>
        <p:spPr>
          <a:xfrm>
            <a:off x="2123254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43" name="Oval 542">
            <a:extLst>
              <a:ext uri="{FF2B5EF4-FFF2-40B4-BE49-F238E27FC236}">
                <a16:creationId xmlns:a16="http://schemas.microsoft.com/office/drawing/2014/main" id="{AA510C52-39CD-3ED6-5B36-04857689E982}"/>
              </a:ext>
            </a:extLst>
          </p:cNvPr>
          <p:cNvSpPr/>
          <p:nvPr/>
        </p:nvSpPr>
        <p:spPr>
          <a:xfrm>
            <a:off x="1324918" y="5566778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44" name="Rectangle 543">
            <a:extLst>
              <a:ext uri="{FF2B5EF4-FFF2-40B4-BE49-F238E27FC236}">
                <a16:creationId xmlns:a16="http://schemas.microsoft.com/office/drawing/2014/main" id="{022A191F-944C-EEF3-272A-338472821731}"/>
              </a:ext>
            </a:extLst>
          </p:cNvPr>
          <p:cNvSpPr/>
          <p:nvPr/>
        </p:nvSpPr>
        <p:spPr>
          <a:xfrm>
            <a:off x="318711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545" name="Rectangle 544">
            <a:extLst>
              <a:ext uri="{FF2B5EF4-FFF2-40B4-BE49-F238E27FC236}">
                <a16:creationId xmlns:a16="http://schemas.microsoft.com/office/drawing/2014/main" id="{1AE9B2EB-4C82-D571-C9FF-151BD77FD2FA}"/>
              </a:ext>
            </a:extLst>
          </p:cNvPr>
          <p:cNvSpPr/>
          <p:nvPr/>
        </p:nvSpPr>
        <p:spPr>
          <a:xfrm>
            <a:off x="576503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546" name="Rectangle 545">
            <a:extLst>
              <a:ext uri="{FF2B5EF4-FFF2-40B4-BE49-F238E27FC236}">
                <a16:creationId xmlns:a16="http://schemas.microsoft.com/office/drawing/2014/main" id="{04CFE37A-F600-6D7F-D5D7-560D46DA3FFD}"/>
              </a:ext>
            </a:extLst>
          </p:cNvPr>
          <p:cNvSpPr/>
          <p:nvPr/>
        </p:nvSpPr>
        <p:spPr>
          <a:xfrm>
            <a:off x="834295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547" name="Rectangle 546">
            <a:extLst>
              <a:ext uri="{FF2B5EF4-FFF2-40B4-BE49-F238E27FC236}">
                <a16:creationId xmlns:a16="http://schemas.microsoft.com/office/drawing/2014/main" id="{93D82848-D204-9688-4829-159BF98DC899}"/>
              </a:ext>
            </a:extLst>
          </p:cNvPr>
          <p:cNvSpPr/>
          <p:nvPr/>
        </p:nvSpPr>
        <p:spPr>
          <a:xfrm>
            <a:off x="1092087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548" name="Rectangle 547">
            <a:extLst>
              <a:ext uri="{FF2B5EF4-FFF2-40B4-BE49-F238E27FC236}">
                <a16:creationId xmlns:a16="http://schemas.microsoft.com/office/drawing/2014/main" id="{5F9077FA-3C32-D472-2CD5-58EABE72E9F9}"/>
              </a:ext>
            </a:extLst>
          </p:cNvPr>
          <p:cNvSpPr/>
          <p:nvPr/>
        </p:nvSpPr>
        <p:spPr>
          <a:xfrm>
            <a:off x="1349879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49" name="Rectangle 548">
            <a:extLst>
              <a:ext uri="{FF2B5EF4-FFF2-40B4-BE49-F238E27FC236}">
                <a16:creationId xmlns:a16="http://schemas.microsoft.com/office/drawing/2014/main" id="{CC7B7333-A591-F877-DB46-045EA1AC9A98}"/>
              </a:ext>
            </a:extLst>
          </p:cNvPr>
          <p:cNvSpPr/>
          <p:nvPr/>
        </p:nvSpPr>
        <p:spPr>
          <a:xfrm>
            <a:off x="1607670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50" name="Rectangle 549">
            <a:extLst>
              <a:ext uri="{FF2B5EF4-FFF2-40B4-BE49-F238E27FC236}">
                <a16:creationId xmlns:a16="http://schemas.microsoft.com/office/drawing/2014/main" id="{D92B8D30-4533-069E-DCAB-4B32985F99E6}"/>
              </a:ext>
            </a:extLst>
          </p:cNvPr>
          <p:cNvSpPr/>
          <p:nvPr/>
        </p:nvSpPr>
        <p:spPr>
          <a:xfrm>
            <a:off x="1865463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51" name="Rectangle 550">
            <a:extLst>
              <a:ext uri="{FF2B5EF4-FFF2-40B4-BE49-F238E27FC236}">
                <a16:creationId xmlns:a16="http://schemas.microsoft.com/office/drawing/2014/main" id="{F60E4940-CA1F-A378-D21B-C09D5B11A3C6}"/>
              </a:ext>
            </a:extLst>
          </p:cNvPr>
          <p:cNvSpPr/>
          <p:nvPr/>
        </p:nvSpPr>
        <p:spPr>
          <a:xfrm>
            <a:off x="2123254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53" name="Rectangle 552">
            <a:extLst>
              <a:ext uri="{FF2B5EF4-FFF2-40B4-BE49-F238E27FC236}">
                <a16:creationId xmlns:a16="http://schemas.microsoft.com/office/drawing/2014/main" id="{EC8506D2-0D3C-08D1-2051-36C435923C3B}"/>
              </a:ext>
            </a:extLst>
          </p:cNvPr>
          <p:cNvSpPr/>
          <p:nvPr/>
        </p:nvSpPr>
        <p:spPr>
          <a:xfrm>
            <a:off x="318711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54" name="Rectangle 553">
            <a:extLst>
              <a:ext uri="{FF2B5EF4-FFF2-40B4-BE49-F238E27FC236}">
                <a16:creationId xmlns:a16="http://schemas.microsoft.com/office/drawing/2014/main" id="{F76E7A9F-660D-81CB-7168-3CEEFBDFF599}"/>
              </a:ext>
            </a:extLst>
          </p:cNvPr>
          <p:cNvSpPr/>
          <p:nvPr/>
        </p:nvSpPr>
        <p:spPr>
          <a:xfrm>
            <a:off x="576503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55" name="Rectangle 554">
            <a:extLst>
              <a:ext uri="{FF2B5EF4-FFF2-40B4-BE49-F238E27FC236}">
                <a16:creationId xmlns:a16="http://schemas.microsoft.com/office/drawing/2014/main" id="{9BEA0BE9-B80A-BC1B-EB90-061E2DF49BFB}"/>
              </a:ext>
            </a:extLst>
          </p:cNvPr>
          <p:cNvSpPr/>
          <p:nvPr/>
        </p:nvSpPr>
        <p:spPr>
          <a:xfrm>
            <a:off x="834295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56" name="Rectangle 555">
            <a:extLst>
              <a:ext uri="{FF2B5EF4-FFF2-40B4-BE49-F238E27FC236}">
                <a16:creationId xmlns:a16="http://schemas.microsoft.com/office/drawing/2014/main" id="{8D0FE1CD-6C63-C5FA-2C14-EFC0EBDE765D}"/>
              </a:ext>
            </a:extLst>
          </p:cNvPr>
          <p:cNvSpPr/>
          <p:nvPr/>
        </p:nvSpPr>
        <p:spPr>
          <a:xfrm>
            <a:off x="1092087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557" name="Rectangle 556">
            <a:extLst>
              <a:ext uri="{FF2B5EF4-FFF2-40B4-BE49-F238E27FC236}">
                <a16:creationId xmlns:a16="http://schemas.microsoft.com/office/drawing/2014/main" id="{5D530387-B069-417E-A7B4-C8E57393E240}"/>
              </a:ext>
            </a:extLst>
          </p:cNvPr>
          <p:cNvSpPr/>
          <p:nvPr/>
        </p:nvSpPr>
        <p:spPr>
          <a:xfrm>
            <a:off x="1349879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558" name="Rectangle 557">
            <a:extLst>
              <a:ext uri="{FF2B5EF4-FFF2-40B4-BE49-F238E27FC236}">
                <a16:creationId xmlns:a16="http://schemas.microsoft.com/office/drawing/2014/main" id="{C4B6B4EF-2AA5-D8C6-F0A5-DCC153911B0F}"/>
              </a:ext>
            </a:extLst>
          </p:cNvPr>
          <p:cNvSpPr/>
          <p:nvPr/>
        </p:nvSpPr>
        <p:spPr>
          <a:xfrm>
            <a:off x="1607670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559" name="Rectangle 558">
            <a:extLst>
              <a:ext uri="{FF2B5EF4-FFF2-40B4-BE49-F238E27FC236}">
                <a16:creationId xmlns:a16="http://schemas.microsoft.com/office/drawing/2014/main" id="{5644ACD8-561F-7DA2-48DC-C22D36D585DA}"/>
              </a:ext>
            </a:extLst>
          </p:cNvPr>
          <p:cNvSpPr/>
          <p:nvPr/>
        </p:nvSpPr>
        <p:spPr>
          <a:xfrm>
            <a:off x="1865463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560" name="Rectangle 559">
            <a:extLst>
              <a:ext uri="{FF2B5EF4-FFF2-40B4-BE49-F238E27FC236}">
                <a16:creationId xmlns:a16="http://schemas.microsoft.com/office/drawing/2014/main" id="{FAE901A2-93A7-B5AA-8526-C8DBEF015A62}"/>
              </a:ext>
            </a:extLst>
          </p:cNvPr>
          <p:cNvSpPr/>
          <p:nvPr/>
        </p:nvSpPr>
        <p:spPr>
          <a:xfrm>
            <a:off x="2123254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62" name="Arc 561">
            <a:extLst>
              <a:ext uri="{FF2B5EF4-FFF2-40B4-BE49-F238E27FC236}">
                <a16:creationId xmlns:a16="http://schemas.microsoft.com/office/drawing/2014/main" id="{BE6A1BE9-66BC-AEB3-6240-7CE4DBF1828D}"/>
              </a:ext>
            </a:extLst>
          </p:cNvPr>
          <p:cNvSpPr/>
          <p:nvPr/>
        </p:nvSpPr>
        <p:spPr>
          <a:xfrm>
            <a:off x="2257160" y="5962065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63" name="TextBox 562">
            <a:extLst>
              <a:ext uri="{FF2B5EF4-FFF2-40B4-BE49-F238E27FC236}">
                <a16:creationId xmlns:a16="http://schemas.microsoft.com/office/drawing/2014/main" id="{EC124B2B-4E49-6312-4DCB-BB5BF143AC09}"/>
              </a:ext>
            </a:extLst>
          </p:cNvPr>
          <p:cNvSpPr txBox="1"/>
          <p:nvPr/>
        </p:nvSpPr>
        <p:spPr>
          <a:xfrm>
            <a:off x="2563391" y="5965231"/>
            <a:ext cx="5757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÷1000</a:t>
            </a:r>
          </a:p>
        </p:txBody>
      </p:sp>
      <p:sp>
        <p:nvSpPr>
          <p:cNvPr id="564" name="Arc 563">
            <a:extLst>
              <a:ext uri="{FF2B5EF4-FFF2-40B4-BE49-F238E27FC236}">
                <a16:creationId xmlns:a16="http://schemas.microsoft.com/office/drawing/2014/main" id="{B9822196-0994-719C-C3C7-D864FE60653F}"/>
              </a:ext>
            </a:extLst>
          </p:cNvPr>
          <p:cNvSpPr/>
          <p:nvPr/>
        </p:nvSpPr>
        <p:spPr>
          <a:xfrm>
            <a:off x="5672190" y="5585828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65" name="TextBox 564">
            <a:extLst>
              <a:ext uri="{FF2B5EF4-FFF2-40B4-BE49-F238E27FC236}">
                <a16:creationId xmlns:a16="http://schemas.microsoft.com/office/drawing/2014/main" id="{282CC0EC-74DA-2A6B-1077-CCDDE6C35C40}"/>
              </a:ext>
            </a:extLst>
          </p:cNvPr>
          <p:cNvSpPr txBox="1"/>
          <p:nvPr/>
        </p:nvSpPr>
        <p:spPr>
          <a:xfrm>
            <a:off x="5978421" y="5576786"/>
            <a:ext cx="5757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÷1000</a:t>
            </a:r>
          </a:p>
        </p:txBody>
      </p:sp>
      <p:sp>
        <p:nvSpPr>
          <p:cNvPr id="566" name="TextBox 565">
            <a:extLst>
              <a:ext uri="{FF2B5EF4-FFF2-40B4-BE49-F238E27FC236}">
                <a16:creationId xmlns:a16="http://schemas.microsoft.com/office/drawing/2014/main" id="{58C785C7-16F9-3168-D7AF-B8118B23CB94}"/>
              </a:ext>
            </a:extLst>
          </p:cNvPr>
          <p:cNvSpPr txBox="1"/>
          <p:nvPr/>
        </p:nvSpPr>
        <p:spPr>
          <a:xfrm>
            <a:off x="3427804" y="5443878"/>
            <a:ext cx="3417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м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567" name="Rectangle 566">
            <a:extLst>
              <a:ext uri="{FF2B5EF4-FFF2-40B4-BE49-F238E27FC236}">
                <a16:creationId xmlns:a16="http://schemas.microsoft.com/office/drawing/2014/main" id="{2B78720C-C4DD-6B44-B6DC-8677C31156A1}"/>
              </a:ext>
            </a:extLst>
          </p:cNvPr>
          <p:cNvSpPr/>
          <p:nvPr/>
        </p:nvSpPr>
        <p:spPr>
          <a:xfrm>
            <a:off x="3733741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68" name="Rectangle 567">
            <a:extLst>
              <a:ext uri="{FF2B5EF4-FFF2-40B4-BE49-F238E27FC236}">
                <a16:creationId xmlns:a16="http://schemas.microsoft.com/office/drawing/2014/main" id="{EF1ED8DA-0CED-A26C-CA03-FE14BC172B41}"/>
              </a:ext>
            </a:extLst>
          </p:cNvPr>
          <p:cNvSpPr/>
          <p:nvPr/>
        </p:nvSpPr>
        <p:spPr>
          <a:xfrm>
            <a:off x="3991533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69" name="Rectangle 568">
            <a:extLst>
              <a:ext uri="{FF2B5EF4-FFF2-40B4-BE49-F238E27FC236}">
                <a16:creationId xmlns:a16="http://schemas.microsoft.com/office/drawing/2014/main" id="{6A7ACD0F-5B66-C9CB-A9CB-8DBEA5F4525F}"/>
              </a:ext>
            </a:extLst>
          </p:cNvPr>
          <p:cNvSpPr/>
          <p:nvPr/>
        </p:nvSpPr>
        <p:spPr>
          <a:xfrm>
            <a:off x="4249325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70" name="Rectangle 569">
            <a:extLst>
              <a:ext uri="{FF2B5EF4-FFF2-40B4-BE49-F238E27FC236}">
                <a16:creationId xmlns:a16="http://schemas.microsoft.com/office/drawing/2014/main" id="{A5351B00-3B2F-7AA0-9B88-6F84F6BC14C2}"/>
              </a:ext>
            </a:extLst>
          </p:cNvPr>
          <p:cNvSpPr/>
          <p:nvPr/>
        </p:nvSpPr>
        <p:spPr>
          <a:xfrm>
            <a:off x="4507117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71" name="Rectangle 570">
            <a:extLst>
              <a:ext uri="{FF2B5EF4-FFF2-40B4-BE49-F238E27FC236}">
                <a16:creationId xmlns:a16="http://schemas.microsoft.com/office/drawing/2014/main" id="{7536721E-2C66-06AA-FBFD-7AAE380D6669}"/>
              </a:ext>
            </a:extLst>
          </p:cNvPr>
          <p:cNvSpPr/>
          <p:nvPr/>
        </p:nvSpPr>
        <p:spPr>
          <a:xfrm>
            <a:off x="4764909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72" name="Rectangle 571">
            <a:extLst>
              <a:ext uri="{FF2B5EF4-FFF2-40B4-BE49-F238E27FC236}">
                <a16:creationId xmlns:a16="http://schemas.microsoft.com/office/drawing/2014/main" id="{00F991F6-A1C1-CA8B-3448-9AAFDEF58C3F}"/>
              </a:ext>
            </a:extLst>
          </p:cNvPr>
          <p:cNvSpPr/>
          <p:nvPr/>
        </p:nvSpPr>
        <p:spPr>
          <a:xfrm>
            <a:off x="5022700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73" name="Rectangle 572">
            <a:extLst>
              <a:ext uri="{FF2B5EF4-FFF2-40B4-BE49-F238E27FC236}">
                <a16:creationId xmlns:a16="http://schemas.microsoft.com/office/drawing/2014/main" id="{76F6D08E-57A0-22EF-FEF8-EBCAB9849A91}"/>
              </a:ext>
            </a:extLst>
          </p:cNvPr>
          <p:cNvSpPr/>
          <p:nvPr/>
        </p:nvSpPr>
        <p:spPr>
          <a:xfrm>
            <a:off x="5280493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74" name="Rectangle 573">
            <a:extLst>
              <a:ext uri="{FF2B5EF4-FFF2-40B4-BE49-F238E27FC236}">
                <a16:creationId xmlns:a16="http://schemas.microsoft.com/office/drawing/2014/main" id="{9F3184B9-D4C8-19AB-C5AB-DAF61EED0B1E}"/>
              </a:ext>
            </a:extLst>
          </p:cNvPr>
          <p:cNvSpPr/>
          <p:nvPr/>
        </p:nvSpPr>
        <p:spPr>
          <a:xfrm>
            <a:off x="5538284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75" name="Oval 574">
            <a:extLst>
              <a:ext uri="{FF2B5EF4-FFF2-40B4-BE49-F238E27FC236}">
                <a16:creationId xmlns:a16="http://schemas.microsoft.com/office/drawing/2014/main" id="{4B363B84-8487-D790-C741-5F60DAF0B8B1}"/>
              </a:ext>
            </a:extLst>
          </p:cNvPr>
          <p:cNvSpPr/>
          <p:nvPr/>
        </p:nvSpPr>
        <p:spPr>
          <a:xfrm>
            <a:off x="4479157" y="5560196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76" name="Rectangle 575">
            <a:extLst>
              <a:ext uri="{FF2B5EF4-FFF2-40B4-BE49-F238E27FC236}">
                <a16:creationId xmlns:a16="http://schemas.microsoft.com/office/drawing/2014/main" id="{C6D45AA9-6F23-ACE4-5334-CA2775B71F34}"/>
              </a:ext>
            </a:extLst>
          </p:cNvPr>
          <p:cNvSpPr/>
          <p:nvPr/>
        </p:nvSpPr>
        <p:spPr>
          <a:xfrm>
            <a:off x="3733741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77" name="Rectangle 576">
            <a:extLst>
              <a:ext uri="{FF2B5EF4-FFF2-40B4-BE49-F238E27FC236}">
                <a16:creationId xmlns:a16="http://schemas.microsoft.com/office/drawing/2014/main" id="{BB9A9B12-48EC-5A7E-68EE-1F087CF9FDB1}"/>
              </a:ext>
            </a:extLst>
          </p:cNvPr>
          <p:cNvSpPr/>
          <p:nvPr/>
        </p:nvSpPr>
        <p:spPr>
          <a:xfrm>
            <a:off x="3991533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78" name="Rectangle 577">
            <a:extLst>
              <a:ext uri="{FF2B5EF4-FFF2-40B4-BE49-F238E27FC236}">
                <a16:creationId xmlns:a16="http://schemas.microsoft.com/office/drawing/2014/main" id="{0C42E1E0-AA47-C53A-FC83-805E00CF3041}"/>
              </a:ext>
            </a:extLst>
          </p:cNvPr>
          <p:cNvSpPr/>
          <p:nvPr/>
        </p:nvSpPr>
        <p:spPr>
          <a:xfrm>
            <a:off x="4249325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579" name="Rectangle 578">
            <a:extLst>
              <a:ext uri="{FF2B5EF4-FFF2-40B4-BE49-F238E27FC236}">
                <a16:creationId xmlns:a16="http://schemas.microsoft.com/office/drawing/2014/main" id="{6FF17F28-29E2-F841-E352-84FDB43BDA7F}"/>
              </a:ext>
            </a:extLst>
          </p:cNvPr>
          <p:cNvSpPr/>
          <p:nvPr/>
        </p:nvSpPr>
        <p:spPr>
          <a:xfrm>
            <a:off x="4507117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580" name="Rectangle 579">
            <a:extLst>
              <a:ext uri="{FF2B5EF4-FFF2-40B4-BE49-F238E27FC236}">
                <a16:creationId xmlns:a16="http://schemas.microsoft.com/office/drawing/2014/main" id="{BDC22222-2179-93F8-13EA-8743DA6DF444}"/>
              </a:ext>
            </a:extLst>
          </p:cNvPr>
          <p:cNvSpPr/>
          <p:nvPr/>
        </p:nvSpPr>
        <p:spPr>
          <a:xfrm>
            <a:off x="4764909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581" name="Rectangle 580">
            <a:extLst>
              <a:ext uri="{FF2B5EF4-FFF2-40B4-BE49-F238E27FC236}">
                <a16:creationId xmlns:a16="http://schemas.microsoft.com/office/drawing/2014/main" id="{004CA597-8E20-24FC-83B6-48E1BD47FB4B}"/>
              </a:ext>
            </a:extLst>
          </p:cNvPr>
          <p:cNvSpPr/>
          <p:nvPr/>
        </p:nvSpPr>
        <p:spPr>
          <a:xfrm>
            <a:off x="5022700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582" name="Rectangle 581">
            <a:extLst>
              <a:ext uri="{FF2B5EF4-FFF2-40B4-BE49-F238E27FC236}">
                <a16:creationId xmlns:a16="http://schemas.microsoft.com/office/drawing/2014/main" id="{E4B5E81A-4F70-C1F9-1531-548B22E2E23C}"/>
              </a:ext>
            </a:extLst>
          </p:cNvPr>
          <p:cNvSpPr/>
          <p:nvPr/>
        </p:nvSpPr>
        <p:spPr>
          <a:xfrm>
            <a:off x="5280493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583" name="Rectangle 582">
            <a:extLst>
              <a:ext uri="{FF2B5EF4-FFF2-40B4-BE49-F238E27FC236}">
                <a16:creationId xmlns:a16="http://schemas.microsoft.com/office/drawing/2014/main" id="{70B6E3CE-3229-201E-40CB-8E4A4D1BD56F}"/>
              </a:ext>
            </a:extLst>
          </p:cNvPr>
          <p:cNvSpPr/>
          <p:nvPr/>
        </p:nvSpPr>
        <p:spPr>
          <a:xfrm>
            <a:off x="5538284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585" name="Rectangle 584">
            <a:extLst>
              <a:ext uri="{FF2B5EF4-FFF2-40B4-BE49-F238E27FC236}">
                <a16:creationId xmlns:a16="http://schemas.microsoft.com/office/drawing/2014/main" id="{258F9F9E-EC5C-BD7C-E791-66103C815E2F}"/>
              </a:ext>
            </a:extLst>
          </p:cNvPr>
          <p:cNvSpPr/>
          <p:nvPr/>
        </p:nvSpPr>
        <p:spPr>
          <a:xfrm>
            <a:off x="3733741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86" name="Rectangle 585">
            <a:extLst>
              <a:ext uri="{FF2B5EF4-FFF2-40B4-BE49-F238E27FC236}">
                <a16:creationId xmlns:a16="http://schemas.microsoft.com/office/drawing/2014/main" id="{792244D0-1203-2739-2F99-2C19722F7DF8}"/>
              </a:ext>
            </a:extLst>
          </p:cNvPr>
          <p:cNvSpPr/>
          <p:nvPr/>
        </p:nvSpPr>
        <p:spPr>
          <a:xfrm>
            <a:off x="3991533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87" name="Rectangle 586">
            <a:extLst>
              <a:ext uri="{FF2B5EF4-FFF2-40B4-BE49-F238E27FC236}">
                <a16:creationId xmlns:a16="http://schemas.microsoft.com/office/drawing/2014/main" id="{16A5D9BF-E5FC-8897-1A62-284BA8033195}"/>
              </a:ext>
            </a:extLst>
          </p:cNvPr>
          <p:cNvSpPr/>
          <p:nvPr/>
        </p:nvSpPr>
        <p:spPr>
          <a:xfrm>
            <a:off x="4249325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588" name="Rectangle 587">
            <a:extLst>
              <a:ext uri="{FF2B5EF4-FFF2-40B4-BE49-F238E27FC236}">
                <a16:creationId xmlns:a16="http://schemas.microsoft.com/office/drawing/2014/main" id="{1FA925CD-5447-3FF8-AF2F-E0EC7EAE6994}"/>
              </a:ext>
            </a:extLst>
          </p:cNvPr>
          <p:cNvSpPr/>
          <p:nvPr/>
        </p:nvSpPr>
        <p:spPr>
          <a:xfrm>
            <a:off x="4507117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589" name="Rectangle 588">
            <a:extLst>
              <a:ext uri="{FF2B5EF4-FFF2-40B4-BE49-F238E27FC236}">
                <a16:creationId xmlns:a16="http://schemas.microsoft.com/office/drawing/2014/main" id="{E111F8A7-7DAB-F7B9-A8A2-0C03F535C5AF}"/>
              </a:ext>
            </a:extLst>
          </p:cNvPr>
          <p:cNvSpPr/>
          <p:nvPr/>
        </p:nvSpPr>
        <p:spPr>
          <a:xfrm>
            <a:off x="4764909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590" name="Rectangle 589">
            <a:extLst>
              <a:ext uri="{FF2B5EF4-FFF2-40B4-BE49-F238E27FC236}">
                <a16:creationId xmlns:a16="http://schemas.microsoft.com/office/drawing/2014/main" id="{B2F8FCEF-5AA1-0CE5-008A-5927DD0B206D}"/>
              </a:ext>
            </a:extLst>
          </p:cNvPr>
          <p:cNvSpPr/>
          <p:nvPr/>
        </p:nvSpPr>
        <p:spPr>
          <a:xfrm>
            <a:off x="5022700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591" name="Rectangle 590">
            <a:extLst>
              <a:ext uri="{FF2B5EF4-FFF2-40B4-BE49-F238E27FC236}">
                <a16:creationId xmlns:a16="http://schemas.microsoft.com/office/drawing/2014/main" id="{E3D2A3E0-AAE2-B414-EDD0-585DED50EF2C}"/>
              </a:ext>
            </a:extLst>
          </p:cNvPr>
          <p:cNvSpPr/>
          <p:nvPr/>
        </p:nvSpPr>
        <p:spPr>
          <a:xfrm>
            <a:off x="5280493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92" name="Rectangle 591">
            <a:extLst>
              <a:ext uri="{FF2B5EF4-FFF2-40B4-BE49-F238E27FC236}">
                <a16:creationId xmlns:a16="http://schemas.microsoft.com/office/drawing/2014/main" id="{99BC6536-71C9-6E86-BECE-76B14916BB2C}"/>
              </a:ext>
            </a:extLst>
          </p:cNvPr>
          <p:cNvSpPr/>
          <p:nvPr/>
        </p:nvSpPr>
        <p:spPr>
          <a:xfrm>
            <a:off x="5538284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94" name="Arc 593">
            <a:extLst>
              <a:ext uri="{FF2B5EF4-FFF2-40B4-BE49-F238E27FC236}">
                <a16:creationId xmlns:a16="http://schemas.microsoft.com/office/drawing/2014/main" id="{2E3937DD-6E43-5CAE-CB3E-49F668FA69A3}"/>
              </a:ext>
            </a:extLst>
          </p:cNvPr>
          <p:cNvSpPr/>
          <p:nvPr/>
        </p:nvSpPr>
        <p:spPr>
          <a:xfrm>
            <a:off x="5672190" y="5962065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5" name="TextBox 594">
            <a:extLst>
              <a:ext uri="{FF2B5EF4-FFF2-40B4-BE49-F238E27FC236}">
                <a16:creationId xmlns:a16="http://schemas.microsoft.com/office/drawing/2014/main" id="{AA2FDBE1-821E-18B0-18A5-1E81BC7999F5}"/>
              </a:ext>
            </a:extLst>
          </p:cNvPr>
          <p:cNvSpPr txBox="1"/>
          <p:nvPr/>
        </p:nvSpPr>
        <p:spPr>
          <a:xfrm>
            <a:off x="5978421" y="5965231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×100</a:t>
            </a:r>
          </a:p>
        </p:txBody>
      </p:sp>
      <p:sp>
        <p:nvSpPr>
          <p:cNvPr id="596" name="Arc 595">
            <a:extLst>
              <a:ext uri="{FF2B5EF4-FFF2-40B4-BE49-F238E27FC236}">
                <a16:creationId xmlns:a16="http://schemas.microsoft.com/office/drawing/2014/main" id="{92E71B9C-430A-9440-B042-7613D54A7132}"/>
              </a:ext>
            </a:extLst>
          </p:cNvPr>
          <p:cNvSpPr/>
          <p:nvPr/>
        </p:nvSpPr>
        <p:spPr>
          <a:xfrm>
            <a:off x="8880845" y="5585828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7" name="TextBox 596">
            <a:extLst>
              <a:ext uri="{FF2B5EF4-FFF2-40B4-BE49-F238E27FC236}">
                <a16:creationId xmlns:a16="http://schemas.microsoft.com/office/drawing/2014/main" id="{CA97D6F8-8DF4-1FFF-B087-EAE20282D19F}"/>
              </a:ext>
            </a:extLst>
          </p:cNvPr>
          <p:cNvSpPr txBox="1"/>
          <p:nvPr/>
        </p:nvSpPr>
        <p:spPr>
          <a:xfrm>
            <a:off x="9187076" y="5576786"/>
            <a:ext cx="6543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×10 000</a:t>
            </a:r>
          </a:p>
        </p:txBody>
      </p:sp>
      <p:sp>
        <p:nvSpPr>
          <p:cNvPr id="598" name="TextBox 597">
            <a:extLst>
              <a:ext uri="{FF2B5EF4-FFF2-40B4-BE49-F238E27FC236}">
                <a16:creationId xmlns:a16="http://schemas.microsoft.com/office/drawing/2014/main" id="{FEBCF49B-C8C7-2BD7-0E39-B9D57D82DE81}"/>
              </a:ext>
            </a:extLst>
          </p:cNvPr>
          <p:cNvSpPr txBox="1"/>
          <p:nvPr/>
        </p:nvSpPr>
        <p:spPr>
          <a:xfrm>
            <a:off x="6649283" y="5443878"/>
            <a:ext cx="3161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н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599" name="Rectangle 598">
            <a:extLst>
              <a:ext uri="{FF2B5EF4-FFF2-40B4-BE49-F238E27FC236}">
                <a16:creationId xmlns:a16="http://schemas.microsoft.com/office/drawing/2014/main" id="{94D14DB2-0098-1241-4B2F-BE32D6CDD9A1}"/>
              </a:ext>
            </a:extLst>
          </p:cNvPr>
          <p:cNvSpPr/>
          <p:nvPr/>
        </p:nvSpPr>
        <p:spPr>
          <a:xfrm>
            <a:off x="6942396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600" name="Rectangle 599">
            <a:extLst>
              <a:ext uri="{FF2B5EF4-FFF2-40B4-BE49-F238E27FC236}">
                <a16:creationId xmlns:a16="http://schemas.microsoft.com/office/drawing/2014/main" id="{114DCDA3-07A7-1E58-1494-BE29407BAFDC}"/>
              </a:ext>
            </a:extLst>
          </p:cNvPr>
          <p:cNvSpPr/>
          <p:nvPr/>
        </p:nvSpPr>
        <p:spPr>
          <a:xfrm>
            <a:off x="7200188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601" name="Rectangle 600">
            <a:extLst>
              <a:ext uri="{FF2B5EF4-FFF2-40B4-BE49-F238E27FC236}">
                <a16:creationId xmlns:a16="http://schemas.microsoft.com/office/drawing/2014/main" id="{165E0B95-3CB6-7092-1A9F-2630152CD231}"/>
              </a:ext>
            </a:extLst>
          </p:cNvPr>
          <p:cNvSpPr/>
          <p:nvPr/>
        </p:nvSpPr>
        <p:spPr>
          <a:xfrm>
            <a:off x="7457980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602" name="Rectangle 601">
            <a:extLst>
              <a:ext uri="{FF2B5EF4-FFF2-40B4-BE49-F238E27FC236}">
                <a16:creationId xmlns:a16="http://schemas.microsoft.com/office/drawing/2014/main" id="{C10F2A6D-17B2-BC5F-115B-B926E2C7950C}"/>
              </a:ext>
            </a:extLst>
          </p:cNvPr>
          <p:cNvSpPr/>
          <p:nvPr/>
        </p:nvSpPr>
        <p:spPr>
          <a:xfrm>
            <a:off x="7715772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603" name="Rectangle 602">
            <a:extLst>
              <a:ext uri="{FF2B5EF4-FFF2-40B4-BE49-F238E27FC236}">
                <a16:creationId xmlns:a16="http://schemas.microsoft.com/office/drawing/2014/main" id="{2B5523CE-B003-CAAB-E445-BE75C0262537}"/>
              </a:ext>
            </a:extLst>
          </p:cNvPr>
          <p:cNvSpPr/>
          <p:nvPr/>
        </p:nvSpPr>
        <p:spPr>
          <a:xfrm>
            <a:off x="7973564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604" name="Rectangle 603">
            <a:extLst>
              <a:ext uri="{FF2B5EF4-FFF2-40B4-BE49-F238E27FC236}">
                <a16:creationId xmlns:a16="http://schemas.microsoft.com/office/drawing/2014/main" id="{088AC3A7-CC41-DDB8-F3A1-B68ADE8E8E74}"/>
              </a:ext>
            </a:extLst>
          </p:cNvPr>
          <p:cNvSpPr/>
          <p:nvPr/>
        </p:nvSpPr>
        <p:spPr>
          <a:xfrm>
            <a:off x="8231355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605" name="Rectangle 604">
            <a:extLst>
              <a:ext uri="{FF2B5EF4-FFF2-40B4-BE49-F238E27FC236}">
                <a16:creationId xmlns:a16="http://schemas.microsoft.com/office/drawing/2014/main" id="{004E8F62-74EE-C7E5-329D-BE75FDEAA59F}"/>
              </a:ext>
            </a:extLst>
          </p:cNvPr>
          <p:cNvSpPr/>
          <p:nvPr/>
        </p:nvSpPr>
        <p:spPr>
          <a:xfrm>
            <a:off x="8489148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06" name="Rectangle 605">
            <a:extLst>
              <a:ext uri="{FF2B5EF4-FFF2-40B4-BE49-F238E27FC236}">
                <a16:creationId xmlns:a16="http://schemas.microsoft.com/office/drawing/2014/main" id="{B57C10CA-24AA-3761-2EB6-FD3F458FA220}"/>
              </a:ext>
            </a:extLst>
          </p:cNvPr>
          <p:cNvSpPr/>
          <p:nvPr/>
        </p:nvSpPr>
        <p:spPr>
          <a:xfrm>
            <a:off x="8746939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07" name="Oval 606">
            <a:extLst>
              <a:ext uri="{FF2B5EF4-FFF2-40B4-BE49-F238E27FC236}">
                <a16:creationId xmlns:a16="http://schemas.microsoft.com/office/drawing/2014/main" id="{4D3A883B-4AFE-9EA8-2D37-EB4CC4C48837}"/>
              </a:ext>
            </a:extLst>
          </p:cNvPr>
          <p:cNvSpPr/>
          <p:nvPr/>
        </p:nvSpPr>
        <p:spPr>
          <a:xfrm>
            <a:off x="8205778" y="5566778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08" name="Rectangle 607">
            <a:extLst>
              <a:ext uri="{FF2B5EF4-FFF2-40B4-BE49-F238E27FC236}">
                <a16:creationId xmlns:a16="http://schemas.microsoft.com/office/drawing/2014/main" id="{0621CF6D-212F-A318-1C12-545B62A5C2B3}"/>
              </a:ext>
            </a:extLst>
          </p:cNvPr>
          <p:cNvSpPr/>
          <p:nvPr/>
        </p:nvSpPr>
        <p:spPr>
          <a:xfrm>
            <a:off x="6942396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609" name="Rectangle 608">
            <a:extLst>
              <a:ext uri="{FF2B5EF4-FFF2-40B4-BE49-F238E27FC236}">
                <a16:creationId xmlns:a16="http://schemas.microsoft.com/office/drawing/2014/main" id="{34154D7E-8690-BE5D-3AF9-8FFB0D60CFD0}"/>
              </a:ext>
            </a:extLst>
          </p:cNvPr>
          <p:cNvSpPr/>
          <p:nvPr/>
        </p:nvSpPr>
        <p:spPr>
          <a:xfrm>
            <a:off x="7200188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610" name="Rectangle 609">
            <a:extLst>
              <a:ext uri="{FF2B5EF4-FFF2-40B4-BE49-F238E27FC236}">
                <a16:creationId xmlns:a16="http://schemas.microsoft.com/office/drawing/2014/main" id="{23456E40-74DA-20C3-F2C1-C93980EB9CEB}"/>
              </a:ext>
            </a:extLst>
          </p:cNvPr>
          <p:cNvSpPr/>
          <p:nvPr/>
        </p:nvSpPr>
        <p:spPr>
          <a:xfrm>
            <a:off x="7457980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611" name="Rectangle 610">
            <a:extLst>
              <a:ext uri="{FF2B5EF4-FFF2-40B4-BE49-F238E27FC236}">
                <a16:creationId xmlns:a16="http://schemas.microsoft.com/office/drawing/2014/main" id="{269DC048-F32E-7C59-8978-838608CB8502}"/>
              </a:ext>
            </a:extLst>
          </p:cNvPr>
          <p:cNvSpPr/>
          <p:nvPr/>
        </p:nvSpPr>
        <p:spPr>
          <a:xfrm>
            <a:off x="7715772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612" name="Rectangle 611">
            <a:extLst>
              <a:ext uri="{FF2B5EF4-FFF2-40B4-BE49-F238E27FC236}">
                <a16:creationId xmlns:a16="http://schemas.microsoft.com/office/drawing/2014/main" id="{8DB00E1E-38E4-B275-1C7C-3341DE61480D}"/>
              </a:ext>
            </a:extLst>
          </p:cNvPr>
          <p:cNvSpPr/>
          <p:nvPr/>
        </p:nvSpPr>
        <p:spPr>
          <a:xfrm>
            <a:off x="7973564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613" name="Rectangle 612">
            <a:extLst>
              <a:ext uri="{FF2B5EF4-FFF2-40B4-BE49-F238E27FC236}">
                <a16:creationId xmlns:a16="http://schemas.microsoft.com/office/drawing/2014/main" id="{24490C70-AF91-7E17-AB94-C3DAD7E97605}"/>
              </a:ext>
            </a:extLst>
          </p:cNvPr>
          <p:cNvSpPr/>
          <p:nvPr/>
        </p:nvSpPr>
        <p:spPr>
          <a:xfrm>
            <a:off x="8231355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614" name="Rectangle 613">
            <a:extLst>
              <a:ext uri="{FF2B5EF4-FFF2-40B4-BE49-F238E27FC236}">
                <a16:creationId xmlns:a16="http://schemas.microsoft.com/office/drawing/2014/main" id="{4B13C6DA-C8D6-E14F-ACC4-E6D90C218DBB}"/>
              </a:ext>
            </a:extLst>
          </p:cNvPr>
          <p:cNvSpPr/>
          <p:nvPr/>
        </p:nvSpPr>
        <p:spPr>
          <a:xfrm>
            <a:off x="8489148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615" name="Rectangle 614">
            <a:extLst>
              <a:ext uri="{FF2B5EF4-FFF2-40B4-BE49-F238E27FC236}">
                <a16:creationId xmlns:a16="http://schemas.microsoft.com/office/drawing/2014/main" id="{27B7FB72-244B-6A0E-DCE6-14D4ABD33A58}"/>
              </a:ext>
            </a:extLst>
          </p:cNvPr>
          <p:cNvSpPr/>
          <p:nvPr/>
        </p:nvSpPr>
        <p:spPr>
          <a:xfrm>
            <a:off x="8746939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617" name="Rectangle 616">
            <a:extLst>
              <a:ext uri="{FF2B5EF4-FFF2-40B4-BE49-F238E27FC236}">
                <a16:creationId xmlns:a16="http://schemas.microsoft.com/office/drawing/2014/main" id="{87C375EB-CF32-21D7-87EF-4E7906BE17E5}"/>
              </a:ext>
            </a:extLst>
          </p:cNvPr>
          <p:cNvSpPr/>
          <p:nvPr/>
        </p:nvSpPr>
        <p:spPr>
          <a:xfrm>
            <a:off x="6942396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618" name="Rectangle 617">
            <a:extLst>
              <a:ext uri="{FF2B5EF4-FFF2-40B4-BE49-F238E27FC236}">
                <a16:creationId xmlns:a16="http://schemas.microsoft.com/office/drawing/2014/main" id="{E334E1B5-3151-9351-F283-A9A1ED65EE77}"/>
              </a:ext>
            </a:extLst>
          </p:cNvPr>
          <p:cNvSpPr/>
          <p:nvPr/>
        </p:nvSpPr>
        <p:spPr>
          <a:xfrm>
            <a:off x="7200188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619" name="Rectangle 618">
            <a:extLst>
              <a:ext uri="{FF2B5EF4-FFF2-40B4-BE49-F238E27FC236}">
                <a16:creationId xmlns:a16="http://schemas.microsoft.com/office/drawing/2014/main" id="{7DC598F9-3489-C959-809C-B31288C7FFF2}"/>
              </a:ext>
            </a:extLst>
          </p:cNvPr>
          <p:cNvSpPr/>
          <p:nvPr/>
        </p:nvSpPr>
        <p:spPr>
          <a:xfrm>
            <a:off x="7457980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620" name="Rectangle 619">
            <a:extLst>
              <a:ext uri="{FF2B5EF4-FFF2-40B4-BE49-F238E27FC236}">
                <a16:creationId xmlns:a16="http://schemas.microsoft.com/office/drawing/2014/main" id="{681EC98F-B941-4143-8CC5-B63202FC6864}"/>
              </a:ext>
            </a:extLst>
          </p:cNvPr>
          <p:cNvSpPr/>
          <p:nvPr/>
        </p:nvSpPr>
        <p:spPr>
          <a:xfrm>
            <a:off x="7715772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621" name="Rectangle 620">
            <a:extLst>
              <a:ext uri="{FF2B5EF4-FFF2-40B4-BE49-F238E27FC236}">
                <a16:creationId xmlns:a16="http://schemas.microsoft.com/office/drawing/2014/main" id="{6CAA7E9E-F825-6B8E-F2FF-506D8263610C}"/>
              </a:ext>
            </a:extLst>
          </p:cNvPr>
          <p:cNvSpPr/>
          <p:nvPr/>
        </p:nvSpPr>
        <p:spPr>
          <a:xfrm>
            <a:off x="7973564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622" name="Rectangle 621">
            <a:extLst>
              <a:ext uri="{FF2B5EF4-FFF2-40B4-BE49-F238E27FC236}">
                <a16:creationId xmlns:a16="http://schemas.microsoft.com/office/drawing/2014/main" id="{881A5E93-40F4-6C50-C14D-7DFDB9BEEE05}"/>
              </a:ext>
            </a:extLst>
          </p:cNvPr>
          <p:cNvSpPr/>
          <p:nvPr/>
        </p:nvSpPr>
        <p:spPr>
          <a:xfrm>
            <a:off x="8231355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623" name="Rectangle 622">
            <a:extLst>
              <a:ext uri="{FF2B5EF4-FFF2-40B4-BE49-F238E27FC236}">
                <a16:creationId xmlns:a16="http://schemas.microsoft.com/office/drawing/2014/main" id="{902BD2E1-EECB-22DB-3803-6323CF746297}"/>
              </a:ext>
            </a:extLst>
          </p:cNvPr>
          <p:cNvSpPr/>
          <p:nvPr/>
        </p:nvSpPr>
        <p:spPr>
          <a:xfrm>
            <a:off x="8489148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624" name="Rectangle 623">
            <a:extLst>
              <a:ext uri="{FF2B5EF4-FFF2-40B4-BE49-F238E27FC236}">
                <a16:creationId xmlns:a16="http://schemas.microsoft.com/office/drawing/2014/main" id="{D35441A4-40CB-EF59-EB55-E6567EA506CD}"/>
              </a:ext>
            </a:extLst>
          </p:cNvPr>
          <p:cNvSpPr/>
          <p:nvPr/>
        </p:nvSpPr>
        <p:spPr>
          <a:xfrm>
            <a:off x="8746939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626" name="Arc 625">
            <a:extLst>
              <a:ext uri="{FF2B5EF4-FFF2-40B4-BE49-F238E27FC236}">
                <a16:creationId xmlns:a16="http://schemas.microsoft.com/office/drawing/2014/main" id="{D16088E4-FF58-4FC9-34D6-DFF4C7549235}"/>
              </a:ext>
            </a:extLst>
          </p:cNvPr>
          <p:cNvSpPr/>
          <p:nvPr/>
        </p:nvSpPr>
        <p:spPr>
          <a:xfrm>
            <a:off x="8880845" y="5962065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27" name="TextBox 626">
            <a:extLst>
              <a:ext uri="{FF2B5EF4-FFF2-40B4-BE49-F238E27FC236}">
                <a16:creationId xmlns:a16="http://schemas.microsoft.com/office/drawing/2014/main" id="{0657D18F-7FCD-8F9C-9E3B-9A379C2296BD}"/>
              </a:ext>
            </a:extLst>
          </p:cNvPr>
          <p:cNvSpPr txBox="1"/>
          <p:nvPr/>
        </p:nvSpPr>
        <p:spPr>
          <a:xfrm>
            <a:off x="9187076" y="5965231"/>
            <a:ext cx="5757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÷1000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28" name="TextBox 627">
                <a:extLst>
                  <a:ext uri="{FF2B5EF4-FFF2-40B4-BE49-F238E27FC236}">
                    <a16:creationId xmlns:a16="http://schemas.microsoft.com/office/drawing/2014/main" id="{CE2540EF-86B3-8C02-E759-80E2B53BF908}"/>
                  </a:ext>
                </a:extLst>
              </p:cNvPr>
              <p:cNvSpPr txBox="1"/>
              <p:nvPr/>
            </p:nvSpPr>
            <p:spPr>
              <a:xfrm>
                <a:off x="3588776" y="6522183"/>
                <a:ext cx="252825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y-KG" sz="1200" b="1" dirty="0">
                    <a:solidFill>
                      <a:schemeClr val="bg1">
                        <a:lumMod val="50000"/>
                      </a:schemeClr>
                    </a:solidFill>
                  </a:rPr>
                  <a:t>п</a:t>
                </a:r>
                <a:r>
                  <a:rPr lang="en-GB" sz="1200" b="1" dirty="0">
                    <a:solidFill>
                      <a:schemeClr val="bg1">
                        <a:lumMod val="50000"/>
                      </a:schemeClr>
                    </a:solidFill>
                  </a:rPr>
                  <a:t>)  </a:t>
                </a:r>
                <a:r>
                  <a:rPr lang="en-GB" sz="1200" dirty="0"/>
                  <a:t>4,02 </a:t>
                </a:r>
                <a14:m>
                  <m:oMath xmlns:m="http://schemas.openxmlformats.org/officeDocument/2006/math">
                    <m:r>
                      <a:rPr lang="en-GB" sz="1200" i="1" dirty="0">
                        <a:latin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GB" sz="1200" dirty="0"/>
                  <a:t> 10 × 1000 = ____________</a:t>
                </a:r>
              </a:p>
            </p:txBody>
          </p:sp>
        </mc:Choice>
        <mc:Fallback>
          <p:sp>
            <p:nvSpPr>
              <p:cNvPr id="628" name="TextBox 627">
                <a:extLst>
                  <a:ext uri="{FF2B5EF4-FFF2-40B4-BE49-F238E27FC236}">
                    <a16:creationId xmlns:a16="http://schemas.microsoft.com/office/drawing/2014/main" id="{CE2540EF-86B3-8C02-E759-80E2B53BF9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8776" y="6522183"/>
                <a:ext cx="2528256" cy="276999"/>
              </a:xfrm>
              <a:prstGeom prst="rect">
                <a:avLst/>
              </a:prstGeom>
              <a:blipFill>
                <a:blip r:embed="rId3"/>
                <a:stretch>
                  <a:fillRect l="-242" t="-2222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9" name="TextBox 628">
                <a:extLst>
                  <a:ext uri="{FF2B5EF4-FFF2-40B4-BE49-F238E27FC236}">
                    <a16:creationId xmlns:a16="http://schemas.microsoft.com/office/drawing/2014/main" id="{168C2E00-E8D3-F5EC-33E9-7F84FED39191}"/>
                  </a:ext>
                </a:extLst>
              </p:cNvPr>
              <p:cNvSpPr txBox="1"/>
              <p:nvPr/>
            </p:nvSpPr>
            <p:spPr>
              <a:xfrm>
                <a:off x="6955431" y="6522183"/>
                <a:ext cx="268535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y-KG" sz="1200" b="1" dirty="0">
                    <a:solidFill>
                      <a:schemeClr val="bg1">
                        <a:lumMod val="50000"/>
                      </a:schemeClr>
                    </a:solidFill>
                  </a:rPr>
                  <a:t>р</a:t>
                </a:r>
                <a:r>
                  <a:rPr lang="en-GB" sz="1200" b="1" dirty="0">
                    <a:solidFill>
                      <a:schemeClr val="bg1">
                        <a:lumMod val="50000"/>
                      </a:schemeClr>
                    </a:solidFill>
                  </a:rPr>
                  <a:t>)  </a:t>
                </a:r>
                <a:r>
                  <a:rPr lang="en-GB" sz="1200" dirty="0"/>
                  <a:t>108,7 </a:t>
                </a:r>
                <a14:m>
                  <m:oMath xmlns:m="http://schemas.openxmlformats.org/officeDocument/2006/math">
                    <m:r>
                      <a:rPr lang="en-GB" sz="1200" i="1" dirty="0">
                        <a:latin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GB" sz="1200" dirty="0"/>
                  <a:t> 1000 × 100 = ____________</a:t>
                </a:r>
              </a:p>
            </p:txBody>
          </p:sp>
        </mc:Choice>
        <mc:Fallback>
          <p:sp>
            <p:nvSpPr>
              <p:cNvPr id="629" name="TextBox 628">
                <a:extLst>
                  <a:ext uri="{FF2B5EF4-FFF2-40B4-BE49-F238E27FC236}">
                    <a16:creationId xmlns:a16="http://schemas.microsoft.com/office/drawing/2014/main" id="{168C2E00-E8D3-F5EC-33E9-7F84FED391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5431" y="6522183"/>
                <a:ext cx="2685351" cy="276999"/>
              </a:xfrm>
              <a:prstGeom prst="rect">
                <a:avLst/>
              </a:prstGeom>
              <a:blipFill>
                <a:blip r:embed="rId4"/>
                <a:stretch>
                  <a:fillRect l="-227" t="-2222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Arc 1">
            <a:extLst>
              <a:ext uri="{FF2B5EF4-FFF2-40B4-BE49-F238E27FC236}">
                <a16:creationId xmlns:a16="http://schemas.microsoft.com/office/drawing/2014/main" id="{1F1B8B01-2347-435B-6958-730EEA052CB7}"/>
              </a:ext>
            </a:extLst>
          </p:cNvPr>
          <p:cNvSpPr/>
          <p:nvPr/>
        </p:nvSpPr>
        <p:spPr>
          <a:xfrm>
            <a:off x="2435753" y="505027"/>
            <a:ext cx="599548" cy="653848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179103-1F01-5DCA-CF9D-A0F1FB395183}"/>
              </a:ext>
            </a:extLst>
          </p:cNvPr>
          <p:cNvSpPr txBox="1"/>
          <p:nvPr/>
        </p:nvSpPr>
        <p:spPr>
          <a:xfrm>
            <a:off x="2983284" y="680135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×100</a:t>
            </a:r>
          </a:p>
        </p:txBody>
      </p:sp>
      <p:sp>
        <p:nvSpPr>
          <p:cNvPr id="5" name="Arc 4">
            <a:extLst>
              <a:ext uri="{FF2B5EF4-FFF2-40B4-BE49-F238E27FC236}">
                <a16:creationId xmlns:a16="http://schemas.microsoft.com/office/drawing/2014/main" id="{A9758551-DF10-967C-F3EC-556049B03F79}"/>
              </a:ext>
            </a:extLst>
          </p:cNvPr>
          <p:cNvSpPr/>
          <p:nvPr/>
        </p:nvSpPr>
        <p:spPr>
          <a:xfrm>
            <a:off x="8455553" y="505027"/>
            <a:ext cx="599548" cy="653848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195A07-01BB-B1EA-2DE9-816595E2D53A}"/>
              </a:ext>
            </a:extLst>
          </p:cNvPr>
          <p:cNvSpPr txBox="1"/>
          <p:nvPr/>
        </p:nvSpPr>
        <p:spPr>
          <a:xfrm>
            <a:off x="9003084" y="680135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÷100</a:t>
            </a:r>
          </a:p>
        </p:txBody>
      </p:sp>
      <p:sp>
        <p:nvSpPr>
          <p:cNvPr id="9" name="Arc 8">
            <a:extLst>
              <a:ext uri="{FF2B5EF4-FFF2-40B4-BE49-F238E27FC236}">
                <a16:creationId xmlns:a16="http://schemas.microsoft.com/office/drawing/2014/main" id="{F767863B-1232-EEF2-3833-9C5962353C77}"/>
              </a:ext>
            </a:extLst>
          </p:cNvPr>
          <p:cNvSpPr/>
          <p:nvPr/>
        </p:nvSpPr>
        <p:spPr>
          <a:xfrm>
            <a:off x="2581803" y="1749627"/>
            <a:ext cx="599548" cy="653848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47CBE1B-F5CA-78D3-90FC-15646DAF483B}"/>
              </a:ext>
            </a:extLst>
          </p:cNvPr>
          <p:cNvSpPr txBox="1"/>
          <p:nvPr/>
        </p:nvSpPr>
        <p:spPr>
          <a:xfrm>
            <a:off x="3129334" y="1924735"/>
            <a:ext cx="5757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×1000</a:t>
            </a:r>
          </a:p>
        </p:txBody>
      </p:sp>
    </p:spTree>
    <p:extLst>
      <p:ext uri="{BB962C8B-B14F-4D97-AF65-F5344CB8AC3E}">
        <p14:creationId xmlns:p14="http://schemas.microsoft.com/office/powerpoint/2010/main" val="32522128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757D2F33-A6C2-B491-4A96-349BDD155D66}"/>
              </a:ext>
            </a:extLst>
          </p:cNvPr>
          <p:cNvSpPr txBox="1"/>
          <p:nvPr/>
        </p:nvSpPr>
        <p:spPr>
          <a:xfrm>
            <a:off x="2510699" y="0"/>
            <a:ext cx="48955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  <a:latin typeface="Cooper Black" panose="0208090404030B020404" pitchFamily="18" charset="0"/>
              </a:rPr>
              <a:t>Ондуктарга, жүздүктөргө жана миңдерге көбөйтүү жана бөлүү</a:t>
            </a:r>
            <a:endParaRPr lang="en-GB" sz="1200" b="1" dirty="0">
              <a:solidFill>
                <a:schemeClr val="bg1">
                  <a:lumMod val="50000"/>
                </a:schemeClr>
              </a:solidFill>
              <a:latin typeface="Cooper Black" panose="0208090404030B0204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1" name="TextBox 160">
                <a:extLst>
                  <a:ext uri="{FF2B5EF4-FFF2-40B4-BE49-F238E27FC236}">
                    <a16:creationId xmlns:a16="http://schemas.microsoft.com/office/drawing/2014/main" id="{F3A899E0-325C-1DF1-3BC2-471FCE4B2D98}"/>
                  </a:ext>
                </a:extLst>
              </p:cNvPr>
              <p:cNvSpPr txBox="1"/>
              <p:nvPr/>
            </p:nvSpPr>
            <p:spPr>
              <a:xfrm>
                <a:off x="205496" y="6522183"/>
                <a:ext cx="237917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y-KG" sz="1200" b="1" dirty="0">
                    <a:solidFill>
                      <a:schemeClr val="bg1">
                        <a:lumMod val="50000"/>
                      </a:schemeClr>
                    </a:solidFill>
                  </a:rPr>
                  <a:t>о</a:t>
                </a:r>
                <a:r>
                  <a:rPr lang="en-GB" sz="1200" b="1" dirty="0">
                    <a:solidFill>
                      <a:schemeClr val="bg1">
                        <a:lumMod val="50000"/>
                      </a:schemeClr>
                    </a:solidFill>
                  </a:rPr>
                  <a:t>)  </a:t>
                </a:r>
                <a:r>
                  <a:rPr lang="en-GB" sz="1200" dirty="0"/>
                  <a:t>2,7 × 100 </a:t>
                </a:r>
                <a14:m>
                  <m:oMath xmlns:m="http://schemas.openxmlformats.org/officeDocument/2006/math">
                    <m:r>
                      <a:rPr lang="en-GB" sz="1200" i="1" dirty="0" smtClean="0">
                        <a:latin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GB" sz="1200" dirty="0"/>
                  <a:t> 10 = ____________</a:t>
                </a:r>
              </a:p>
            </p:txBody>
          </p:sp>
        </mc:Choice>
        <mc:Fallback>
          <p:sp>
            <p:nvSpPr>
              <p:cNvPr id="161" name="TextBox 160">
                <a:extLst>
                  <a:ext uri="{FF2B5EF4-FFF2-40B4-BE49-F238E27FC236}">
                    <a16:creationId xmlns:a16="http://schemas.microsoft.com/office/drawing/2014/main" id="{F3A899E0-325C-1DF1-3BC2-471FCE4B2D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496" y="6522183"/>
                <a:ext cx="2379177" cy="276999"/>
              </a:xfrm>
              <a:prstGeom prst="rect">
                <a:avLst/>
              </a:prstGeom>
              <a:blipFill>
                <a:blip r:embed="rId2"/>
                <a:stretch>
                  <a:fillRect l="-256" t="-2222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Arc 13">
            <a:extLst>
              <a:ext uri="{FF2B5EF4-FFF2-40B4-BE49-F238E27FC236}">
                <a16:creationId xmlns:a16="http://schemas.microsoft.com/office/drawing/2014/main" id="{6B5166A8-95B3-A037-77C3-47F2EC4382BC}"/>
              </a:ext>
            </a:extLst>
          </p:cNvPr>
          <p:cNvSpPr/>
          <p:nvPr/>
        </p:nvSpPr>
        <p:spPr>
          <a:xfrm>
            <a:off x="2000778" y="501852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93521B9-B08B-E49D-4422-661AFAA3B688}"/>
              </a:ext>
            </a:extLst>
          </p:cNvPr>
          <p:cNvSpPr txBox="1"/>
          <p:nvPr/>
        </p:nvSpPr>
        <p:spPr>
          <a:xfrm>
            <a:off x="2307009" y="492810"/>
            <a:ext cx="418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×10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ABD75A0-5EEA-48CF-F912-C58F8ADDA03F}"/>
              </a:ext>
            </a:extLst>
          </p:cNvPr>
          <p:cNvSpPr/>
          <p:nvPr/>
        </p:nvSpPr>
        <p:spPr>
          <a:xfrm>
            <a:off x="579678" y="3735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D6C96F-C003-08A5-9872-AECA64A4C6AB}"/>
              </a:ext>
            </a:extLst>
          </p:cNvPr>
          <p:cNvSpPr/>
          <p:nvPr/>
        </p:nvSpPr>
        <p:spPr>
          <a:xfrm>
            <a:off x="837470" y="3735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FE7111-2E02-9C48-EC88-053BDF9B153E}"/>
              </a:ext>
            </a:extLst>
          </p:cNvPr>
          <p:cNvSpPr/>
          <p:nvPr/>
        </p:nvSpPr>
        <p:spPr>
          <a:xfrm>
            <a:off x="1095262" y="3735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D735EA4-A8FC-528A-1733-D1A78C7C83B3}"/>
              </a:ext>
            </a:extLst>
          </p:cNvPr>
          <p:cNvSpPr/>
          <p:nvPr/>
        </p:nvSpPr>
        <p:spPr>
          <a:xfrm>
            <a:off x="1353054" y="3735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8AA56D-FD22-82C5-CC72-6AA9259066A2}"/>
              </a:ext>
            </a:extLst>
          </p:cNvPr>
          <p:cNvSpPr/>
          <p:nvPr/>
        </p:nvSpPr>
        <p:spPr>
          <a:xfrm>
            <a:off x="1610845" y="3735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0BDB305-CE8F-FF14-B581-61F7D04509C5}"/>
              </a:ext>
            </a:extLst>
          </p:cNvPr>
          <p:cNvSpPr/>
          <p:nvPr/>
        </p:nvSpPr>
        <p:spPr>
          <a:xfrm>
            <a:off x="1868638" y="3735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21E4F449-91FC-29B9-CF11-E512D4A64282}"/>
              </a:ext>
            </a:extLst>
          </p:cNvPr>
          <p:cNvSpPr/>
          <p:nvPr/>
        </p:nvSpPr>
        <p:spPr>
          <a:xfrm>
            <a:off x="1842443" y="482802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196452C5-D18C-249C-135D-85E1E353E8B0}"/>
              </a:ext>
            </a:extLst>
          </p:cNvPr>
          <p:cNvSpPr/>
          <p:nvPr/>
        </p:nvSpPr>
        <p:spPr>
          <a:xfrm>
            <a:off x="579678" y="7068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305C9EEA-D037-7B8D-552F-C89DB6B8DEAC}"/>
              </a:ext>
            </a:extLst>
          </p:cNvPr>
          <p:cNvSpPr/>
          <p:nvPr/>
        </p:nvSpPr>
        <p:spPr>
          <a:xfrm>
            <a:off x="837470" y="7068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892D11C0-6C2C-D78E-C72A-623E83A003B1}"/>
              </a:ext>
            </a:extLst>
          </p:cNvPr>
          <p:cNvSpPr/>
          <p:nvPr/>
        </p:nvSpPr>
        <p:spPr>
          <a:xfrm>
            <a:off x="1095262" y="7068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935C581C-8026-5E4F-0B95-3AB3379D1686}"/>
              </a:ext>
            </a:extLst>
          </p:cNvPr>
          <p:cNvSpPr/>
          <p:nvPr/>
        </p:nvSpPr>
        <p:spPr>
          <a:xfrm>
            <a:off x="1353054" y="7068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3C4E48C3-16A2-5993-8ABA-01131D48B284}"/>
              </a:ext>
            </a:extLst>
          </p:cNvPr>
          <p:cNvSpPr/>
          <p:nvPr/>
        </p:nvSpPr>
        <p:spPr>
          <a:xfrm>
            <a:off x="1610845" y="7068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E761476E-117C-68D1-2A84-C03A727AB79D}"/>
              </a:ext>
            </a:extLst>
          </p:cNvPr>
          <p:cNvSpPr/>
          <p:nvPr/>
        </p:nvSpPr>
        <p:spPr>
          <a:xfrm>
            <a:off x="1868638" y="7068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5BEEAA38-D226-6CF8-4F2D-EE4D3CC3DFD9}"/>
              </a:ext>
            </a:extLst>
          </p:cNvPr>
          <p:cNvSpPr/>
          <p:nvPr/>
        </p:nvSpPr>
        <p:spPr>
          <a:xfrm>
            <a:off x="1842443" y="816177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64F0AEF2-3E01-627F-0AA1-CD3CB812068D}"/>
              </a:ext>
            </a:extLst>
          </p:cNvPr>
          <p:cNvSpPr/>
          <p:nvPr/>
        </p:nvSpPr>
        <p:spPr>
          <a:xfrm>
            <a:off x="579678" y="10402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D664C925-F9C2-1F9D-128A-C9D989D19FC8}"/>
              </a:ext>
            </a:extLst>
          </p:cNvPr>
          <p:cNvSpPr/>
          <p:nvPr/>
        </p:nvSpPr>
        <p:spPr>
          <a:xfrm>
            <a:off x="837470" y="10402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06C9359A-7BC7-3214-EBB2-447F0EC6AB64}"/>
              </a:ext>
            </a:extLst>
          </p:cNvPr>
          <p:cNvSpPr/>
          <p:nvPr/>
        </p:nvSpPr>
        <p:spPr>
          <a:xfrm>
            <a:off x="1095262" y="10402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99197E93-21DB-56CA-626F-CB9EC60D3366}"/>
              </a:ext>
            </a:extLst>
          </p:cNvPr>
          <p:cNvSpPr/>
          <p:nvPr/>
        </p:nvSpPr>
        <p:spPr>
          <a:xfrm>
            <a:off x="1353054" y="10402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1284011E-050A-0175-758A-7FFEA7C46087}"/>
              </a:ext>
            </a:extLst>
          </p:cNvPr>
          <p:cNvSpPr/>
          <p:nvPr/>
        </p:nvSpPr>
        <p:spPr>
          <a:xfrm>
            <a:off x="1610845" y="10402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EC42B903-94E5-E494-7F6F-B0271693FE7B}"/>
              </a:ext>
            </a:extLst>
          </p:cNvPr>
          <p:cNvSpPr/>
          <p:nvPr/>
        </p:nvSpPr>
        <p:spPr>
          <a:xfrm>
            <a:off x="1868638" y="10402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77A66291-5CE5-F80D-BA8B-2D2751287F55}"/>
              </a:ext>
            </a:extLst>
          </p:cNvPr>
          <p:cNvSpPr/>
          <p:nvPr/>
        </p:nvSpPr>
        <p:spPr>
          <a:xfrm>
            <a:off x="1842443" y="1149552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59" name="Arc 158">
            <a:extLst>
              <a:ext uri="{FF2B5EF4-FFF2-40B4-BE49-F238E27FC236}">
                <a16:creationId xmlns:a16="http://schemas.microsoft.com/office/drawing/2014/main" id="{54865AAD-2B28-44AB-E73A-D718D378312F}"/>
              </a:ext>
            </a:extLst>
          </p:cNvPr>
          <p:cNvSpPr/>
          <p:nvPr/>
        </p:nvSpPr>
        <p:spPr>
          <a:xfrm>
            <a:off x="2000778" y="878089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54E4EB01-5908-E2AB-D26C-91F880D648AE}"/>
              </a:ext>
            </a:extLst>
          </p:cNvPr>
          <p:cNvSpPr txBox="1"/>
          <p:nvPr/>
        </p:nvSpPr>
        <p:spPr>
          <a:xfrm>
            <a:off x="2307009" y="881255"/>
            <a:ext cx="418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×10</a:t>
            </a:r>
          </a:p>
        </p:txBody>
      </p:sp>
      <p:sp>
        <p:nvSpPr>
          <p:cNvPr id="164" name="Arc 163">
            <a:extLst>
              <a:ext uri="{FF2B5EF4-FFF2-40B4-BE49-F238E27FC236}">
                <a16:creationId xmlns:a16="http://schemas.microsoft.com/office/drawing/2014/main" id="{21BC2A4B-3FA5-ACBA-00BA-BD1A63291A51}"/>
              </a:ext>
            </a:extLst>
          </p:cNvPr>
          <p:cNvSpPr/>
          <p:nvPr/>
        </p:nvSpPr>
        <p:spPr>
          <a:xfrm>
            <a:off x="5323733" y="492327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0750DD01-D9D6-378B-A7A9-DAE9FEA4BD9C}"/>
              </a:ext>
            </a:extLst>
          </p:cNvPr>
          <p:cNvSpPr txBox="1"/>
          <p:nvPr/>
        </p:nvSpPr>
        <p:spPr>
          <a:xfrm>
            <a:off x="5629964" y="483285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×100</a:t>
            </a:r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CD6C6C38-B925-CDD8-102C-D8DACA1950BE}"/>
              </a:ext>
            </a:extLst>
          </p:cNvPr>
          <p:cNvSpPr/>
          <p:nvPr/>
        </p:nvSpPr>
        <p:spPr>
          <a:xfrm>
            <a:off x="3902633" y="3639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6FA4A8B2-CC55-8AAB-71CD-CD28B38B39CB}"/>
              </a:ext>
            </a:extLst>
          </p:cNvPr>
          <p:cNvSpPr/>
          <p:nvPr/>
        </p:nvSpPr>
        <p:spPr>
          <a:xfrm>
            <a:off x="4160425" y="3639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14A791FC-35FA-243D-00D5-625FA479EFBB}"/>
              </a:ext>
            </a:extLst>
          </p:cNvPr>
          <p:cNvSpPr/>
          <p:nvPr/>
        </p:nvSpPr>
        <p:spPr>
          <a:xfrm>
            <a:off x="4418217" y="3639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1704868A-3B69-A3A5-304E-A1C109B011B1}"/>
              </a:ext>
            </a:extLst>
          </p:cNvPr>
          <p:cNvSpPr/>
          <p:nvPr/>
        </p:nvSpPr>
        <p:spPr>
          <a:xfrm>
            <a:off x="4676009" y="3639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1F0B4625-09E1-8248-C7C7-EED6F29F8FD9}"/>
              </a:ext>
            </a:extLst>
          </p:cNvPr>
          <p:cNvSpPr/>
          <p:nvPr/>
        </p:nvSpPr>
        <p:spPr>
          <a:xfrm>
            <a:off x="4933800" y="3639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5CC40475-A01C-84A5-64F4-6B8EB4E1BC8B}"/>
              </a:ext>
            </a:extLst>
          </p:cNvPr>
          <p:cNvSpPr/>
          <p:nvPr/>
        </p:nvSpPr>
        <p:spPr>
          <a:xfrm>
            <a:off x="5191593" y="3639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75" name="Oval 174">
            <a:extLst>
              <a:ext uri="{FF2B5EF4-FFF2-40B4-BE49-F238E27FC236}">
                <a16:creationId xmlns:a16="http://schemas.microsoft.com/office/drawing/2014/main" id="{D6B1FBEE-4BE3-34CA-834A-E67E3D64909E}"/>
              </a:ext>
            </a:extLst>
          </p:cNvPr>
          <p:cNvSpPr/>
          <p:nvPr/>
        </p:nvSpPr>
        <p:spPr>
          <a:xfrm>
            <a:off x="5165398" y="473277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8FEB3765-40FA-340D-1645-057B78B2D7B9}"/>
              </a:ext>
            </a:extLst>
          </p:cNvPr>
          <p:cNvSpPr/>
          <p:nvPr/>
        </p:nvSpPr>
        <p:spPr>
          <a:xfrm>
            <a:off x="3902633" y="69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173F9A11-A3D3-B201-2538-36BDF2A36E81}"/>
              </a:ext>
            </a:extLst>
          </p:cNvPr>
          <p:cNvSpPr/>
          <p:nvPr/>
        </p:nvSpPr>
        <p:spPr>
          <a:xfrm>
            <a:off x="4160425" y="69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DC106FF1-CD4A-4B47-1B9B-92DF23679BD8}"/>
              </a:ext>
            </a:extLst>
          </p:cNvPr>
          <p:cNvSpPr/>
          <p:nvPr/>
        </p:nvSpPr>
        <p:spPr>
          <a:xfrm>
            <a:off x="4418217" y="69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5E9BB1F0-5B27-859C-DD6D-E0E718A621D6}"/>
              </a:ext>
            </a:extLst>
          </p:cNvPr>
          <p:cNvSpPr/>
          <p:nvPr/>
        </p:nvSpPr>
        <p:spPr>
          <a:xfrm>
            <a:off x="4676009" y="69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98DF075D-CFD2-B980-8345-669D15DD96A3}"/>
              </a:ext>
            </a:extLst>
          </p:cNvPr>
          <p:cNvSpPr/>
          <p:nvPr/>
        </p:nvSpPr>
        <p:spPr>
          <a:xfrm>
            <a:off x="4933800" y="69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733FD9F3-D73A-B05E-F0D8-54E88F4DB8CB}"/>
              </a:ext>
            </a:extLst>
          </p:cNvPr>
          <p:cNvSpPr/>
          <p:nvPr/>
        </p:nvSpPr>
        <p:spPr>
          <a:xfrm>
            <a:off x="5191593" y="69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84" name="Oval 183">
            <a:extLst>
              <a:ext uri="{FF2B5EF4-FFF2-40B4-BE49-F238E27FC236}">
                <a16:creationId xmlns:a16="http://schemas.microsoft.com/office/drawing/2014/main" id="{7CD790F6-868A-2741-4AE5-EDCD66A0B38D}"/>
              </a:ext>
            </a:extLst>
          </p:cNvPr>
          <p:cNvSpPr/>
          <p:nvPr/>
        </p:nvSpPr>
        <p:spPr>
          <a:xfrm>
            <a:off x="5165398" y="806652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9D8F23F7-CFA5-1837-8C91-BB7FFEEF1EDB}"/>
              </a:ext>
            </a:extLst>
          </p:cNvPr>
          <p:cNvSpPr/>
          <p:nvPr/>
        </p:nvSpPr>
        <p:spPr>
          <a:xfrm>
            <a:off x="3902633" y="103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4178DEF3-C95C-1246-698F-E97FE2ADA70E}"/>
              </a:ext>
            </a:extLst>
          </p:cNvPr>
          <p:cNvSpPr/>
          <p:nvPr/>
        </p:nvSpPr>
        <p:spPr>
          <a:xfrm>
            <a:off x="4160425" y="103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53074AF6-FDC2-BDAC-F823-DAF32D390414}"/>
              </a:ext>
            </a:extLst>
          </p:cNvPr>
          <p:cNvSpPr/>
          <p:nvPr/>
        </p:nvSpPr>
        <p:spPr>
          <a:xfrm>
            <a:off x="4418217" y="103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A6067DD6-D51C-39B8-AC02-D2D301BC6335}"/>
              </a:ext>
            </a:extLst>
          </p:cNvPr>
          <p:cNvSpPr/>
          <p:nvPr/>
        </p:nvSpPr>
        <p:spPr>
          <a:xfrm>
            <a:off x="4676009" y="103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0025B582-A83E-1ED9-3760-55447F7D6818}"/>
              </a:ext>
            </a:extLst>
          </p:cNvPr>
          <p:cNvSpPr/>
          <p:nvPr/>
        </p:nvSpPr>
        <p:spPr>
          <a:xfrm>
            <a:off x="4933800" y="103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5E7E34B3-A848-C0E9-E314-C5EE0B311512}"/>
              </a:ext>
            </a:extLst>
          </p:cNvPr>
          <p:cNvSpPr/>
          <p:nvPr/>
        </p:nvSpPr>
        <p:spPr>
          <a:xfrm>
            <a:off x="5191593" y="103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93" name="Oval 192">
            <a:extLst>
              <a:ext uri="{FF2B5EF4-FFF2-40B4-BE49-F238E27FC236}">
                <a16:creationId xmlns:a16="http://schemas.microsoft.com/office/drawing/2014/main" id="{F4CA1F6B-9914-DC68-9E91-8A15B85BC937}"/>
              </a:ext>
            </a:extLst>
          </p:cNvPr>
          <p:cNvSpPr/>
          <p:nvPr/>
        </p:nvSpPr>
        <p:spPr>
          <a:xfrm>
            <a:off x="5165398" y="1140027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94" name="Arc 193">
            <a:extLst>
              <a:ext uri="{FF2B5EF4-FFF2-40B4-BE49-F238E27FC236}">
                <a16:creationId xmlns:a16="http://schemas.microsoft.com/office/drawing/2014/main" id="{4E7AC21E-9A9E-EAC3-FFF3-BC5580D1CC98}"/>
              </a:ext>
            </a:extLst>
          </p:cNvPr>
          <p:cNvSpPr/>
          <p:nvPr/>
        </p:nvSpPr>
        <p:spPr>
          <a:xfrm>
            <a:off x="5323733" y="868564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86B355D1-2CFE-4616-390F-2FE276991512}"/>
              </a:ext>
            </a:extLst>
          </p:cNvPr>
          <p:cNvSpPr txBox="1"/>
          <p:nvPr/>
        </p:nvSpPr>
        <p:spPr>
          <a:xfrm>
            <a:off x="5629964" y="871730"/>
            <a:ext cx="418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÷10</a:t>
            </a:r>
          </a:p>
        </p:txBody>
      </p:sp>
      <p:sp>
        <p:nvSpPr>
          <p:cNvPr id="197" name="Arc 196">
            <a:extLst>
              <a:ext uri="{FF2B5EF4-FFF2-40B4-BE49-F238E27FC236}">
                <a16:creationId xmlns:a16="http://schemas.microsoft.com/office/drawing/2014/main" id="{76BD346C-C07B-23F7-3049-735A0FDE44FF}"/>
              </a:ext>
            </a:extLst>
          </p:cNvPr>
          <p:cNvSpPr/>
          <p:nvPr/>
        </p:nvSpPr>
        <p:spPr>
          <a:xfrm>
            <a:off x="8040263" y="492327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7C469E24-A9AE-5AE0-07D9-93FC6C4B1611}"/>
              </a:ext>
            </a:extLst>
          </p:cNvPr>
          <p:cNvSpPr txBox="1"/>
          <p:nvPr/>
        </p:nvSpPr>
        <p:spPr>
          <a:xfrm>
            <a:off x="8346494" y="483285"/>
            <a:ext cx="418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÷10</a:t>
            </a:r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B44C5DDD-49B5-909C-DEE9-D8A73F7CA23D}"/>
              </a:ext>
            </a:extLst>
          </p:cNvPr>
          <p:cNvSpPr/>
          <p:nvPr/>
        </p:nvSpPr>
        <p:spPr>
          <a:xfrm>
            <a:off x="6876955" y="3639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8055408B-DE2B-BB83-7E9B-BC629F06131B}"/>
              </a:ext>
            </a:extLst>
          </p:cNvPr>
          <p:cNvSpPr/>
          <p:nvPr/>
        </p:nvSpPr>
        <p:spPr>
          <a:xfrm>
            <a:off x="7134747" y="3639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5A9D061E-F7F0-C311-7006-886D45EDAB32}"/>
              </a:ext>
            </a:extLst>
          </p:cNvPr>
          <p:cNvSpPr/>
          <p:nvPr/>
        </p:nvSpPr>
        <p:spPr>
          <a:xfrm>
            <a:off x="7392539" y="3639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F4667CF6-3B3B-319E-10B1-E9EC7B941474}"/>
              </a:ext>
            </a:extLst>
          </p:cNvPr>
          <p:cNvSpPr/>
          <p:nvPr/>
        </p:nvSpPr>
        <p:spPr>
          <a:xfrm>
            <a:off x="7650330" y="3639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D208538B-FDEA-6E9F-839F-A6A600464C86}"/>
              </a:ext>
            </a:extLst>
          </p:cNvPr>
          <p:cNvSpPr/>
          <p:nvPr/>
        </p:nvSpPr>
        <p:spPr>
          <a:xfrm>
            <a:off x="7908123" y="3639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08" name="Oval 207">
            <a:extLst>
              <a:ext uri="{FF2B5EF4-FFF2-40B4-BE49-F238E27FC236}">
                <a16:creationId xmlns:a16="http://schemas.microsoft.com/office/drawing/2014/main" id="{CB217BA5-DD77-0687-70A5-A70E3884F13D}"/>
              </a:ext>
            </a:extLst>
          </p:cNvPr>
          <p:cNvSpPr/>
          <p:nvPr/>
        </p:nvSpPr>
        <p:spPr>
          <a:xfrm>
            <a:off x="7881928" y="473277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4DE60342-F7D0-05EB-452F-D2B1552F2DAA}"/>
              </a:ext>
            </a:extLst>
          </p:cNvPr>
          <p:cNvSpPr/>
          <p:nvPr/>
        </p:nvSpPr>
        <p:spPr>
          <a:xfrm>
            <a:off x="6876955" y="69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09822AEA-C03F-0FC7-ABCF-3C4382589F1E}"/>
              </a:ext>
            </a:extLst>
          </p:cNvPr>
          <p:cNvSpPr/>
          <p:nvPr/>
        </p:nvSpPr>
        <p:spPr>
          <a:xfrm>
            <a:off x="7134747" y="69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C8A741CB-1D4D-92D5-89D0-9D04B0B58C3E}"/>
              </a:ext>
            </a:extLst>
          </p:cNvPr>
          <p:cNvSpPr/>
          <p:nvPr/>
        </p:nvSpPr>
        <p:spPr>
          <a:xfrm>
            <a:off x="7392539" y="69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70F5A450-4CEA-1B56-CE01-34CB1FCBAEDA}"/>
              </a:ext>
            </a:extLst>
          </p:cNvPr>
          <p:cNvSpPr/>
          <p:nvPr/>
        </p:nvSpPr>
        <p:spPr>
          <a:xfrm>
            <a:off x="7650330" y="69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215" name="Rectangle 214">
            <a:extLst>
              <a:ext uri="{FF2B5EF4-FFF2-40B4-BE49-F238E27FC236}">
                <a16:creationId xmlns:a16="http://schemas.microsoft.com/office/drawing/2014/main" id="{B71F879D-9B7D-F9AB-0C2B-D193FD2C1EFD}"/>
              </a:ext>
            </a:extLst>
          </p:cNvPr>
          <p:cNvSpPr/>
          <p:nvPr/>
        </p:nvSpPr>
        <p:spPr>
          <a:xfrm>
            <a:off x="7908123" y="69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17" name="Oval 216">
            <a:extLst>
              <a:ext uri="{FF2B5EF4-FFF2-40B4-BE49-F238E27FC236}">
                <a16:creationId xmlns:a16="http://schemas.microsoft.com/office/drawing/2014/main" id="{E1DBBEBC-0B8D-DE12-0815-2BDA357E6F26}"/>
              </a:ext>
            </a:extLst>
          </p:cNvPr>
          <p:cNvSpPr/>
          <p:nvPr/>
        </p:nvSpPr>
        <p:spPr>
          <a:xfrm>
            <a:off x="7881928" y="806652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20" name="Rectangle 219">
            <a:extLst>
              <a:ext uri="{FF2B5EF4-FFF2-40B4-BE49-F238E27FC236}">
                <a16:creationId xmlns:a16="http://schemas.microsoft.com/office/drawing/2014/main" id="{22BB5CDA-B1D3-06E5-8784-6FCB7F89E151}"/>
              </a:ext>
            </a:extLst>
          </p:cNvPr>
          <p:cNvSpPr/>
          <p:nvPr/>
        </p:nvSpPr>
        <p:spPr>
          <a:xfrm>
            <a:off x="6876955" y="103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7E19329D-FB6A-873F-F266-4931C684AB27}"/>
              </a:ext>
            </a:extLst>
          </p:cNvPr>
          <p:cNvSpPr/>
          <p:nvPr/>
        </p:nvSpPr>
        <p:spPr>
          <a:xfrm>
            <a:off x="7134747" y="103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F163715F-858C-6BC0-CB8C-323AD4BF51EE}"/>
              </a:ext>
            </a:extLst>
          </p:cNvPr>
          <p:cNvSpPr/>
          <p:nvPr/>
        </p:nvSpPr>
        <p:spPr>
          <a:xfrm>
            <a:off x="7392539" y="103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EB6FFA8D-4300-67FA-1806-2D75C15E627F}"/>
              </a:ext>
            </a:extLst>
          </p:cNvPr>
          <p:cNvSpPr/>
          <p:nvPr/>
        </p:nvSpPr>
        <p:spPr>
          <a:xfrm>
            <a:off x="7650330" y="103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59CF37E7-18ED-1A46-A0A6-4EC014A19285}"/>
              </a:ext>
            </a:extLst>
          </p:cNvPr>
          <p:cNvSpPr/>
          <p:nvPr/>
        </p:nvSpPr>
        <p:spPr>
          <a:xfrm>
            <a:off x="7908123" y="103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226" name="Oval 225">
            <a:extLst>
              <a:ext uri="{FF2B5EF4-FFF2-40B4-BE49-F238E27FC236}">
                <a16:creationId xmlns:a16="http://schemas.microsoft.com/office/drawing/2014/main" id="{5F0C2A83-6B0E-0871-AC1A-E2ECE9A9EDF6}"/>
              </a:ext>
            </a:extLst>
          </p:cNvPr>
          <p:cNvSpPr/>
          <p:nvPr/>
        </p:nvSpPr>
        <p:spPr>
          <a:xfrm>
            <a:off x="7881928" y="1140027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27" name="Arc 226">
            <a:extLst>
              <a:ext uri="{FF2B5EF4-FFF2-40B4-BE49-F238E27FC236}">
                <a16:creationId xmlns:a16="http://schemas.microsoft.com/office/drawing/2014/main" id="{D13DA681-8693-96EC-7E8E-C16FC9A79874}"/>
              </a:ext>
            </a:extLst>
          </p:cNvPr>
          <p:cNvSpPr/>
          <p:nvPr/>
        </p:nvSpPr>
        <p:spPr>
          <a:xfrm>
            <a:off x="8040263" y="868564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922C17B4-2F19-C953-3028-1963FDCBF8A7}"/>
              </a:ext>
            </a:extLst>
          </p:cNvPr>
          <p:cNvSpPr txBox="1"/>
          <p:nvPr/>
        </p:nvSpPr>
        <p:spPr>
          <a:xfrm>
            <a:off x="8346494" y="871730"/>
            <a:ext cx="418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÷10</a:t>
            </a:r>
          </a:p>
        </p:txBody>
      </p:sp>
      <p:sp>
        <p:nvSpPr>
          <p:cNvPr id="300" name="Arc 299">
            <a:extLst>
              <a:ext uri="{FF2B5EF4-FFF2-40B4-BE49-F238E27FC236}">
                <a16:creationId xmlns:a16="http://schemas.microsoft.com/office/drawing/2014/main" id="{B3612BA9-0E8F-F424-6962-DC6CE5E9B818}"/>
              </a:ext>
            </a:extLst>
          </p:cNvPr>
          <p:cNvSpPr/>
          <p:nvPr/>
        </p:nvSpPr>
        <p:spPr>
          <a:xfrm>
            <a:off x="2115078" y="1759352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1" name="TextBox 300">
            <a:extLst>
              <a:ext uri="{FF2B5EF4-FFF2-40B4-BE49-F238E27FC236}">
                <a16:creationId xmlns:a16="http://schemas.microsoft.com/office/drawing/2014/main" id="{F4F39523-ECE5-8236-3816-1E7B68900EC4}"/>
              </a:ext>
            </a:extLst>
          </p:cNvPr>
          <p:cNvSpPr txBox="1"/>
          <p:nvPr/>
        </p:nvSpPr>
        <p:spPr>
          <a:xfrm>
            <a:off x="2421309" y="1750310"/>
            <a:ext cx="418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×10</a:t>
            </a:r>
          </a:p>
        </p:txBody>
      </p:sp>
      <p:sp>
        <p:nvSpPr>
          <p:cNvPr id="304" name="Rectangle 303">
            <a:extLst>
              <a:ext uri="{FF2B5EF4-FFF2-40B4-BE49-F238E27FC236}">
                <a16:creationId xmlns:a16="http://schemas.microsoft.com/office/drawing/2014/main" id="{969F8581-59E9-9C55-E863-BC26CE04CA4F}"/>
              </a:ext>
            </a:extLst>
          </p:cNvPr>
          <p:cNvSpPr/>
          <p:nvPr/>
        </p:nvSpPr>
        <p:spPr>
          <a:xfrm>
            <a:off x="693978" y="16310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05" name="Rectangle 304">
            <a:extLst>
              <a:ext uri="{FF2B5EF4-FFF2-40B4-BE49-F238E27FC236}">
                <a16:creationId xmlns:a16="http://schemas.microsoft.com/office/drawing/2014/main" id="{BF43446C-9047-F693-5F2A-4325D48D0E28}"/>
              </a:ext>
            </a:extLst>
          </p:cNvPr>
          <p:cNvSpPr/>
          <p:nvPr/>
        </p:nvSpPr>
        <p:spPr>
          <a:xfrm>
            <a:off x="951770" y="16310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06" name="Rectangle 305">
            <a:extLst>
              <a:ext uri="{FF2B5EF4-FFF2-40B4-BE49-F238E27FC236}">
                <a16:creationId xmlns:a16="http://schemas.microsoft.com/office/drawing/2014/main" id="{5691FBF6-32FA-061D-13EF-B215D451F6A8}"/>
              </a:ext>
            </a:extLst>
          </p:cNvPr>
          <p:cNvSpPr/>
          <p:nvPr/>
        </p:nvSpPr>
        <p:spPr>
          <a:xfrm>
            <a:off x="1209562" y="16310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DDB4620C-96F7-F16F-2ACA-D96E5B722D67}"/>
              </a:ext>
            </a:extLst>
          </p:cNvPr>
          <p:cNvSpPr/>
          <p:nvPr/>
        </p:nvSpPr>
        <p:spPr>
          <a:xfrm>
            <a:off x="1467354" y="16310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08" name="Rectangle 307">
            <a:extLst>
              <a:ext uri="{FF2B5EF4-FFF2-40B4-BE49-F238E27FC236}">
                <a16:creationId xmlns:a16="http://schemas.microsoft.com/office/drawing/2014/main" id="{50BCEA67-4ADB-EE51-AAD2-A55DB2920314}"/>
              </a:ext>
            </a:extLst>
          </p:cNvPr>
          <p:cNvSpPr/>
          <p:nvPr/>
        </p:nvSpPr>
        <p:spPr>
          <a:xfrm>
            <a:off x="1725145" y="16310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309" name="Rectangle 308">
            <a:extLst>
              <a:ext uri="{FF2B5EF4-FFF2-40B4-BE49-F238E27FC236}">
                <a16:creationId xmlns:a16="http://schemas.microsoft.com/office/drawing/2014/main" id="{849386A8-B523-E5D0-858C-40DA5A150469}"/>
              </a:ext>
            </a:extLst>
          </p:cNvPr>
          <p:cNvSpPr/>
          <p:nvPr/>
        </p:nvSpPr>
        <p:spPr>
          <a:xfrm>
            <a:off x="1982938" y="16310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11" name="Oval 310">
            <a:extLst>
              <a:ext uri="{FF2B5EF4-FFF2-40B4-BE49-F238E27FC236}">
                <a16:creationId xmlns:a16="http://schemas.microsoft.com/office/drawing/2014/main" id="{F3E1679A-1594-759C-D609-6964D7C72CF0}"/>
              </a:ext>
            </a:extLst>
          </p:cNvPr>
          <p:cNvSpPr/>
          <p:nvPr/>
        </p:nvSpPr>
        <p:spPr>
          <a:xfrm>
            <a:off x="1956743" y="1740302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13" name="Rectangle 312">
            <a:extLst>
              <a:ext uri="{FF2B5EF4-FFF2-40B4-BE49-F238E27FC236}">
                <a16:creationId xmlns:a16="http://schemas.microsoft.com/office/drawing/2014/main" id="{CC59E5A0-2B1B-1EF4-95DC-DBB23B162158}"/>
              </a:ext>
            </a:extLst>
          </p:cNvPr>
          <p:cNvSpPr/>
          <p:nvPr/>
        </p:nvSpPr>
        <p:spPr>
          <a:xfrm>
            <a:off x="693978" y="19643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14" name="Rectangle 313">
            <a:extLst>
              <a:ext uri="{FF2B5EF4-FFF2-40B4-BE49-F238E27FC236}">
                <a16:creationId xmlns:a16="http://schemas.microsoft.com/office/drawing/2014/main" id="{27941B44-7707-4C96-DE30-C678FF03ECC0}"/>
              </a:ext>
            </a:extLst>
          </p:cNvPr>
          <p:cNvSpPr/>
          <p:nvPr/>
        </p:nvSpPr>
        <p:spPr>
          <a:xfrm>
            <a:off x="951770" y="19643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15" name="Rectangle 314">
            <a:extLst>
              <a:ext uri="{FF2B5EF4-FFF2-40B4-BE49-F238E27FC236}">
                <a16:creationId xmlns:a16="http://schemas.microsoft.com/office/drawing/2014/main" id="{0DBD7A93-BAB7-8E70-FB9D-6A17373DF86C}"/>
              </a:ext>
            </a:extLst>
          </p:cNvPr>
          <p:cNvSpPr/>
          <p:nvPr/>
        </p:nvSpPr>
        <p:spPr>
          <a:xfrm>
            <a:off x="1209562" y="19643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16" name="Rectangle 315">
            <a:extLst>
              <a:ext uri="{FF2B5EF4-FFF2-40B4-BE49-F238E27FC236}">
                <a16:creationId xmlns:a16="http://schemas.microsoft.com/office/drawing/2014/main" id="{A5893013-8346-A921-A89D-CD52475F386F}"/>
              </a:ext>
            </a:extLst>
          </p:cNvPr>
          <p:cNvSpPr/>
          <p:nvPr/>
        </p:nvSpPr>
        <p:spPr>
          <a:xfrm>
            <a:off x="1467354" y="19643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8</a:t>
            </a:r>
          </a:p>
        </p:txBody>
      </p:sp>
      <p:sp>
        <p:nvSpPr>
          <p:cNvPr id="317" name="Rectangle 316">
            <a:extLst>
              <a:ext uri="{FF2B5EF4-FFF2-40B4-BE49-F238E27FC236}">
                <a16:creationId xmlns:a16="http://schemas.microsoft.com/office/drawing/2014/main" id="{506E752A-F968-E82E-DCD8-D9114528A5BC}"/>
              </a:ext>
            </a:extLst>
          </p:cNvPr>
          <p:cNvSpPr/>
          <p:nvPr/>
        </p:nvSpPr>
        <p:spPr>
          <a:xfrm>
            <a:off x="1725145" y="19643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318" name="Rectangle 317">
            <a:extLst>
              <a:ext uri="{FF2B5EF4-FFF2-40B4-BE49-F238E27FC236}">
                <a16:creationId xmlns:a16="http://schemas.microsoft.com/office/drawing/2014/main" id="{6D857831-AEE4-598E-49EF-11C6847D55C9}"/>
              </a:ext>
            </a:extLst>
          </p:cNvPr>
          <p:cNvSpPr/>
          <p:nvPr/>
        </p:nvSpPr>
        <p:spPr>
          <a:xfrm>
            <a:off x="1982938" y="19643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20" name="Oval 319">
            <a:extLst>
              <a:ext uri="{FF2B5EF4-FFF2-40B4-BE49-F238E27FC236}">
                <a16:creationId xmlns:a16="http://schemas.microsoft.com/office/drawing/2014/main" id="{13EA02E5-9DC9-EF1B-56F4-12F14158EB7B}"/>
              </a:ext>
            </a:extLst>
          </p:cNvPr>
          <p:cNvSpPr/>
          <p:nvPr/>
        </p:nvSpPr>
        <p:spPr>
          <a:xfrm>
            <a:off x="1956743" y="2073677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22" name="Rectangle 321">
            <a:extLst>
              <a:ext uri="{FF2B5EF4-FFF2-40B4-BE49-F238E27FC236}">
                <a16:creationId xmlns:a16="http://schemas.microsoft.com/office/drawing/2014/main" id="{38EDCF4E-6614-F9BA-3254-19BA2A145F0F}"/>
              </a:ext>
            </a:extLst>
          </p:cNvPr>
          <p:cNvSpPr/>
          <p:nvPr/>
        </p:nvSpPr>
        <p:spPr>
          <a:xfrm>
            <a:off x="693978" y="22977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23" name="Rectangle 322">
            <a:extLst>
              <a:ext uri="{FF2B5EF4-FFF2-40B4-BE49-F238E27FC236}">
                <a16:creationId xmlns:a16="http://schemas.microsoft.com/office/drawing/2014/main" id="{FCCA650B-012E-04D3-5D8A-CA249F4C1A60}"/>
              </a:ext>
            </a:extLst>
          </p:cNvPr>
          <p:cNvSpPr/>
          <p:nvPr/>
        </p:nvSpPr>
        <p:spPr>
          <a:xfrm>
            <a:off x="951770" y="22977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8</a:t>
            </a:r>
          </a:p>
        </p:txBody>
      </p:sp>
      <p:sp>
        <p:nvSpPr>
          <p:cNvPr id="324" name="Rectangle 323">
            <a:extLst>
              <a:ext uri="{FF2B5EF4-FFF2-40B4-BE49-F238E27FC236}">
                <a16:creationId xmlns:a16="http://schemas.microsoft.com/office/drawing/2014/main" id="{CC38648E-FFB5-7E3F-5F61-F09350E4C820}"/>
              </a:ext>
            </a:extLst>
          </p:cNvPr>
          <p:cNvSpPr/>
          <p:nvPr/>
        </p:nvSpPr>
        <p:spPr>
          <a:xfrm>
            <a:off x="1209562" y="22977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325" name="Rectangle 324">
            <a:extLst>
              <a:ext uri="{FF2B5EF4-FFF2-40B4-BE49-F238E27FC236}">
                <a16:creationId xmlns:a16="http://schemas.microsoft.com/office/drawing/2014/main" id="{FF2323AC-58A6-D97D-1F68-FF8BE4952694}"/>
              </a:ext>
            </a:extLst>
          </p:cNvPr>
          <p:cNvSpPr/>
          <p:nvPr/>
        </p:nvSpPr>
        <p:spPr>
          <a:xfrm>
            <a:off x="1467354" y="22977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326" name="Rectangle 325">
            <a:extLst>
              <a:ext uri="{FF2B5EF4-FFF2-40B4-BE49-F238E27FC236}">
                <a16:creationId xmlns:a16="http://schemas.microsoft.com/office/drawing/2014/main" id="{5F0DFBF6-6360-BE36-6019-D67BCE098641}"/>
              </a:ext>
            </a:extLst>
          </p:cNvPr>
          <p:cNvSpPr/>
          <p:nvPr/>
        </p:nvSpPr>
        <p:spPr>
          <a:xfrm>
            <a:off x="1725145" y="22977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327" name="Rectangle 326">
            <a:extLst>
              <a:ext uri="{FF2B5EF4-FFF2-40B4-BE49-F238E27FC236}">
                <a16:creationId xmlns:a16="http://schemas.microsoft.com/office/drawing/2014/main" id="{F4FFC95F-631F-22DD-C7FF-34824EE04793}"/>
              </a:ext>
            </a:extLst>
          </p:cNvPr>
          <p:cNvSpPr/>
          <p:nvPr/>
        </p:nvSpPr>
        <p:spPr>
          <a:xfrm>
            <a:off x="1982938" y="22977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29" name="Oval 328">
            <a:extLst>
              <a:ext uri="{FF2B5EF4-FFF2-40B4-BE49-F238E27FC236}">
                <a16:creationId xmlns:a16="http://schemas.microsoft.com/office/drawing/2014/main" id="{C1A93837-70F0-9EB5-1F0D-5B459C6083E2}"/>
              </a:ext>
            </a:extLst>
          </p:cNvPr>
          <p:cNvSpPr/>
          <p:nvPr/>
        </p:nvSpPr>
        <p:spPr>
          <a:xfrm>
            <a:off x="1956743" y="2407052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30" name="Arc 329">
            <a:extLst>
              <a:ext uri="{FF2B5EF4-FFF2-40B4-BE49-F238E27FC236}">
                <a16:creationId xmlns:a16="http://schemas.microsoft.com/office/drawing/2014/main" id="{AA645647-518E-7C72-4F41-B7BB3F5C73D2}"/>
              </a:ext>
            </a:extLst>
          </p:cNvPr>
          <p:cNvSpPr/>
          <p:nvPr/>
        </p:nvSpPr>
        <p:spPr>
          <a:xfrm>
            <a:off x="2115078" y="2135589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1" name="TextBox 330">
            <a:extLst>
              <a:ext uri="{FF2B5EF4-FFF2-40B4-BE49-F238E27FC236}">
                <a16:creationId xmlns:a16="http://schemas.microsoft.com/office/drawing/2014/main" id="{DCB0CB8E-468C-FFB9-7DF0-78DA2B034EBB}"/>
              </a:ext>
            </a:extLst>
          </p:cNvPr>
          <p:cNvSpPr txBox="1"/>
          <p:nvPr/>
        </p:nvSpPr>
        <p:spPr>
          <a:xfrm>
            <a:off x="2421309" y="2138755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×100</a:t>
            </a:r>
          </a:p>
        </p:txBody>
      </p:sp>
      <p:sp>
        <p:nvSpPr>
          <p:cNvPr id="268" name="Arc 267">
            <a:extLst>
              <a:ext uri="{FF2B5EF4-FFF2-40B4-BE49-F238E27FC236}">
                <a16:creationId xmlns:a16="http://schemas.microsoft.com/office/drawing/2014/main" id="{F0C0FA61-16CB-CD26-EF30-0C81F5763E34}"/>
              </a:ext>
            </a:extLst>
          </p:cNvPr>
          <p:cNvSpPr/>
          <p:nvPr/>
        </p:nvSpPr>
        <p:spPr>
          <a:xfrm>
            <a:off x="5621390" y="1765702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1D297A24-8DB4-6505-1544-763EBEF1980C}"/>
              </a:ext>
            </a:extLst>
          </p:cNvPr>
          <p:cNvSpPr txBox="1"/>
          <p:nvPr/>
        </p:nvSpPr>
        <p:spPr>
          <a:xfrm>
            <a:off x="5927621" y="1756660"/>
            <a:ext cx="418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÷10</a:t>
            </a:r>
          </a:p>
        </p:txBody>
      </p:sp>
      <p:sp>
        <p:nvSpPr>
          <p:cNvPr id="273" name="Rectangle 272">
            <a:extLst>
              <a:ext uri="{FF2B5EF4-FFF2-40B4-BE49-F238E27FC236}">
                <a16:creationId xmlns:a16="http://schemas.microsoft.com/office/drawing/2014/main" id="{102394BF-2D69-5165-ECD6-A6247918CD58}"/>
              </a:ext>
            </a:extLst>
          </p:cNvPr>
          <p:cNvSpPr/>
          <p:nvPr/>
        </p:nvSpPr>
        <p:spPr>
          <a:xfrm>
            <a:off x="4198525" y="163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74" name="Rectangle 273">
            <a:extLst>
              <a:ext uri="{FF2B5EF4-FFF2-40B4-BE49-F238E27FC236}">
                <a16:creationId xmlns:a16="http://schemas.microsoft.com/office/drawing/2014/main" id="{86644842-616B-B8D9-EC2F-CD4F411765CC}"/>
              </a:ext>
            </a:extLst>
          </p:cNvPr>
          <p:cNvSpPr/>
          <p:nvPr/>
        </p:nvSpPr>
        <p:spPr>
          <a:xfrm>
            <a:off x="4456317" y="163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75" name="Rectangle 274">
            <a:extLst>
              <a:ext uri="{FF2B5EF4-FFF2-40B4-BE49-F238E27FC236}">
                <a16:creationId xmlns:a16="http://schemas.microsoft.com/office/drawing/2014/main" id="{BFEFC56C-726E-82F7-4495-F34B353CE981}"/>
              </a:ext>
            </a:extLst>
          </p:cNvPr>
          <p:cNvSpPr/>
          <p:nvPr/>
        </p:nvSpPr>
        <p:spPr>
          <a:xfrm>
            <a:off x="4714109" y="163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76" name="Rectangle 275">
            <a:extLst>
              <a:ext uri="{FF2B5EF4-FFF2-40B4-BE49-F238E27FC236}">
                <a16:creationId xmlns:a16="http://schemas.microsoft.com/office/drawing/2014/main" id="{60DCEABD-28E5-3304-1E3C-337B014BF07F}"/>
              </a:ext>
            </a:extLst>
          </p:cNvPr>
          <p:cNvSpPr/>
          <p:nvPr/>
        </p:nvSpPr>
        <p:spPr>
          <a:xfrm>
            <a:off x="4971900" y="163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77" name="Rectangle 276">
            <a:extLst>
              <a:ext uri="{FF2B5EF4-FFF2-40B4-BE49-F238E27FC236}">
                <a16:creationId xmlns:a16="http://schemas.microsoft.com/office/drawing/2014/main" id="{CDB66F51-51C8-411C-E01D-221A420590FE}"/>
              </a:ext>
            </a:extLst>
          </p:cNvPr>
          <p:cNvSpPr/>
          <p:nvPr/>
        </p:nvSpPr>
        <p:spPr>
          <a:xfrm>
            <a:off x="5229693" y="163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78" name="Rectangle 277">
            <a:extLst>
              <a:ext uri="{FF2B5EF4-FFF2-40B4-BE49-F238E27FC236}">
                <a16:creationId xmlns:a16="http://schemas.microsoft.com/office/drawing/2014/main" id="{2781D7F4-FDC1-4747-9BC6-24AA8DE7349C}"/>
              </a:ext>
            </a:extLst>
          </p:cNvPr>
          <p:cNvSpPr/>
          <p:nvPr/>
        </p:nvSpPr>
        <p:spPr>
          <a:xfrm>
            <a:off x="5487484" y="163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79" name="Oval 278">
            <a:extLst>
              <a:ext uri="{FF2B5EF4-FFF2-40B4-BE49-F238E27FC236}">
                <a16:creationId xmlns:a16="http://schemas.microsoft.com/office/drawing/2014/main" id="{519E36B1-C068-ACEB-7215-81F3F1E521F6}"/>
              </a:ext>
            </a:extLst>
          </p:cNvPr>
          <p:cNvSpPr/>
          <p:nvPr/>
        </p:nvSpPr>
        <p:spPr>
          <a:xfrm>
            <a:off x="5203498" y="1746652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82" name="Rectangle 281">
            <a:extLst>
              <a:ext uri="{FF2B5EF4-FFF2-40B4-BE49-F238E27FC236}">
                <a16:creationId xmlns:a16="http://schemas.microsoft.com/office/drawing/2014/main" id="{735E63A5-5514-5E30-5ABE-665F2C4B48E1}"/>
              </a:ext>
            </a:extLst>
          </p:cNvPr>
          <p:cNvSpPr/>
          <p:nvPr/>
        </p:nvSpPr>
        <p:spPr>
          <a:xfrm>
            <a:off x="4198525" y="197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83" name="Rectangle 282">
            <a:extLst>
              <a:ext uri="{FF2B5EF4-FFF2-40B4-BE49-F238E27FC236}">
                <a16:creationId xmlns:a16="http://schemas.microsoft.com/office/drawing/2014/main" id="{7D27BF9C-525C-602A-B01D-90814EE3A8BF}"/>
              </a:ext>
            </a:extLst>
          </p:cNvPr>
          <p:cNvSpPr/>
          <p:nvPr/>
        </p:nvSpPr>
        <p:spPr>
          <a:xfrm>
            <a:off x="4456317" y="197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84" name="Rectangle 283">
            <a:extLst>
              <a:ext uri="{FF2B5EF4-FFF2-40B4-BE49-F238E27FC236}">
                <a16:creationId xmlns:a16="http://schemas.microsoft.com/office/drawing/2014/main" id="{27D02089-3861-7923-835A-1A5663B5ED71}"/>
              </a:ext>
            </a:extLst>
          </p:cNvPr>
          <p:cNvSpPr/>
          <p:nvPr/>
        </p:nvSpPr>
        <p:spPr>
          <a:xfrm>
            <a:off x="4714109" y="197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85" name="Rectangle 284">
            <a:extLst>
              <a:ext uri="{FF2B5EF4-FFF2-40B4-BE49-F238E27FC236}">
                <a16:creationId xmlns:a16="http://schemas.microsoft.com/office/drawing/2014/main" id="{132D6D61-10BA-7FFF-1946-40ACC4D4C75D}"/>
              </a:ext>
            </a:extLst>
          </p:cNvPr>
          <p:cNvSpPr/>
          <p:nvPr/>
        </p:nvSpPr>
        <p:spPr>
          <a:xfrm>
            <a:off x="4971900" y="197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286" name="Rectangle 285">
            <a:extLst>
              <a:ext uri="{FF2B5EF4-FFF2-40B4-BE49-F238E27FC236}">
                <a16:creationId xmlns:a16="http://schemas.microsoft.com/office/drawing/2014/main" id="{FE111BD6-869B-CD7F-9592-894CCA8CA593}"/>
              </a:ext>
            </a:extLst>
          </p:cNvPr>
          <p:cNvSpPr/>
          <p:nvPr/>
        </p:nvSpPr>
        <p:spPr>
          <a:xfrm>
            <a:off x="5229693" y="197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6</a:t>
            </a:r>
          </a:p>
        </p:txBody>
      </p:sp>
      <p:sp>
        <p:nvSpPr>
          <p:cNvPr id="287" name="Rectangle 286">
            <a:extLst>
              <a:ext uri="{FF2B5EF4-FFF2-40B4-BE49-F238E27FC236}">
                <a16:creationId xmlns:a16="http://schemas.microsoft.com/office/drawing/2014/main" id="{01A69C6E-DEA8-3FA5-525E-F1E3DCA1B920}"/>
              </a:ext>
            </a:extLst>
          </p:cNvPr>
          <p:cNvSpPr/>
          <p:nvPr/>
        </p:nvSpPr>
        <p:spPr>
          <a:xfrm>
            <a:off x="5487484" y="197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88" name="Oval 287">
            <a:extLst>
              <a:ext uri="{FF2B5EF4-FFF2-40B4-BE49-F238E27FC236}">
                <a16:creationId xmlns:a16="http://schemas.microsoft.com/office/drawing/2014/main" id="{D76D8F4E-8680-59AC-0B14-AF1F93FC3E8D}"/>
              </a:ext>
            </a:extLst>
          </p:cNvPr>
          <p:cNvSpPr/>
          <p:nvPr/>
        </p:nvSpPr>
        <p:spPr>
          <a:xfrm>
            <a:off x="5203498" y="2080027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91" name="Rectangle 290">
            <a:extLst>
              <a:ext uri="{FF2B5EF4-FFF2-40B4-BE49-F238E27FC236}">
                <a16:creationId xmlns:a16="http://schemas.microsoft.com/office/drawing/2014/main" id="{AA915785-53B5-C115-D94D-F6FC8BEDAFF6}"/>
              </a:ext>
            </a:extLst>
          </p:cNvPr>
          <p:cNvSpPr/>
          <p:nvPr/>
        </p:nvSpPr>
        <p:spPr>
          <a:xfrm>
            <a:off x="4198525" y="230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92" name="Rectangle 291">
            <a:extLst>
              <a:ext uri="{FF2B5EF4-FFF2-40B4-BE49-F238E27FC236}">
                <a16:creationId xmlns:a16="http://schemas.microsoft.com/office/drawing/2014/main" id="{766D8B9E-C935-614C-3C7A-46DA619C9A09}"/>
              </a:ext>
            </a:extLst>
          </p:cNvPr>
          <p:cNvSpPr/>
          <p:nvPr/>
        </p:nvSpPr>
        <p:spPr>
          <a:xfrm>
            <a:off x="4456317" y="230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293" name="Rectangle 292">
            <a:extLst>
              <a:ext uri="{FF2B5EF4-FFF2-40B4-BE49-F238E27FC236}">
                <a16:creationId xmlns:a16="http://schemas.microsoft.com/office/drawing/2014/main" id="{87FAC670-C79A-9A8E-C3CB-115CD3A6DB6F}"/>
              </a:ext>
            </a:extLst>
          </p:cNvPr>
          <p:cNvSpPr/>
          <p:nvPr/>
        </p:nvSpPr>
        <p:spPr>
          <a:xfrm>
            <a:off x="4714109" y="230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94" name="Rectangle 293">
            <a:extLst>
              <a:ext uri="{FF2B5EF4-FFF2-40B4-BE49-F238E27FC236}">
                <a16:creationId xmlns:a16="http://schemas.microsoft.com/office/drawing/2014/main" id="{BC6449CA-8CF5-47BC-C08F-9FE18CFBD9A9}"/>
              </a:ext>
            </a:extLst>
          </p:cNvPr>
          <p:cNvSpPr/>
          <p:nvPr/>
        </p:nvSpPr>
        <p:spPr>
          <a:xfrm>
            <a:off x="4971900" y="230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295" name="Rectangle 294">
            <a:extLst>
              <a:ext uri="{FF2B5EF4-FFF2-40B4-BE49-F238E27FC236}">
                <a16:creationId xmlns:a16="http://schemas.microsoft.com/office/drawing/2014/main" id="{929A8C8D-4057-777B-FD05-21BF586AF4E8}"/>
              </a:ext>
            </a:extLst>
          </p:cNvPr>
          <p:cNvSpPr/>
          <p:nvPr/>
        </p:nvSpPr>
        <p:spPr>
          <a:xfrm>
            <a:off x="5229693" y="230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96" name="Rectangle 295">
            <a:extLst>
              <a:ext uri="{FF2B5EF4-FFF2-40B4-BE49-F238E27FC236}">
                <a16:creationId xmlns:a16="http://schemas.microsoft.com/office/drawing/2014/main" id="{9472F386-0E7A-C198-98DC-B8C5247C66F7}"/>
              </a:ext>
            </a:extLst>
          </p:cNvPr>
          <p:cNvSpPr/>
          <p:nvPr/>
        </p:nvSpPr>
        <p:spPr>
          <a:xfrm>
            <a:off x="5487484" y="230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97" name="Oval 296">
            <a:extLst>
              <a:ext uri="{FF2B5EF4-FFF2-40B4-BE49-F238E27FC236}">
                <a16:creationId xmlns:a16="http://schemas.microsoft.com/office/drawing/2014/main" id="{B561C8EE-DAD2-3AEA-CCF0-8D5D63BFCA4F}"/>
              </a:ext>
            </a:extLst>
          </p:cNvPr>
          <p:cNvSpPr/>
          <p:nvPr/>
        </p:nvSpPr>
        <p:spPr>
          <a:xfrm>
            <a:off x="5203498" y="2413402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98" name="Arc 297">
            <a:extLst>
              <a:ext uri="{FF2B5EF4-FFF2-40B4-BE49-F238E27FC236}">
                <a16:creationId xmlns:a16="http://schemas.microsoft.com/office/drawing/2014/main" id="{E30E8E84-05F6-8968-ED1A-9205936A865D}"/>
              </a:ext>
            </a:extLst>
          </p:cNvPr>
          <p:cNvSpPr/>
          <p:nvPr/>
        </p:nvSpPr>
        <p:spPr>
          <a:xfrm>
            <a:off x="5621390" y="2141939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9" name="TextBox 298">
            <a:extLst>
              <a:ext uri="{FF2B5EF4-FFF2-40B4-BE49-F238E27FC236}">
                <a16:creationId xmlns:a16="http://schemas.microsoft.com/office/drawing/2014/main" id="{06A72D03-164E-46D6-60C8-0CFE6A6124AB}"/>
              </a:ext>
            </a:extLst>
          </p:cNvPr>
          <p:cNvSpPr txBox="1"/>
          <p:nvPr/>
        </p:nvSpPr>
        <p:spPr>
          <a:xfrm>
            <a:off x="5927621" y="2145105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×100</a:t>
            </a:r>
          </a:p>
        </p:txBody>
      </p:sp>
      <p:sp>
        <p:nvSpPr>
          <p:cNvPr id="236" name="Arc 235">
            <a:extLst>
              <a:ext uri="{FF2B5EF4-FFF2-40B4-BE49-F238E27FC236}">
                <a16:creationId xmlns:a16="http://schemas.microsoft.com/office/drawing/2014/main" id="{2CAACDED-F7B5-5237-109E-80EC2D9DDE40}"/>
              </a:ext>
            </a:extLst>
          </p:cNvPr>
          <p:cNvSpPr/>
          <p:nvPr/>
        </p:nvSpPr>
        <p:spPr>
          <a:xfrm>
            <a:off x="8707013" y="1765702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25D78A96-A021-FBAB-A910-CBAD491888E7}"/>
              </a:ext>
            </a:extLst>
          </p:cNvPr>
          <p:cNvSpPr txBox="1"/>
          <p:nvPr/>
        </p:nvSpPr>
        <p:spPr>
          <a:xfrm>
            <a:off x="9013244" y="1756660"/>
            <a:ext cx="418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×10</a:t>
            </a:r>
          </a:p>
        </p:txBody>
      </p:sp>
      <p:sp>
        <p:nvSpPr>
          <p:cNvPr id="240" name="Rectangle 239">
            <a:extLst>
              <a:ext uri="{FF2B5EF4-FFF2-40B4-BE49-F238E27FC236}">
                <a16:creationId xmlns:a16="http://schemas.microsoft.com/office/drawing/2014/main" id="{6F615B7B-0D35-40E0-9C14-9B31AD596516}"/>
              </a:ext>
            </a:extLst>
          </p:cNvPr>
          <p:cNvSpPr/>
          <p:nvPr/>
        </p:nvSpPr>
        <p:spPr>
          <a:xfrm>
            <a:off x="7285913" y="163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C3793639-EE98-DB63-9FA9-F35825B00FF9}"/>
              </a:ext>
            </a:extLst>
          </p:cNvPr>
          <p:cNvSpPr/>
          <p:nvPr/>
        </p:nvSpPr>
        <p:spPr>
          <a:xfrm>
            <a:off x="7543705" y="163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A6A18EAE-A597-FF9F-9647-9B4203E42048}"/>
              </a:ext>
            </a:extLst>
          </p:cNvPr>
          <p:cNvSpPr/>
          <p:nvPr/>
        </p:nvSpPr>
        <p:spPr>
          <a:xfrm>
            <a:off x="7801497" y="163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43" name="Rectangle 242">
            <a:extLst>
              <a:ext uri="{FF2B5EF4-FFF2-40B4-BE49-F238E27FC236}">
                <a16:creationId xmlns:a16="http://schemas.microsoft.com/office/drawing/2014/main" id="{CB4C6E71-44B4-9176-0D7A-7DD07E3F63A6}"/>
              </a:ext>
            </a:extLst>
          </p:cNvPr>
          <p:cNvSpPr/>
          <p:nvPr/>
        </p:nvSpPr>
        <p:spPr>
          <a:xfrm>
            <a:off x="8059289" y="163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44" name="Rectangle 243">
            <a:extLst>
              <a:ext uri="{FF2B5EF4-FFF2-40B4-BE49-F238E27FC236}">
                <a16:creationId xmlns:a16="http://schemas.microsoft.com/office/drawing/2014/main" id="{0F12D614-BF87-9E59-8F20-812B56B5E222}"/>
              </a:ext>
            </a:extLst>
          </p:cNvPr>
          <p:cNvSpPr/>
          <p:nvPr/>
        </p:nvSpPr>
        <p:spPr>
          <a:xfrm>
            <a:off x="8317080" y="163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6833984C-E1C7-6E5E-AF2A-C7BD21137E28}"/>
              </a:ext>
            </a:extLst>
          </p:cNvPr>
          <p:cNvSpPr/>
          <p:nvPr/>
        </p:nvSpPr>
        <p:spPr>
          <a:xfrm>
            <a:off x="8574873" y="163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47" name="Oval 246">
            <a:extLst>
              <a:ext uri="{FF2B5EF4-FFF2-40B4-BE49-F238E27FC236}">
                <a16:creationId xmlns:a16="http://schemas.microsoft.com/office/drawing/2014/main" id="{37D44BC5-498B-265C-39B1-D575E7F833EB}"/>
              </a:ext>
            </a:extLst>
          </p:cNvPr>
          <p:cNvSpPr/>
          <p:nvPr/>
        </p:nvSpPr>
        <p:spPr>
          <a:xfrm>
            <a:off x="8548678" y="1746652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49" name="Rectangle 248">
            <a:extLst>
              <a:ext uri="{FF2B5EF4-FFF2-40B4-BE49-F238E27FC236}">
                <a16:creationId xmlns:a16="http://schemas.microsoft.com/office/drawing/2014/main" id="{FDA27EB4-9BDD-B232-B5B4-12593F519886}"/>
              </a:ext>
            </a:extLst>
          </p:cNvPr>
          <p:cNvSpPr/>
          <p:nvPr/>
        </p:nvSpPr>
        <p:spPr>
          <a:xfrm>
            <a:off x="7285913" y="197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50" name="Rectangle 249">
            <a:extLst>
              <a:ext uri="{FF2B5EF4-FFF2-40B4-BE49-F238E27FC236}">
                <a16:creationId xmlns:a16="http://schemas.microsoft.com/office/drawing/2014/main" id="{0A0FB626-E171-8AE0-846D-BE365DBD59E7}"/>
              </a:ext>
            </a:extLst>
          </p:cNvPr>
          <p:cNvSpPr/>
          <p:nvPr/>
        </p:nvSpPr>
        <p:spPr>
          <a:xfrm>
            <a:off x="7543705" y="197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9</a:t>
            </a:r>
          </a:p>
        </p:txBody>
      </p:sp>
      <p:sp>
        <p:nvSpPr>
          <p:cNvPr id="251" name="Rectangle 250">
            <a:extLst>
              <a:ext uri="{FF2B5EF4-FFF2-40B4-BE49-F238E27FC236}">
                <a16:creationId xmlns:a16="http://schemas.microsoft.com/office/drawing/2014/main" id="{CF09C59C-7B08-88A8-CF95-4A3676818E27}"/>
              </a:ext>
            </a:extLst>
          </p:cNvPr>
          <p:cNvSpPr/>
          <p:nvPr/>
        </p:nvSpPr>
        <p:spPr>
          <a:xfrm>
            <a:off x="7801497" y="197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252" name="Rectangle 251">
            <a:extLst>
              <a:ext uri="{FF2B5EF4-FFF2-40B4-BE49-F238E27FC236}">
                <a16:creationId xmlns:a16="http://schemas.microsoft.com/office/drawing/2014/main" id="{B84E1FF3-68C6-0343-CE1D-5A5333B0C70F}"/>
              </a:ext>
            </a:extLst>
          </p:cNvPr>
          <p:cNvSpPr/>
          <p:nvPr/>
        </p:nvSpPr>
        <p:spPr>
          <a:xfrm>
            <a:off x="8059289" y="197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253" name="Rectangle 252">
            <a:extLst>
              <a:ext uri="{FF2B5EF4-FFF2-40B4-BE49-F238E27FC236}">
                <a16:creationId xmlns:a16="http://schemas.microsoft.com/office/drawing/2014/main" id="{005E5AC7-242D-3BCB-E1A2-70D1E07506D7}"/>
              </a:ext>
            </a:extLst>
          </p:cNvPr>
          <p:cNvSpPr/>
          <p:nvPr/>
        </p:nvSpPr>
        <p:spPr>
          <a:xfrm>
            <a:off x="8317080" y="197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254" name="Rectangle 253">
            <a:extLst>
              <a:ext uri="{FF2B5EF4-FFF2-40B4-BE49-F238E27FC236}">
                <a16:creationId xmlns:a16="http://schemas.microsoft.com/office/drawing/2014/main" id="{6A0B5BA8-ED0E-8181-9DA3-A16E08A372A0}"/>
              </a:ext>
            </a:extLst>
          </p:cNvPr>
          <p:cNvSpPr/>
          <p:nvPr/>
        </p:nvSpPr>
        <p:spPr>
          <a:xfrm>
            <a:off x="8574873" y="197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56" name="Oval 255">
            <a:extLst>
              <a:ext uri="{FF2B5EF4-FFF2-40B4-BE49-F238E27FC236}">
                <a16:creationId xmlns:a16="http://schemas.microsoft.com/office/drawing/2014/main" id="{A17F4ADE-63C4-772E-09C2-A85E0A3DD7F3}"/>
              </a:ext>
            </a:extLst>
          </p:cNvPr>
          <p:cNvSpPr/>
          <p:nvPr/>
        </p:nvSpPr>
        <p:spPr>
          <a:xfrm>
            <a:off x="8548678" y="2080027"/>
            <a:ext cx="52388" cy="52388"/>
          </a:xfrm>
          <a:prstGeom prst="ellipse">
            <a:avLst/>
          </a:prstGeom>
          <a:solidFill>
            <a:srgbClr val="0070C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58" name="Rectangle 257">
            <a:extLst>
              <a:ext uri="{FF2B5EF4-FFF2-40B4-BE49-F238E27FC236}">
                <a16:creationId xmlns:a16="http://schemas.microsoft.com/office/drawing/2014/main" id="{C634E3BD-E459-A8CD-64E6-3FDAD06840AF}"/>
              </a:ext>
            </a:extLst>
          </p:cNvPr>
          <p:cNvSpPr/>
          <p:nvPr/>
        </p:nvSpPr>
        <p:spPr>
          <a:xfrm>
            <a:off x="7285913" y="230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59" name="Rectangle 258">
            <a:extLst>
              <a:ext uri="{FF2B5EF4-FFF2-40B4-BE49-F238E27FC236}">
                <a16:creationId xmlns:a16="http://schemas.microsoft.com/office/drawing/2014/main" id="{387C2AAD-79AA-5E59-D434-C8EE4A20246F}"/>
              </a:ext>
            </a:extLst>
          </p:cNvPr>
          <p:cNvSpPr/>
          <p:nvPr/>
        </p:nvSpPr>
        <p:spPr>
          <a:xfrm>
            <a:off x="7543705" y="230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60" name="Rectangle 259">
            <a:extLst>
              <a:ext uri="{FF2B5EF4-FFF2-40B4-BE49-F238E27FC236}">
                <a16:creationId xmlns:a16="http://schemas.microsoft.com/office/drawing/2014/main" id="{082D3E60-E433-1D7C-1397-BDC3FE3E97A5}"/>
              </a:ext>
            </a:extLst>
          </p:cNvPr>
          <p:cNvSpPr/>
          <p:nvPr/>
        </p:nvSpPr>
        <p:spPr>
          <a:xfrm>
            <a:off x="7801497" y="230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61" name="Rectangle 260">
            <a:extLst>
              <a:ext uri="{FF2B5EF4-FFF2-40B4-BE49-F238E27FC236}">
                <a16:creationId xmlns:a16="http://schemas.microsoft.com/office/drawing/2014/main" id="{FF1A2A6C-220C-28F8-8826-B29C3FAE1F92}"/>
              </a:ext>
            </a:extLst>
          </p:cNvPr>
          <p:cNvSpPr/>
          <p:nvPr/>
        </p:nvSpPr>
        <p:spPr>
          <a:xfrm>
            <a:off x="8059289" y="230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9</a:t>
            </a:r>
          </a:p>
        </p:txBody>
      </p:sp>
      <p:sp>
        <p:nvSpPr>
          <p:cNvPr id="262" name="Rectangle 261">
            <a:extLst>
              <a:ext uri="{FF2B5EF4-FFF2-40B4-BE49-F238E27FC236}">
                <a16:creationId xmlns:a16="http://schemas.microsoft.com/office/drawing/2014/main" id="{FEF71E84-F2BE-78E5-8004-C03B2D557551}"/>
              </a:ext>
            </a:extLst>
          </p:cNvPr>
          <p:cNvSpPr/>
          <p:nvPr/>
        </p:nvSpPr>
        <p:spPr>
          <a:xfrm>
            <a:off x="8317080" y="230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263" name="Rectangle 262">
            <a:extLst>
              <a:ext uri="{FF2B5EF4-FFF2-40B4-BE49-F238E27FC236}">
                <a16:creationId xmlns:a16="http://schemas.microsoft.com/office/drawing/2014/main" id="{DFFE2A65-F444-B79A-9A68-43CFFE177979}"/>
              </a:ext>
            </a:extLst>
          </p:cNvPr>
          <p:cNvSpPr/>
          <p:nvPr/>
        </p:nvSpPr>
        <p:spPr>
          <a:xfrm>
            <a:off x="8574873" y="230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65" name="Oval 264">
            <a:extLst>
              <a:ext uri="{FF2B5EF4-FFF2-40B4-BE49-F238E27FC236}">
                <a16:creationId xmlns:a16="http://schemas.microsoft.com/office/drawing/2014/main" id="{A9FD9394-3666-BFE3-CB0C-05EE81C27CCD}"/>
              </a:ext>
            </a:extLst>
          </p:cNvPr>
          <p:cNvSpPr/>
          <p:nvPr/>
        </p:nvSpPr>
        <p:spPr>
          <a:xfrm>
            <a:off x="8548678" y="2413402"/>
            <a:ext cx="52388" cy="52388"/>
          </a:xfrm>
          <a:prstGeom prst="ellipse">
            <a:avLst/>
          </a:prstGeom>
          <a:solidFill>
            <a:srgbClr val="0070C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66" name="Arc 265">
            <a:extLst>
              <a:ext uri="{FF2B5EF4-FFF2-40B4-BE49-F238E27FC236}">
                <a16:creationId xmlns:a16="http://schemas.microsoft.com/office/drawing/2014/main" id="{98C8248C-629A-096D-A7BD-FEDA1D813A7E}"/>
              </a:ext>
            </a:extLst>
          </p:cNvPr>
          <p:cNvSpPr/>
          <p:nvPr/>
        </p:nvSpPr>
        <p:spPr>
          <a:xfrm>
            <a:off x="8707013" y="2141939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7" name="TextBox 266">
            <a:extLst>
              <a:ext uri="{FF2B5EF4-FFF2-40B4-BE49-F238E27FC236}">
                <a16:creationId xmlns:a16="http://schemas.microsoft.com/office/drawing/2014/main" id="{4768BB5E-BCB6-D05D-6BAF-6C3E95D90807}"/>
              </a:ext>
            </a:extLst>
          </p:cNvPr>
          <p:cNvSpPr txBox="1"/>
          <p:nvPr/>
        </p:nvSpPr>
        <p:spPr>
          <a:xfrm>
            <a:off x="9013244" y="2145105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÷100</a:t>
            </a:r>
          </a:p>
        </p:txBody>
      </p:sp>
      <p:sp>
        <p:nvSpPr>
          <p:cNvPr id="400" name="Arc 399">
            <a:extLst>
              <a:ext uri="{FF2B5EF4-FFF2-40B4-BE49-F238E27FC236}">
                <a16:creationId xmlns:a16="http://schemas.microsoft.com/office/drawing/2014/main" id="{52F62071-19DD-8347-7875-05D7E9CE53BA}"/>
              </a:ext>
            </a:extLst>
          </p:cNvPr>
          <p:cNvSpPr/>
          <p:nvPr/>
        </p:nvSpPr>
        <p:spPr>
          <a:xfrm>
            <a:off x="2323835" y="3039077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1" name="TextBox 400">
            <a:extLst>
              <a:ext uri="{FF2B5EF4-FFF2-40B4-BE49-F238E27FC236}">
                <a16:creationId xmlns:a16="http://schemas.microsoft.com/office/drawing/2014/main" id="{E4DD983E-9B17-25ED-FF77-A157834F5E8E}"/>
              </a:ext>
            </a:extLst>
          </p:cNvPr>
          <p:cNvSpPr txBox="1"/>
          <p:nvPr/>
        </p:nvSpPr>
        <p:spPr>
          <a:xfrm>
            <a:off x="2630066" y="3030035"/>
            <a:ext cx="5757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×1000</a:t>
            </a:r>
          </a:p>
        </p:txBody>
      </p:sp>
      <p:sp>
        <p:nvSpPr>
          <p:cNvPr id="403" name="Rectangle 402">
            <a:extLst>
              <a:ext uri="{FF2B5EF4-FFF2-40B4-BE49-F238E27FC236}">
                <a16:creationId xmlns:a16="http://schemas.microsoft.com/office/drawing/2014/main" id="{71FC9C5A-1809-DF41-263E-DC3D17CA28E9}"/>
              </a:ext>
            </a:extLst>
          </p:cNvPr>
          <p:cNvSpPr/>
          <p:nvPr/>
        </p:nvSpPr>
        <p:spPr>
          <a:xfrm>
            <a:off x="385386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04" name="Rectangle 403">
            <a:extLst>
              <a:ext uri="{FF2B5EF4-FFF2-40B4-BE49-F238E27FC236}">
                <a16:creationId xmlns:a16="http://schemas.microsoft.com/office/drawing/2014/main" id="{04780C4D-88B1-04A6-B597-DC6BD1FB1A3D}"/>
              </a:ext>
            </a:extLst>
          </p:cNvPr>
          <p:cNvSpPr/>
          <p:nvPr/>
        </p:nvSpPr>
        <p:spPr>
          <a:xfrm>
            <a:off x="643178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05" name="Rectangle 404">
            <a:extLst>
              <a:ext uri="{FF2B5EF4-FFF2-40B4-BE49-F238E27FC236}">
                <a16:creationId xmlns:a16="http://schemas.microsoft.com/office/drawing/2014/main" id="{F236E970-0C20-E800-9AA0-708182EC8B81}"/>
              </a:ext>
            </a:extLst>
          </p:cNvPr>
          <p:cNvSpPr/>
          <p:nvPr/>
        </p:nvSpPr>
        <p:spPr>
          <a:xfrm>
            <a:off x="900970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06" name="Rectangle 405">
            <a:extLst>
              <a:ext uri="{FF2B5EF4-FFF2-40B4-BE49-F238E27FC236}">
                <a16:creationId xmlns:a16="http://schemas.microsoft.com/office/drawing/2014/main" id="{3BF99079-852F-FE94-E9D3-3493FF2C27CA}"/>
              </a:ext>
            </a:extLst>
          </p:cNvPr>
          <p:cNvSpPr/>
          <p:nvPr/>
        </p:nvSpPr>
        <p:spPr>
          <a:xfrm>
            <a:off x="1158762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07" name="Rectangle 406">
            <a:extLst>
              <a:ext uri="{FF2B5EF4-FFF2-40B4-BE49-F238E27FC236}">
                <a16:creationId xmlns:a16="http://schemas.microsoft.com/office/drawing/2014/main" id="{FEDEF549-B403-3554-F607-B39A74B2C57A}"/>
              </a:ext>
            </a:extLst>
          </p:cNvPr>
          <p:cNvSpPr/>
          <p:nvPr/>
        </p:nvSpPr>
        <p:spPr>
          <a:xfrm>
            <a:off x="1416554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08" name="Rectangle 407">
            <a:extLst>
              <a:ext uri="{FF2B5EF4-FFF2-40B4-BE49-F238E27FC236}">
                <a16:creationId xmlns:a16="http://schemas.microsoft.com/office/drawing/2014/main" id="{FE099DBD-4530-B169-81BB-E06E2525AA5A}"/>
              </a:ext>
            </a:extLst>
          </p:cNvPr>
          <p:cNvSpPr/>
          <p:nvPr/>
        </p:nvSpPr>
        <p:spPr>
          <a:xfrm>
            <a:off x="1674345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09" name="Rectangle 408">
            <a:extLst>
              <a:ext uri="{FF2B5EF4-FFF2-40B4-BE49-F238E27FC236}">
                <a16:creationId xmlns:a16="http://schemas.microsoft.com/office/drawing/2014/main" id="{273B55DF-844C-1778-9706-CFCE68166016}"/>
              </a:ext>
            </a:extLst>
          </p:cNvPr>
          <p:cNvSpPr/>
          <p:nvPr/>
        </p:nvSpPr>
        <p:spPr>
          <a:xfrm>
            <a:off x="1932138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410" name="Rectangle 409">
            <a:extLst>
              <a:ext uri="{FF2B5EF4-FFF2-40B4-BE49-F238E27FC236}">
                <a16:creationId xmlns:a16="http://schemas.microsoft.com/office/drawing/2014/main" id="{C19AB50F-1DF5-26CD-E821-CD434CD71874}"/>
              </a:ext>
            </a:extLst>
          </p:cNvPr>
          <p:cNvSpPr/>
          <p:nvPr/>
        </p:nvSpPr>
        <p:spPr>
          <a:xfrm>
            <a:off x="2189929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11" name="Oval 410">
            <a:extLst>
              <a:ext uri="{FF2B5EF4-FFF2-40B4-BE49-F238E27FC236}">
                <a16:creationId xmlns:a16="http://schemas.microsoft.com/office/drawing/2014/main" id="{FDE7E0EF-265F-5284-40AA-04E09241A098}"/>
              </a:ext>
            </a:extLst>
          </p:cNvPr>
          <p:cNvSpPr/>
          <p:nvPr/>
        </p:nvSpPr>
        <p:spPr>
          <a:xfrm>
            <a:off x="1905943" y="3020027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12" name="Rectangle 411">
            <a:extLst>
              <a:ext uri="{FF2B5EF4-FFF2-40B4-BE49-F238E27FC236}">
                <a16:creationId xmlns:a16="http://schemas.microsoft.com/office/drawing/2014/main" id="{944667F2-653C-33C8-6F3C-C645C3A29E65}"/>
              </a:ext>
            </a:extLst>
          </p:cNvPr>
          <p:cNvSpPr/>
          <p:nvPr/>
        </p:nvSpPr>
        <p:spPr>
          <a:xfrm>
            <a:off x="385386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13" name="Rectangle 412">
            <a:extLst>
              <a:ext uri="{FF2B5EF4-FFF2-40B4-BE49-F238E27FC236}">
                <a16:creationId xmlns:a16="http://schemas.microsoft.com/office/drawing/2014/main" id="{5E2E1876-6F21-DBB8-7521-080F8E5B0462}"/>
              </a:ext>
            </a:extLst>
          </p:cNvPr>
          <p:cNvSpPr/>
          <p:nvPr/>
        </p:nvSpPr>
        <p:spPr>
          <a:xfrm>
            <a:off x="643178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14" name="Rectangle 413">
            <a:extLst>
              <a:ext uri="{FF2B5EF4-FFF2-40B4-BE49-F238E27FC236}">
                <a16:creationId xmlns:a16="http://schemas.microsoft.com/office/drawing/2014/main" id="{B8481FD4-66B9-B9E6-D7F3-60D264E3C628}"/>
              </a:ext>
            </a:extLst>
          </p:cNvPr>
          <p:cNvSpPr/>
          <p:nvPr/>
        </p:nvSpPr>
        <p:spPr>
          <a:xfrm>
            <a:off x="900970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415" name="Rectangle 414">
            <a:extLst>
              <a:ext uri="{FF2B5EF4-FFF2-40B4-BE49-F238E27FC236}">
                <a16:creationId xmlns:a16="http://schemas.microsoft.com/office/drawing/2014/main" id="{A0AA470E-107A-AD53-9E48-5B6FC60E5F4C}"/>
              </a:ext>
            </a:extLst>
          </p:cNvPr>
          <p:cNvSpPr/>
          <p:nvPr/>
        </p:nvSpPr>
        <p:spPr>
          <a:xfrm>
            <a:off x="1158762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416" name="Rectangle 415">
            <a:extLst>
              <a:ext uri="{FF2B5EF4-FFF2-40B4-BE49-F238E27FC236}">
                <a16:creationId xmlns:a16="http://schemas.microsoft.com/office/drawing/2014/main" id="{B63DC9AA-E875-D137-8884-84ED087F5D5B}"/>
              </a:ext>
            </a:extLst>
          </p:cNvPr>
          <p:cNvSpPr/>
          <p:nvPr/>
        </p:nvSpPr>
        <p:spPr>
          <a:xfrm>
            <a:off x="1416554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417" name="Rectangle 416">
            <a:extLst>
              <a:ext uri="{FF2B5EF4-FFF2-40B4-BE49-F238E27FC236}">
                <a16:creationId xmlns:a16="http://schemas.microsoft.com/office/drawing/2014/main" id="{D85A3B72-759B-B33C-AF55-28E1E7A677E2}"/>
              </a:ext>
            </a:extLst>
          </p:cNvPr>
          <p:cNvSpPr/>
          <p:nvPr/>
        </p:nvSpPr>
        <p:spPr>
          <a:xfrm>
            <a:off x="1674345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418" name="Rectangle 417">
            <a:extLst>
              <a:ext uri="{FF2B5EF4-FFF2-40B4-BE49-F238E27FC236}">
                <a16:creationId xmlns:a16="http://schemas.microsoft.com/office/drawing/2014/main" id="{88703CD3-4BAE-DA33-CD51-ABA78BC0AB04}"/>
              </a:ext>
            </a:extLst>
          </p:cNvPr>
          <p:cNvSpPr/>
          <p:nvPr/>
        </p:nvSpPr>
        <p:spPr>
          <a:xfrm>
            <a:off x="1932138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19" name="Rectangle 418">
            <a:extLst>
              <a:ext uri="{FF2B5EF4-FFF2-40B4-BE49-F238E27FC236}">
                <a16:creationId xmlns:a16="http://schemas.microsoft.com/office/drawing/2014/main" id="{B2CCB14F-1803-9CAC-7BDF-824EC872CF72}"/>
              </a:ext>
            </a:extLst>
          </p:cNvPr>
          <p:cNvSpPr/>
          <p:nvPr/>
        </p:nvSpPr>
        <p:spPr>
          <a:xfrm>
            <a:off x="2189929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20" name="Oval 419">
            <a:extLst>
              <a:ext uri="{FF2B5EF4-FFF2-40B4-BE49-F238E27FC236}">
                <a16:creationId xmlns:a16="http://schemas.microsoft.com/office/drawing/2014/main" id="{5F2843DB-2F33-0FCA-2531-9641AB893AC5}"/>
              </a:ext>
            </a:extLst>
          </p:cNvPr>
          <p:cNvSpPr/>
          <p:nvPr/>
        </p:nvSpPr>
        <p:spPr>
          <a:xfrm>
            <a:off x="1905943" y="3353402"/>
            <a:ext cx="52388" cy="52388"/>
          </a:xfrm>
          <a:prstGeom prst="ellipse">
            <a:avLst/>
          </a:prstGeom>
          <a:solidFill>
            <a:srgbClr val="0070C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21" name="Rectangle 420">
            <a:extLst>
              <a:ext uri="{FF2B5EF4-FFF2-40B4-BE49-F238E27FC236}">
                <a16:creationId xmlns:a16="http://schemas.microsoft.com/office/drawing/2014/main" id="{7167ECF8-51F3-10F9-D855-8BB2032611FA}"/>
              </a:ext>
            </a:extLst>
          </p:cNvPr>
          <p:cNvSpPr/>
          <p:nvPr/>
        </p:nvSpPr>
        <p:spPr>
          <a:xfrm>
            <a:off x="385386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22" name="Rectangle 421">
            <a:extLst>
              <a:ext uri="{FF2B5EF4-FFF2-40B4-BE49-F238E27FC236}">
                <a16:creationId xmlns:a16="http://schemas.microsoft.com/office/drawing/2014/main" id="{1ED1B80A-5214-8331-E595-3455A2B7BB1B}"/>
              </a:ext>
            </a:extLst>
          </p:cNvPr>
          <p:cNvSpPr/>
          <p:nvPr/>
        </p:nvSpPr>
        <p:spPr>
          <a:xfrm>
            <a:off x="643178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23" name="Rectangle 422">
            <a:extLst>
              <a:ext uri="{FF2B5EF4-FFF2-40B4-BE49-F238E27FC236}">
                <a16:creationId xmlns:a16="http://schemas.microsoft.com/office/drawing/2014/main" id="{312F066F-2565-2E5A-7756-4B4733CC1E12}"/>
              </a:ext>
            </a:extLst>
          </p:cNvPr>
          <p:cNvSpPr/>
          <p:nvPr/>
        </p:nvSpPr>
        <p:spPr>
          <a:xfrm>
            <a:off x="900970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24" name="Rectangle 423">
            <a:extLst>
              <a:ext uri="{FF2B5EF4-FFF2-40B4-BE49-F238E27FC236}">
                <a16:creationId xmlns:a16="http://schemas.microsoft.com/office/drawing/2014/main" id="{3459A0E0-174A-3739-DC2A-7D4C49274A69}"/>
              </a:ext>
            </a:extLst>
          </p:cNvPr>
          <p:cNvSpPr/>
          <p:nvPr/>
        </p:nvSpPr>
        <p:spPr>
          <a:xfrm>
            <a:off x="1158762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425" name="Rectangle 424">
            <a:extLst>
              <a:ext uri="{FF2B5EF4-FFF2-40B4-BE49-F238E27FC236}">
                <a16:creationId xmlns:a16="http://schemas.microsoft.com/office/drawing/2014/main" id="{AEE6F373-91C5-AB68-129B-A75918D675A2}"/>
              </a:ext>
            </a:extLst>
          </p:cNvPr>
          <p:cNvSpPr/>
          <p:nvPr/>
        </p:nvSpPr>
        <p:spPr>
          <a:xfrm>
            <a:off x="1416554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426" name="Rectangle 425">
            <a:extLst>
              <a:ext uri="{FF2B5EF4-FFF2-40B4-BE49-F238E27FC236}">
                <a16:creationId xmlns:a16="http://schemas.microsoft.com/office/drawing/2014/main" id="{11D8ABD7-829A-1282-0A06-F7F6AB6C7C84}"/>
              </a:ext>
            </a:extLst>
          </p:cNvPr>
          <p:cNvSpPr/>
          <p:nvPr/>
        </p:nvSpPr>
        <p:spPr>
          <a:xfrm>
            <a:off x="1674345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427" name="Rectangle 426">
            <a:extLst>
              <a:ext uri="{FF2B5EF4-FFF2-40B4-BE49-F238E27FC236}">
                <a16:creationId xmlns:a16="http://schemas.microsoft.com/office/drawing/2014/main" id="{4263E13D-C898-13D3-AAB8-1AE614D6E9FF}"/>
              </a:ext>
            </a:extLst>
          </p:cNvPr>
          <p:cNvSpPr/>
          <p:nvPr/>
        </p:nvSpPr>
        <p:spPr>
          <a:xfrm>
            <a:off x="1932138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28" name="Rectangle 427">
            <a:extLst>
              <a:ext uri="{FF2B5EF4-FFF2-40B4-BE49-F238E27FC236}">
                <a16:creationId xmlns:a16="http://schemas.microsoft.com/office/drawing/2014/main" id="{852786D1-F279-524B-AF0B-31E1493277C7}"/>
              </a:ext>
            </a:extLst>
          </p:cNvPr>
          <p:cNvSpPr/>
          <p:nvPr/>
        </p:nvSpPr>
        <p:spPr>
          <a:xfrm>
            <a:off x="2189929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29" name="Oval 428">
            <a:extLst>
              <a:ext uri="{FF2B5EF4-FFF2-40B4-BE49-F238E27FC236}">
                <a16:creationId xmlns:a16="http://schemas.microsoft.com/office/drawing/2014/main" id="{0950DA23-167A-609B-33B9-F54E0B4F28F2}"/>
              </a:ext>
            </a:extLst>
          </p:cNvPr>
          <p:cNvSpPr/>
          <p:nvPr/>
        </p:nvSpPr>
        <p:spPr>
          <a:xfrm>
            <a:off x="1905943" y="3686777"/>
            <a:ext cx="52388" cy="52388"/>
          </a:xfrm>
          <a:prstGeom prst="ellipse">
            <a:avLst/>
          </a:prstGeom>
          <a:solidFill>
            <a:srgbClr val="0070C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30" name="Arc 429">
            <a:extLst>
              <a:ext uri="{FF2B5EF4-FFF2-40B4-BE49-F238E27FC236}">
                <a16:creationId xmlns:a16="http://schemas.microsoft.com/office/drawing/2014/main" id="{BDD9B3D3-A497-B11B-98CF-F3AB953B6FAC}"/>
              </a:ext>
            </a:extLst>
          </p:cNvPr>
          <p:cNvSpPr/>
          <p:nvPr/>
        </p:nvSpPr>
        <p:spPr>
          <a:xfrm>
            <a:off x="2323835" y="3415314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1" name="TextBox 430">
            <a:extLst>
              <a:ext uri="{FF2B5EF4-FFF2-40B4-BE49-F238E27FC236}">
                <a16:creationId xmlns:a16="http://schemas.microsoft.com/office/drawing/2014/main" id="{DF09A9B9-99FC-4383-5538-8FC4C36911B5}"/>
              </a:ext>
            </a:extLst>
          </p:cNvPr>
          <p:cNvSpPr txBox="1"/>
          <p:nvPr/>
        </p:nvSpPr>
        <p:spPr>
          <a:xfrm>
            <a:off x="2630066" y="3418480"/>
            <a:ext cx="418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÷10</a:t>
            </a:r>
          </a:p>
        </p:txBody>
      </p:sp>
      <p:sp>
        <p:nvSpPr>
          <p:cNvPr id="368" name="Arc 367">
            <a:extLst>
              <a:ext uri="{FF2B5EF4-FFF2-40B4-BE49-F238E27FC236}">
                <a16:creationId xmlns:a16="http://schemas.microsoft.com/office/drawing/2014/main" id="{47AD1536-5B42-A217-2D7C-9417B398EF27}"/>
              </a:ext>
            </a:extLst>
          </p:cNvPr>
          <p:cNvSpPr/>
          <p:nvPr/>
        </p:nvSpPr>
        <p:spPr>
          <a:xfrm>
            <a:off x="5364215" y="3039077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9" name="TextBox 368">
            <a:extLst>
              <a:ext uri="{FF2B5EF4-FFF2-40B4-BE49-F238E27FC236}">
                <a16:creationId xmlns:a16="http://schemas.microsoft.com/office/drawing/2014/main" id="{79FCCBEA-A701-9BEB-7AF3-56346BFE25B0}"/>
              </a:ext>
            </a:extLst>
          </p:cNvPr>
          <p:cNvSpPr txBox="1"/>
          <p:nvPr/>
        </p:nvSpPr>
        <p:spPr>
          <a:xfrm>
            <a:off x="5670446" y="3030035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÷100</a:t>
            </a:r>
          </a:p>
        </p:txBody>
      </p:sp>
      <p:sp>
        <p:nvSpPr>
          <p:cNvPr id="373" name="Rectangle 372">
            <a:extLst>
              <a:ext uri="{FF2B5EF4-FFF2-40B4-BE49-F238E27FC236}">
                <a16:creationId xmlns:a16="http://schemas.microsoft.com/office/drawing/2014/main" id="{E994595E-D46A-6D29-B708-B8C6BE960557}"/>
              </a:ext>
            </a:extLst>
          </p:cNvPr>
          <p:cNvSpPr/>
          <p:nvPr/>
        </p:nvSpPr>
        <p:spPr>
          <a:xfrm>
            <a:off x="3941350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74" name="Rectangle 373">
            <a:extLst>
              <a:ext uri="{FF2B5EF4-FFF2-40B4-BE49-F238E27FC236}">
                <a16:creationId xmlns:a16="http://schemas.microsoft.com/office/drawing/2014/main" id="{68883CDE-A33E-D4DD-A9ED-2A200DE6DA1C}"/>
              </a:ext>
            </a:extLst>
          </p:cNvPr>
          <p:cNvSpPr/>
          <p:nvPr/>
        </p:nvSpPr>
        <p:spPr>
          <a:xfrm>
            <a:off x="4199142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75" name="Rectangle 374">
            <a:extLst>
              <a:ext uri="{FF2B5EF4-FFF2-40B4-BE49-F238E27FC236}">
                <a16:creationId xmlns:a16="http://schemas.microsoft.com/office/drawing/2014/main" id="{A4236E97-C427-13CE-F91D-8754B7D1A0B5}"/>
              </a:ext>
            </a:extLst>
          </p:cNvPr>
          <p:cNvSpPr/>
          <p:nvPr/>
        </p:nvSpPr>
        <p:spPr>
          <a:xfrm>
            <a:off x="4456934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76" name="Rectangle 375">
            <a:extLst>
              <a:ext uri="{FF2B5EF4-FFF2-40B4-BE49-F238E27FC236}">
                <a16:creationId xmlns:a16="http://schemas.microsoft.com/office/drawing/2014/main" id="{C25D357D-02CB-5913-4DB0-F0E89516692A}"/>
              </a:ext>
            </a:extLst>
          </p:cNvPr>
          <p:cNvSpPr/>
          <p:nvPr/>
        </p:nvSpPr>
        <p:spPr>
          <a:xfrm>
            <a:off x="4714725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77" name="Rectangle 376">
            <a:extLst>
              <a:ext uri="{FF2B5EF4-FFF2-40B4-BE49-F238E27FC236}">
                <a16:creationId xmlns:a16="http://schemas.microsoft.com/office/drawing/2014/main" id="{90E7EDE8-88A6-E5FD-81B2-1B964087D4CF}"/>
              </a:ext>
            </a:extLst>
          </p:cNvPr>
          <p:cNvSpPr/>
          <p:nvPr/>
        </p:nvSpPr>
        <p:spPr>
          <a:xfrm>
            <a:off x="4972518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78" name="Rectangle 377">
            <a:extLst>
              <a:ext uri="{FF2B5EF4-FFF2-40B4-BE49-F238E27FC236}">
                <a16:creationId xmlns:a16="http://schemas.microsoft.com/office/drawing/2014/main" id="{8119B89B-D737-1516-31F6-D0C711FBC395}"/>
              </a:ext>
            </a:extLst>
          </p:cNvPr>
          <p:cNvSpPr/>
          <p:nvPr/>
        </p:nvSpPr>
        <p:spPr>
          <a:xfrm>
            <a:off x="5230309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79" name="Oval 378">
            <a:extLst>
              <a:ext uri="{FF2B5EF4-FFF2-40B4-BE49-F238E27FC236}">
                <a16:creationId xmlns:a16="http://schemas.microsoft.com/office/drawing/2014/main" id="{344DD623-7799-D0BB-F47E-5DA1120A64A5}"/>
              </a:ext>
            </a:extLst>
          </p:cNvPr>
          <p:cNvSpPr/>
          <p:nvPr/>
        </p:nvSpPr>
        <p:spPr>
          <a:xfrm>
            <a:off x="4946323" y="3020027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82" name="Rectangle 381">
            <a:extLst>
              <a:ext uri="{FF2B5EF4-FFF2-40B4-BE49-F238E27FC236}">
                <a16:creationId xmlns:a16="http://schemas.microsoft.com/office/drawing/2014/main" id="{0B05FDE9-86EB-5555-385F-9BB2BC828032}"/>
              </a:ext>
            </a:extLst>
          </p:cNvPr>
          <p:cNvSpPr/>
          <p:nvPr/>
        </p:nvSpPr>
        <p:spPr>
          <a:xfrm>
            <a:off x="3941350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83" name="Rectangle 382">
            <a:extLst>
              <a:ext uri="{FF2B5EF4-FFF2-40B4-BE49-F238E27FC236}">
                <a16:creationId xmlns:a16="http://schemas.microsoft.com/office/drawing/2014/main" id="{5A86724A-E094-9111-1022-226229DFC3EB}"/>
              </a:ext>
            </a:extLst>
          </p:cNvPr>
          <p:cNvSpPr/>
          <p:nvPr/>
        </p:nvSpPr>
        <p:spPr>
          <a:xfrm>
            <a:off x="4199142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84" name="Rectangle 383">
            <a:extLst>
              <a:ext uri="{FF2B5EF4-FFF2-40B4-BE49-F238E27FC236}">
                <a16:creationId xmlns:a16="http://schemas.microsoft.com/office/drawing/2014/main" id="{FCDD3D6C-E305-956D-FF34-7750EE7FA4D2}"/>
              </a:ext>
            </a:extLst>
          </p:cNvPr>
          <p:cNvSpPr/>
          <p:nvPr/>
        </p:nvSpPr>
        <p:spPr>
          <a:xfrm>
            <a:off x="4456934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85" name="Rectangle 384">
            <a:extLst>
              <a:ext uri="{FF2B5EF4-FFF2-40B4-BE49-F238E27FC236}">
                <a16:creationId xmlns:a16="http://schemas.microsoft.com/office/drawing/2014/main" id="{0875645D-ED32-AFAC-6A52-1866CE0C9BE1}"/>
              </a:ext>
            </a:extLst>
          </p:cNvPr>
          <p:cNvSpPr/>
          <p:nvPr/>
        </p:nvSpPr>
        <p:spPr>
          <a:xfrm>
            <a:off x="4714725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86" name="Rectangle 385">
            <a:extLst>
              <a:ext uri="{FF2B5EF4-FFF2-40B4-BE49-F238E27FC236}">
                <a16:creationId xmlns:a16="http://schemas.microsoft.com/office/drawing/2014/main" id="{9C2F3936-0073-92A3-09AE-B4A9D465DD8B}"/>
              </a:ext>
            </a:extLst>
          </p:cNvPr>
          <p:cNvSpPr/>
          <p:nvPr/>
        </p:nvSpPr>
        <p:spPr>
          <a:xfrm>
            <a:off x="4972518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387" name="Rectangle 386">
            <a:extLst>
              <a:ext uri="{FF2B5EF4-FFF2-40B4-BE49-F238E27FC236}">
                <a16:creationId xmlns:a16="http://schemas.microsoft.com/office/drawing/2014/main" id="{3C13F3E9-C6F8-7AFE-E09F-B33615BE03D7}"/>
              </a:ext>
            </a:extLst>
          </p:cNvPr>
          <p:cNvSpPr/>
          <p:nvPr/>
        </p:nvSpPr>
        <p:spPr>
          <a:xfrm>
            <a:off x="5230309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388" name="Oval 387">
            <a:extLst>
              <a:ext uri="{FF2B5EF4-FFF2-40B4-BE49-F238E27FC236}">
                <a16:creationId xmlns:a16="http://schemas.microsoft.com/office/drawing/2014/main" id="{043F3FF0-C7EB-AE63-C38F-BA414C1B4135}"/>
              </a:ext>
            </a:extLst>
          </p:cNvPr>
          <p:cNvSpPr/>
          <p:nvPr/>
        </p:nvSpPr>
        <p:spPr>
          <a:xfrm>
            <a:off x="4946323" y="3353402"/>
            <a:ext cx="52388" cy="52388"/>
          </a:xfrm>
          <a:prstGeom prst="ellipse">
            <a:avLst/>
          </a:prstGeom>
          <a:solidFill>
            <a:srgbClr val="0070C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91" name="Rectangle 390">
            <a:extLst>
              <a:ext uri="{FF2B5EF4-FFF2-40B4-BE49-F238E27FC236}">
                <a16:creationId xmlns:a16="http://schemas.microsoft.com/office/drawing/2014/main" id="{F19C1AB6-DC84-3173-60F4-A395628BB26B}"/>
              </a:ext>
            </a:extLst>
          </p:cNvPr>
          <p:cNvSpPr/>
          <p:nvPr/>
        </p:nvSpPr>
        <p:spPr>
          <a:xfrm>
            <a:off x="3941350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92" name="Rectangle 391">
            <a:extLst>
              <a:ext uri="{FF2B5EF4-FFF2-40B4-BE49-F238E27FC236}">
                <a16:creationId xmlns:a16="http://schemas.microsoft.com/office/drawing/2014/main" id="{C12B335C-A196-1BAC-B50F-B918510FA44B}"/>
              </a:ext>
            </a:extLst>
          </p:cNvPr>
          <p:cNvSpPr/>
          <p:nvPr/>
        </p:nvSpPr>
        <p:spPr>
          <a:xfrm>
            <a:off x="4199142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93" name="Rectangle 392">
            <a:extLst>
              <a:ext uri="{FF2B5EF4-FFF2-40B4-BE49-F238E27FC236}">
                <a16:creationId xmlns:a16="http://schemas.microsoft.com/office/drawing/2014/main" id="{23679018-986A-285C-3ED4-364E132FCBEB}"/>
              </a:ext>
            </a:extLst>
          </p:cNvPr>
          <p:cNvSpPr/>
          <p:nvPr/>
        </p:nvSpPr>
        <p:spPr>
          <a:xfrm>
            <a:off x="4456934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394" name="Rectangle 393">
            <a:extLst>
              <a:ext uri="{FF2B5EF4-FFF2-40B4-BE49-F238E27FC236}">
                <a16:creationId xmlns:a16="http://schemas.microsoft.com/office/drawing/2014/main" id="{E94A4553-E2A2-4750-0DA7-7956448B3743}"/>
              </a:ext>
            </a:extLst>
          </p:cNvPr>
          <p:cNvSpPr/>
          <p:nvPr/>
        </p:nvSpPr>
        <p:spPr>
          <a:xfrm>
            <a:off x="4714725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95" name="Rectangle 394">
            <a:extLst>
              <a:ext uri="{FF2B5EF4-FFF2-40B4-BE49-F238E27FC236}">
                <a16:creationId xmlns:a16="http://schemas.microsoft.com/office/drawing/2014/main" id="{17D17E41-3A9B-0FE5-B9AE-259B31D83CC2}"/>
              </a:ext>
            </a:extLst>
          </p:cNvPr>
          <p:cNvSpPr/>
          <p:nvPr/>
        </p:nvSpPr>
        <p:spPr>
          <a:xfrm>
            <a:off x="4972518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96" name="Rectangle 395">
            <a:extLst>
              <a:ext uri="{FF2B5EF4-FFF2-40B4-BE49-F238E27FC236}">
                <a16:creationId xmlns:a16="http://schemas.microsoft.com/office/drawing/2014/main" id="{95A2F0A1-87AC-B03B-BC31-25129850AE77}"/>
              </a:ext>
            </a:extLst>
          </p:cNvPr>
          <p:cNvSpPr/>
          <p:nvPr/>
        </p:nvSpPr>
        <p:spPr>
          <a:xfrm>
            <a:off x="5230309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97" name="Oval 396">
            <a:extLst>
              <a:ext uri="{FF2B5EF4-FFF2-40B4-BE49-F238E27FC236}">
                <a16:creationId xmlns:a16="http://schemas.microsoft.com/office/drawing/2014/main" id="{785D3377-B65C-7EF2-CDAD-91118A0F5644}"/>
              </a:ext>
            </a:extLst>
          </p:cNvPr>
          <p:cNvSpPr/>
          <p:nvPr/>
        </p:nvSpPr>
        <p:spPr>
          <a:xfrm>
            <a:off x="4946323" y="3686777"/>
            <a:ext cx="52388" cy="52388"/>
          </a:xfrm>
          <a:prstGeom prst="ellipse">
            <a:avLst/>
          </a:prstGeom>
          <a:solidFill>
            <a:srgbClr val="0070C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98" name="Arc 397">
            <a:extLst>
              <a:ext uri="{FF2B5EF4-FFF2-40B4-BE49-F238E27FC236}">
                <a16:creationId xmlns:a16="http://schemas.microsoft.com/office/drawing/2014/main" id="{F1424CE0-630B-5321-2840-0C3774C4B37A}"/>
              </a:ext>
            </a:extLst>
          </p:cNvPr>
          <p:cNvSpPr/>
          <p:nvPr/>
        </p:nvSpPr>
        <p:spPr>
          <a:xfrm>
            <a:off x="5364215" y="3415314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9" name="TextBox 398">
            <a:extLst>
              <a:ext uri="{FF2B5EF4-FFF2-40B4-BE49-F238E27FC236}">
                <a16:creationId xmlns:a16="http://schemas.microsoft.com/office/drawing/2014/main" id="{3146D5D0-93BE-27E6-4B8D-4761854096F0}"/>
              </a:ext>
            </a:extLst>
          </p:cNvPr>
          <p:cNvSpPr txBox="1"/>
          <p:nvPr/>
        </p:nvSpPr>
        <p:spPr>
          <a:xfrm>
            <a:off x="5670446" y="3418480"/>
            <a:ext cx="5757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×1000</a:t>
            </a:r>
          </a:p>
        </p:txBody>
      </p:sp>
      <p:sp>
        <p:nvSpPr>
          <p:cNvPr id="336" name="Arc 335">
            <a:extLst>
              <a:ext uri="{FF2B5EF4-FFF2-40B4-BE49-F238E27FC236}">
                <a16:creationId xmlns:a16="http://schemas.microsoft.com/office/drawing/2014/main" id="{A330981F-4254-39AE-55E9-57DA18044184}"/>
              </a:ext>
            </a:extLst>
          </p:cNvPr>
          <p:cNvSpPr/>
          <p:nvPr/>
        </p:nvSpPr>
        <p:spPr>
          <a:xfrm>
            <a:off x="8842745" y="3039077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7" name="TextBox 336">
            <a:extLst>
              <a:ext uri="{FF2B5EF4-FFF2-40B4-BE49-F238E27FC236}">
                <a16:creationId xmlns:a16="http://schemas.microsoft.com/office/drawing/2014/main" id="{8D43CA58-A63D-7FF8-772B-3F08A3FB8210}"/>
              </a:ext>
            </a:extLst>
          </p:cNvPr>
          <p:cNvSpPr txBox="1"/>
          <p:nvPr/>
        </p:nvSpPr>
        <p:spPr>
          <a:xfrm>
            <a:off x="9148976" y="3030035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×100</a:t>
            </a:r>
          </a:p>
        </p:txBody>
      </p:sp>
      <p:sp>
        <p:nvSpPr>
          <p:cNvPr id="341" name="Rectangle 340">
            <a:extLst>
              <a:ext uri="{FF2B5EF4-FFF2-40B4-BE49-F238E27FC236}">
                <a16:creationId xmlns:a16="http://schemas.microsoft.com/office/drawing/2014/main" id="{CE38FC55-E11A-6B78-2107-EE1F8CA188CE}"/>
              </a:ext>
            </a:extLst>
          </p:cNvPr>
          <p:cNvSpPr/>
          <p:nvPr/>
        </p:nvSpPr>
        <p:spPr>
          <a:xfrm>
            <a:off x="7419880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42" name="Rectangle 341">
            <a:extLst>
              <a:ext uri="{FF2B5EF4-FFF2-40B4-BE49-F238E27FC236}">
                <a16:creationId xmlns:a16="http://schemas.microsoft.com/office/drawing/2014/main" id="{66A071FD-7FDC-3DD9-E888-FF17F9E2E59A}"/>
              </a:ext>
            </a:extLst>
          </p:cNvPr>
          <p:cNvSpPr/>
          <p:nvPr/>
        </p:nvSpPr>
        <p:spPr>
          <a:xfrm>
            <a:off x="7677672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43" name="Rectangle 342">
            <a:extLst>
              <a:ext uri="{FF2B5EF4-FFF2-40B4-BE49-F238E27FC236}">
                <a16:creationId xmlns:a16="http://schemas.microsoft.com/office/drawing/2014/main" id="{A73F5903-F0CA-AD77-9679-E5E0927E97FB}"/>
              </a:ext>
            </a:extLst>
          </p:cNvPr>
          <p:cNvSpPr/>
          <p:nvPr/>
        </p:nvSpPr>
        <p:spPr>
          <a:xfrm>
            <a:off x="7935464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44" name="Rectangle 343">
            <a:extLst>
              <a:ext uri="{FF2B5EF4-FFF2-40B4-BE49-F238E27FC236}">
                <a16:creationId xmlns:a16="http://schemas.microsoft.com/office/drawing/2014/main" id="{226F6C46-E9AD-0B35-21DB-F60F9B75CCE1}"/>
              </a:ext>
            </a:extLst>
          </p:cNvPr>
          <p:cNvSpPr/>
          <p:nvPr/>
        </p:nvSpPr>
        <p:spPr>
          <a:xfrm>
            <a:off x="8193255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45" name="Rectangle 344">
            <a:extLst>
              <a:ext uri="{FF2B5EF4-FFF2-40B4-BE49-F238E27FC236}">
                <a16:creationId xmlns:a16="http://schemas.microsoft.com/office/drawing/2014/main" id="{7176FAFA-AB8D-3ED6-C38C-B7120123354C}"/>
              </a:ext>
            </a:extLst>
          </p:cNvPr>
          <p:cNvSpPr/>
          <p:nvPr/>
        </p:nvSpPr>
        <p:spPr>
          <a:xfrm>
            <a:off x="8451048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46" name="Rectangle 345">
            <a:extLst>
              <a:ext uri="{FF2B5EF4-FFF2-40B4-BE49-F238E27FC236}">
                <a16:creationId xmlns:a16="http://schemas.microsoft.com/office/drawing/2014/main" id="{68A2E6C0-2F04-B024-AE79-FFEAA8D381EC}"/>
              </a:ext>
            </a:extLst>
          </p:cNvPr>
          <p:cNvSpPr/>
          <p:nvPr/>
        </p:nvSpPr>
        <p:spPr>
          <a:xfrm>
            <a:off x="8708839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347" name="Oval 346">
            <a:extLst>
              <a:ext uri="{FF2B5EF4-FFF2-40B4-BE49-F238E27FC236}">
                <a16:creationId xmlns:a16="http://schemas.microsoft.com/office/drawing/2014/main" id="{E8AEA425-AD4A-ACFA-6DF3-97E806584DE7}"/>
              </a:ext>
            </a:extLst>
          </p:cNvPr>
          <p:cNvSpPr/>
          <p:nvPr/>
        </p:nvSpPr>
        <p:spPr>
          <a:xfrm>
            <a:off x="8424853" y="3020027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50" name="Rectangle 349">
            <a:extLst>
              <a:ext uri="{FF2B5EF4-FFF2-40B4-BE49-F238E27FC236}">
                <a16:creationId xmlns:a16="http://schemas.microsoft.com/office/drawing/2014/main" id="{C26F8AF7-73D1-EF04-513F-9D77B2BBC91F}"/>
              </a:ext>
            </a:extLst>
          </p:cNvPr>
          <p:cNvSpPr/>
          <p:nvPr/>
        </p:nvSpPr>
        <p:spPr>
          <a:xfrm>
            <a:off x="7419880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51" name="Rectangle 350">
            <a:extLst>
              <a:ext uri="{FF2B5EF4-FFF2-40B4-BE49-F238E27FC236}">
                <a16:creationId xmlns:a16="http://schemas.microsoft.com/office/drawing/2014/main" id="{0217013D-AC05-D057-E06A-79553151F1C1}"/>
              </a:ext>
            </a:extLst>
          </p:cNvPr>
          <p:cNvSpPr/>
          <p:nvPr/>
        </p:nvSpPr>
        <p:spPr>
          <a:xfrm>
            <a:off x="7677672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52" name="Rectangle 351">
            <a:extLst>
              <a:ext uri="{FF2B5EF4-FFF2-40B4-BE49-F238E27FC236}">
                <a16:creationId xmlns:a16="http://schemas.microsoft.com/office/drawing/2014/main" id="{58661A7E-D612-2F81-9891-484082434EB5}"/>
              </a:ext>
            </a:extLst>
          </p:cNvPr>
          <p:cNvSpPr/>
          <p:nvPr/>
        </p:nvSpPr>
        <p:spPr>
          <a:xfrm>
            <a:off x="7935464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353" name="Rectangle 352">
            <a:extLst>
              <a:ext uri="{FF2B5EF4-FFF2-40B4-BE49-F238E27FC236}">
                <a16:creationId xmlns:a16="http://schemas.microsoft.com/office/drawing/2014/main" id="{B75472CD-49D9-A51C-013B-53E331BE44B2}"/>
              </a:ext>
            </a:extLst>
          </p:cNvPr>
          <p:cNvSpPr/>
          <p:nvPr/>
        </p:nvSpPr>
        <p:spPr>
          <a:xfrm>
            <a:off x="8193255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354" name="Rectangle 353">
            <a:extLst>
              <a:ext uri="{FF2B5EF4-FFF2-40B4-BE49-F238E27FC236}">
                <a16:creationId xmlns:a16="http://schemas.microsoft.com/office/drawing/2014/main" id="{FBC9127C-508B-1DB8-A822-519500C2D3C1}"/>
              </a:ext>
            </a:extLst>
          </p:cNvPr>
          <p:cNvSpPr/>
          <p:nvPr/>
        </p:nvSpPr>
        <p:spPr>
          <a:xfrm>
            <a:off x="8451048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55" name="Rectangle 354">
            <a:extLst>
              <a:ext uri="{FF2B5EF4-FFF2-40B4-BE49-F238E27FC236}">
                <a16:creationId xmlns:a16="http://schemas.microsoft.com/office/drawing/2014/main" id="{EB55A822-D6FF-1BD5-2793-AC24E0653904}"/>
              </a:ext>
            </a:extLst>
          </p:cNvPr>
          <p:cNvSpPr/>
          <p:nvPr/>
        </p:nvSpPr>
        <p:spPr>
          <a:xfrm>
            <a:off x="8708839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59" name="Rectangle 358">
            <a:extLst>
              <a:ext uri="{FF2B5EF4-FFF2-40B4-BE49-F238E27FC236}">
                <a16:creationId xmlns:a16="http://schemas.microsoft.com/office/drawing/2014/main" id="{3E2FC0FC-8F89-56A8-42FB-E40660250985}"/>
              </a:ext>
            </a:extLst>
          </p:cNvPr>
          <p:cNvSpPr/>
          <p:nvPr/>
        </p:nvSpPr>
        <p:spPr>
          <a:xfrm>
            <a:off x="7419880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60" name="Rectangle 359">
            <a:extLst>
              <a:ext uri="{FF2B5EF4-FFF2-40B4-BE49-F238E27FC236}">
                <a16:creationId xmlns:a16="http://schemas.microsoft.com/office/drawing/2014/main" id="{190F1E9C-F5FB-0C37-B1FC-C315004592B2}"/>
              </a:ext>
            </a:extLst>
          </p:cNvPr>
          <p:cNvSpPr/>
          <p:nvPr/>
        </p:nvSpPr>
        <p:spPr>
          <a:xfrm>
            <a:off x="7677672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61" name="Rectangle 360">
            <a:extLst>
              <a:ext uri="{FF2B5EF4-FFF2-40B4-BE49-F238E27FC236}">
                <a16:creationId xmlns:a16="http://schemas.microsoft.com/office/drawing/2014/main" id="{B70C65A7-7495-F332-9FE1-F12970E926B0}"/>
              </a:ext>
            </a:extLst>
          </p:cNvPr>
          <p:cNvSpPr/>
          <p:nvPr/>
        </p:nvSpPr>
        <p:spPr>
          <a:xfrm>
            <a:off x="7935464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62" name="Rectangle 361">
            <a:extLst>
              <a:ext uri="{FF2B5EF4-FFF2-40B4-BE49-F238E27FC236}">
                <a16:creationId xmlns:a16="http://schemas.microsoft.com/office/drawing/2014/main" id="{FEAF5D92-F179-1E94-7457-137219C01A87}"/>
              </a:ext>
            </a:extLst>
          </p:cNvPr>
          <p:cNvSpPr/>
          <p:nvPr/>
        </p:nvSpPr>
        <p:spPr>
          <a:xfrm>
            <a:off x="8193255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363" name="Rectangle 362">
            <a:extLst>
              <a:ext uri="{FF2B5EF4-FFF2-40B4-BE49-F238E27FC236}">
                <a16:creationId xmlns:a16="http://schemas.microsoft.com/office/drawing/2014/main" id="{1E2C618F-4B6F-60BD-EF06-A9C6B6B08DDA}"/>
              </a:ext>
            </a:extLst>
          </p:cNvPr>
          <p:cNvSpPr/>
          <p:nvPr/>
        </p:nvSpPr>
        <p:spPr>
          <a:xfrm>
            <a:off x="8451048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364" name="Rectangle 363">
            <a:extLst>
              <a:ext uri="{FF2B5EF4-FFF2-40B4-BE49-F238E27FC236}">
                <a16:creationId xmlns:a16="http://schemas.microsoft.com/office/drawing/2014/main" id="{74F0EE1C-7D6D-3153-477B-2454BCAD4A93}"/>
              </a:ext>
            </a:extLst>
          </p:cNvPr>
          <p:cNvSpPr/>
          <p:nvPr/>
        </p:nvSpPr>
        <p:spPr>
          <a:xfrm>
            <a:off x="8708839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66" name="Arc 365">
            <a:extLst>
              <a:ext uri="{FF2B5EF4-FFF2-40B4-BE49-F238E27FC236}">
                <a16:creationId xmlns:a16="http://schemas.microsoft.com/office/drawing/2014/main" id="{0D825A01-C98E-E675-54AD-48CF188C31B4}"/>
              </a:ext>
            </a:extLst>
          </p:cNvPr>
          <p:cNvSpPr/>
          <p:nvPr/>
        </p:nvSpPr>
        <p:spPr>
          <a:xfrm>
            <a:off x="8842745" y="3415314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7" name="TextBox 366">
            <a:extLst>
              <a:ext uri="{FF2B5EF4-FFF2-40B4-BE49-F238E27FC236}">
                <a16:creationId xmlns:a16="http://schemas.microsoft.com/office/drawing/2014/main" id="{EA86FF0E-53B3-9522-AFD1-0EA50437B331}"/>
              </a:ext>
            </a:extLst>
          </p:cNvPr>
          <p:cNvSpPr txBox="1"/>
          <p:nvPr/>
        </p:nvSpPr>
        <p:spPr>
          <a:xfrm>
            <a:off x="9148976" y="3418480"/>
            <a:ext cx="418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÷10</a:t>
            </a:r>
          </a:p>
        </p:txBody>
      </p:sp>
      <p:sp>
        <p:nvSpPr>
          <p:cNvPr id="500" name="Arc 499">
            <a:extLst>
              <a:ext uri="{FF2B5EF4-FFF2-40B4-BE49-F238E27FC236}">
                <a16:creationId xmlns:a16="http://schemas.microsoft.com/office/drawing/2014/main" id="{9636DEEC-BDB6-2F21-11C4-B95E12277EB7}"/>
              </a:ext>
            </a:extLst>
          </p:cNvPr>
          <p:cNvSpPr/>
          <p:nvPr/>
        </p:nvSpPr>
        <p:spPr>
          <a:xfrm>
            <a:off x="2200010" y="4312452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01" name="TextBox 500">
            <a:extLst>
              <a:ext uri="{FF2B5EF4-FFF2-40B4-BE49-F238E27FC236}">
                <a16:creationId xmlns:a16="http://schemas.microsoft.com/office/drawing/2014/main" id="{486699ED-38CA-6E76-4908-47EAA64C7AC6}"/>
              </a:ext>
            </a:extLst>
          </p:cNvPr>
          <p:cNvSpPr txBox="1"/>
          <p:nvPr/>
        </p:nvSpPr>
        <p:spPr>
          <a:xfrm>
            <a:off x="2506241" y="4303410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×100</a:t>
            </a:r>
          </a:p>
        </p:txBody>
      </p:sp>
      <p:sp>
        <p:nvSpPr>
          <p:cNvPr id="504" name="Rectangle 503">
            <a:extLst>
              <a:ext uri="{FF2B5EF4-FFF2-40B4-BE49-F238E27FC236}">
                <a16:creationId xmlns:a16="http://schemas.microsoft.com/office/drawing/2014/main" id="{58EAA0D1-1AA3-339D-005D-420CB90151B7}"/>
              </a:ext>
            </a:extLst>
          </p:cNvPr>
          <p:cNvSpPr/>
          <p:nvPr/>
        </p:nvSpPr>
        <p:spPr>
          <a:xfrm>
            <a:off x="519353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05" name="Rectangle 504">
            <a:extLst>
              <a:ext uri="{FF2B5EF4-FFF2-40B4-BE49-F238E27FC236}">
                <a16:creationId xmlns:a16="http://schemas.microsoft.com/office/drawing/2014/main" id="{CAEC2A49-E027-E8D3-FD8F-8B1363278893}"/>
              </a:ext>
            </a:extLst>
          </p:cNvPr>
          <p:cNvSpPr/>
          <p:nvPr/>
        </p:nvSpPr>
        <p:spPr>
          <a:xfrm>
            <a:off x="777145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06" name="Rectangle 505">
            <a:extLst>
              <a:ext uri="{FF2B5EF4-FFF2-40B4-BE49-F238E27FC236}">
                <a16:creationId xmlns:a16="http://schemas.microsoft.com/office/drawing/2014/main" id="{BAE1D53F-9268-6743-05A2-0434F1190F15}"/>
              </a:ext>
            </a:extLst>
          </p:cNvPr>
          <p:cNvSpPr/>
          <p:nvPr/>
        </p:nvSpPr>
        <p:spPr>
          <a:xfrm>
            <a:off x="1034937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07" name="Rectangle 506">
            <a:extLst>
              <a:ext uri="{FF2B5EF4-FFF2-40B4-BE49-F238E27FC236}">
                <a16:creationId xmlns:a16="http://schemas.microsoft.com/office/drawing/2014/main" id="{05780D4A-EEED-AB48-22AA-A3EFADE3B1F1}"/>
              </a:ext>
            </a:extLst>
          </p:cNvPr>
          <p:cNvSpPr/>
          <p:nvPr/>
        </p:nvSpPr>
        <p:spPr>
          <a:xfrm>
            <a:off x="1292729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08" name="Rectangle 507">
            <a:extLst>
              <a:ext uri="{FF2B5EF4-FFF2-40B4-BE49-F238E27FC236}">
                <a16:creationId xmlns:a16="http://schemas.microsoft.com/office/drawing/2014/main" id="{55439999-AA91-B60D-1BC0-8DF20AB97D25}"/>
              </a:ext>
            </a:extLst>
          </p:cNvPr>
          <p:cNvSpPr/>
          <p:nvPr/>
        </p:nvSpPr>
        <p:spPr>
          <a:xfrm>
            <a:off x="1550520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09" name="Rectangle 508">
            <a:extLst>
              <a:ext uri="{FF2B5EF4-FFF2-40B4-BE49-F238E27FC236}">
                <a16:creationId xmlns:a16="http://schemas.microsoft.com/office/drawing/2014/main" id="{807F7EA0-9857-2CDD-A1CA-0547E95347ED}"/>
              </a:ext>
            </a:extLst>
          </p:cNvPr>
          <p:cNvSpPr/>
          <p:nvPr/>
        </p:nvSpPr>
        <p:spPr>
          <a:xfrm>
            <a:off x="1808313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10" name="Rectangle 509">
            <a:extLst>
              <a:ext uri="{FF2B5EF4-FFF2-40B4-BE49-F238E27FC236}">
                <a16:creationId xmlns:a16="http://schemas.microsoft.com/office/drawing/2014/main" id="{CBE7C73A-0EE2-46C7-4427-6E0589468401}"/>
              </a:ext>
            </a:extLst>
          </p:cNvPr>
          <p:cNvSpPr/>
          <p:nvPr/>
        </p:nvSpPr>
        <p:spPr>
          <a:xfrm>
            <a:off x="2066104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11" name="Oval 510">
            <a:extLst>
              <a:ext uri="{FF2B5EF4-FFF2-40B4-BE49-F238E27FC236}">
                <a16:creationId xmlns:a16="http://schemas.microsoft.com/office/drawing/2014/main" id="{44917901-6562-0D1C-7B11-17FE0B47337E}"/>
              </a:ext>
            </a:extLst>
          </p:cNvPr>
          <p:cNvSpPr/>
          <p:nvPr/>
        </p:nvSpPr>
        <p:spPr>
          <a:xfrm>
            <a:off x="1527324" y="4293402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13" name="Rectangle 512">
            <a:extLst>
              <a:ext uri="{FF2B5EF4-FFF2-40B4-BE49-F238E27FC236}">
                <a16:creationId xmlns:a16="http://schemas.microsoft.com/office/drawing/2014/main" id="{DADD542B-2F52-3763-3215-270D3D6E208F}"/>
              </a:ext>
            </a:extLst>
          </p:cNvPr>
          <p:cNvSpPr/>
          <p:nvPr/>
        </p:nvSpPr>
        <p:spPr>
          <a:xfrm>
            <a:off x="519353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14" name="Rectangle 513">
            <a:extLst>
              <a:ext uri="{FF2B5EF4-FFF2-40B4-BE49-F238E27FC236}">
                <a16:creationId xmlns:a16="http://schemas.microsoft.com/office/drawing/2014/main" id="{6BD96EA6-4BAF-931E-C583-C09E7937F173}"/>
              </a:ext>
            </a:extLst>
          </p:cNvPr>
          <p:cNvSpPr/>
          <p:nvPr/>
        </p:nvSpPr>
        <p:spPr>
          <a:xfrm>
            <a:off x="777145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515" name="Rectangle 514">
            <a:extLst>
              <a:ext uri="{FF2B5EF4-FFF2-40B4-BE49-F238E27FC236}">
                <a16:creationId xmlns:a16="http://schemas.microsoft.com/office/drawing/2014/main" id="{35C729FE-1CEE-FADD-E9DD-DD531F4AC1E7}"/>
              </a:ext>
            </a:extLst>
          </p:cNvPr>
          <p:cNvSpPr/>
          <p:nvPr/>
        </p:nvSpPr>
        <p:spPr>
          <a:xfrm>
            <a:off x="1034937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516" name="Rectangle 515">
            <a:extLst>
              <a:ext uri="{FF2B5EF4-FFF2-40B4-BE49-F238E27FC236}">
                <a16:creationId xmlns:a16="http://schemas.microsoft.com/office/drawing/2014/main" id="{1936D4FD-61E1-91A0-A3C2-B6BBD14239F2}"/>
              </a:ext>
            </a:extLst>
          </p:cNvPr>
          <p:cNvSpPr/>
          <p:nvPr/>
        </p:nvSpPr>
        <p:spPr>
          <a:xfrm>
            <a:off x="1292729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517" name="Rectangle 516">
            <a:extLst>
              <a:ext uri="{FF2B5EF4-FFF2-40B4-BE49-F238E27FC236}">
                <a16:creationId xmlns:a16="http://schemas.microsoft.com/office/drawing/2014/main" id="{770EAD7F-F271-3C0D-9B8A-15AC861C42C1}"/>
              </a:ext>
            </a:extLst>
          </p:cNvPr>
          <p:cNvSpPr/>
          <p:nvPr/>
        </p:nvSpPr>
        <p:spPr>
          <a:xfrm>
            <a:off x="1550520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18" name="Rectangle 517">
            <a:extLst>
              <a:ext uri="{FF2B5EF4-FFF2-40B4-BE49-F238E27FC236}">
                <a16:creationId xmlns:a16="http://schemas.microsoft.com/office/drawing/2014/main" id="{F0DBD682-5A2D-5D30-7FBB-A6A54A3B58AF}"/>
              </a:ext>
            </a:extLst>
          </p:cNvPr>
          <p:cNvSpPr/>
          <p:nvPr/>
        </p:nvSpPr>
        <p:spPr>
          <a:xfrm>
            <a:off x="1808313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19" name="Rectangle 518">
            <a:extLst>
              <a:ext uri="{FF2B5EF4-FFF2-40B4-BE49-F238E27FC236}">
                <a16:creationId xmlns:a16="http://schemas.microsoft.com/office/drawing/2014/main" id="{B6989C43-32B9-10EF-6DC9-4E68EA0A87CA}"/>
              </a:ext>
            </a:extLst>
          </p:cNvPr>
          <p:cNvSpPr/>
          <p:nvPr/>
        </p:nvSpPr>
        <p:spPr>
          <a:xfrm>
            <a:off x="2066104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22" name="Rectangle 521">
            <a:extLst>
              <a:ext uri="{FF2B5EF4-FFF2-40B4-BE49-F238E27FC236}">
                <a16:creationId xmlns:a16="http://schemas.microsoft.com/office/drawing/2014/main" id="{99F5407B-D318-3147-70EB-904278E61223}"/>
              </a:ext>
            </a:extLst>
          </p:cNvPr>
          <p:cNvSpPr/>
          <p:nvPr/>
        </p:nvSpPr>
        <p:spPr>
          <a:xfrm>
            <a:off x="519353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23" name="Rectangle 522">
            <a:extLst>
              <a:ext uri="{FF2B5EF4-FFF2-40B4-BE49-F238E27FC236}">
                <a16:creationId xmlns:a16="http://schemas.microsoft.com/office/drawing/2014/main" id="{541834C9-7796-5EED-60ED-46BDDCC69BC0}"/>
              </a:ext>
            </a:extLst>
          </p:cNvPr>
          <p:cNvSpPr/>
          <p:nvPr/>
        </p:nvSpPr>
        <p:spPr>
          <a:xfrm>
            <a:off x="777145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24" name="Rectangle 523">
            <a:extLst>
              <a:ext uri="{FF2B5EF4-FFF2-40B4-BE49-F238E27FC236}">
                <a16:creationId xmlns:a16="http://schemas.microsoft.com/office/drawing/2014/main" id="{CB4BEEAC-EAC8-7131-94D1-A6EC15F4CE4A}"/>
              </a:ext>
            </a:extLst>
          </p:cNvPr>
          <p:cNvSpPr/>
          <p:nvPr/>
        </p:nvSpPr>
        <p:spPr>
          <a:xfrm>
            <a:off x="1034937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525" name="Rectangle 524">
            <a:extLst>
              <a:ext uri="{FF2B5EF4-FFF2-40B4-BE49-F238E27FC236}">
                <a16:creationId xmlns:a16="http://schemas.microsoft.com/office/drawing/2014/main" id="{978C1208-EF05-EA0A-05DA-CD579EB14964}"/>
              </a:ext>
            </a:extLst>
          </p:cNvPr>
          <p:cNvSpPr/>
          <p:nvPr/>
        </p:nvSpPr>
        <p:spPr>
          <a:xfrm>
            <a:off x="1292729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526" name="Rectangle 525">
            <a:extLst>
              <a:ext uri="{FF2B5EF4-FFF2-40B4-BE49-F238E27FC236}">
                <a16:creationId xmlns:a16="http://schemas.microsoft.com/office/drawing/2014/main" id="{2CC0765B-61A0-9A75-5A38-F70CE32BCFC8}"/>
              </a:ext>
            </a:extLst>
          </p:cNvPr>
          <p:cNvSpPr/>
          <p:nvPr/>
        </p:nvSpPr>
        <p:spPr>
          <a:xfrm>
            <a:off x="1550520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527" name="Rectangle 526">
            <a:extLst>
              <a:ext uri="{FF2B5EF4-FFF2-40B4-BE49-F238E27FC236}">
                <a16:creationId xmlns:a16="http://schemas.microsoft.com/office/drawing/2014/main" id="{B268DDF2-C4F4-85B1-4139-DCC8E095EAC9}"/>
              </a:ext>
            </a:extLst>
          </p:cNvPr>
          <p:cNvSpPr/>
          <p:nvPr/>
        </p:nvSpPr>
        <p:spPr>
          <a:xfrm>
            <a:off x="1808313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28" name="Rectangle 527">
            <a:extLst>
              <a:ext uri="{FF2B5EF4-FFF2-40B4-BE49-F238E27FC236}">
                <a16:creationId xmlns:a16="http://schemas.microsoft.com/office/drawing/2014/main" id="{4C3AB24B-5136-581B-B14C-038C3A840A7E}"/>
              </a:ext>
            </a:extLst>
          </p:cNvPr>
          <p:cNvSpPr/>
          <p:nvPr/>
        </p:nvSpPr>
        <p:spPr>
          <a:xfrm>
            <a:off x="2066104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30" name="Arc 529">
            <a:extLst>
              <a:ext uri="{FF2B5EF4-FFF2-40B4-BE49-F238E27FC236}">
                <a16:creationId xmlns:a16="http://schemas.microsoft.com/office/drawing/2014/main" id="{A8D001D4-ED52-A148-74E1-121BC7DEBA9F}"/>
              </a:ext>
            </a:extLst>
          </p:cNvPr>
          <p:cNvSpPr/>
          <p:nvPr/>
        </p:nvSpPr>
        <p:spPr>
          <a:xfrm>
            <a:off x="2200010" y="4688689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31" name="TextBox 530">
            <a:extLst>
              <a:ext uri="{FF2B5EF4-FFF2-40B4-BE49-F238E27FC236}">
                <a16:creationId xmlns:a16="http://schemas.microsoft.com/office/drawing/2014/main" id="{AB4A92E4-E10D-D783-0E3C-1E9CD3F5330F}"/>
              </a:ext>
            </a:extLst>
          </p:cNvPr>
          <p:cNvSpPr txBox="1"/>
          <p:nvPr/>
        </p:nvSpPr>
        <p:spPr>
          <a:xfrm>
            <a:off x="2506241" y="4691855"/>
            <a:ext cx="418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÷10</a:t>
            </a:r>
          </a:p>
        </p:txBody>
      </p:sp>
      <p:sp>
        <p:nvSpPr>
          <p:cNvPr id="468" name="Arc 467">
            <a:extLst>
              <a:ext uri="{FF2B5EF4-FFF2-40B4-BE49-F238E27FC236}">
                <a16:creationId xmlns:a16="http://schemas.microsoft.com/office/drawing/2014/main" id="{06706852-E137-8FBA-8C4C-849B323CCB77}"/>
              </a:ext>
            </a:extLst>
          </p:cNvPr>
          <p:cNvSpPr/>
          <p:nvPr/>
        </p:nvSpPr>
        <p:spPr>
          <a:xfrm>
            <a:off x="5510265" y="4312452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9" name="TextBox 468">
            <a:extLst>
              <a:ext uri="{FF2B5EF4-FFF2-40B4-BE49-F238E27FC236}">
                <a16:creationId xmlns:a16="http://schemas.microsoft.com/office/drawing/2014/main" id="{1C653CE8-A8FD-159F-FB14-E4E32A74D4ED}"/>
              </a:ext>
            </a:extLst>
          </p:cNvPr>
          <p:cNvSpPr txBox="1"/>
          <p:nvPr/>
        </p:nvSpPr>
        <p:spPr>
          <a:xfrm>
            <a:off x="5816496" y="4303410"/>
            <a:ext cx="418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÷10</a:t>
            </a:r>
          </a:p>
        </p:txBody>
      </p:sp>
      <p:sp>
        <p:nvSpPr>
          <p:cNvPr id="471" name="Rectangle 470">
            <a:extLst>
              <a:ext uri="{FF2B5EF4-FFF2-40B4-BE49-F238E27FC236}">
                <a16:creationId xmlns:a16="http://schemas.microsoft.com/office/drawing/2014/main" id="{873B635E-79CD-CE34-1AB5-BA2D9C624178}"/>
              </a:ext>
            </a:extLst>
          </p:cNvPr>
          <p:cNvSpPr/>
          <p:nvPr/>
        </p:nvSpPr>
        <p:spPr>
          <a:xfrm>
            <a:off x="3571816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72" name="Rectangle 471">
            <a:extLst>
              <a:ext uri="{FF2B5EF4-FFF2-40B4-BE49-F238E27FC236}">
                <a16:creationId xmlns:a16="http://schemas.microsoft.com/office/drawing/2014/main" id="{448C8A14-6572-06C5-E86A-DD6FE5378754}"/>
              </a:ext>
            </a:extLst>
          </p:cNvPr>
          <p:cNvSpPr/>
          <p:nvPr/>
        </p:nvSpPr>
        <p:spPr>
          <a:xfrm>
            <a:off x="3829608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73" name="Rectangle 472">
            <a:extLst>
              <a:ext uri="{FF2B5EF4-FFF2-40B4-BE49-F238E27FC236}">
                <a16:creationId xmlns:a16="http://schemas.microsoft.com/office/drawing/2014/main" id="{3B982D8F-5782-2E6E-8AF0-1C4BC2D289D7}"/>
              </a:ext>
            </a:extLst>
          </p:cNvPr>
          <p:cNvSpPr/>
          <p:nvPr/>
        </p:nvSpPr>
        <p:spPr>
          <a:xfrm>
            <a:off x="4087400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74" name="Rectangle 473">
            <a:extLst>
              <a:ext uri="{FF2B5EF4-FFF2-40B4-BE49-F238E27FC236}">
                <a16:creationId xmlns:a16="http://schemas.microsoft.com/office/drawing/2014/main" id="{E73316E5-6AC7-941F-B14A-0E46A5B9DE74}"/>
              </a:ext>
            </a:extLst>
          </p:cNvPr>
          <p:cNvSpPr/>
          <p:nvPr/>
        </p:nvSpPr>
        <p:spPr>
          <a:xfrm>
            <a:off x="4345192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475" name="Rectangle 474">
            <a:extLst>
              <a:ext uri="{FF2B5EF4-FFF2-40B4-BE49-F238E27FC236}">
                <a16:creationId xmlns:a16="http://schemas.microsoft.com/office/drawing/2014/main" id="{30DD5AD7-858F-4EE5-CED7-D88C835693CD}"/>
              </a:ext>
            </a:extLst>
          </p:cNvPr>
          <p:cNvSpPr/>
          <p:nvPr/>
        </p:nvSpPr>
        <p:spPr>
          <a:xfrm>
            <a:off x="4602984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76" name="Rectangle 475">
            <a:extLst>
              <a:ext uri="{FF2B5EF4-FFF2-40B4-BE49-F238E27FC236}">
                <a16:creationId xmlns:a16="http://schemas.microsoft.com/office/drawing/2014/main" id="{B1901F78-A6EF-CA98-FB5A-C9BB0F21DC9E}"/>
              </a:ext>
            </a:extLst>
          </p:cNvPr>
          <p:cNvSpPr/>
          <p:nvPr/>
        </p:nvSpPr>
        <p:spPr>
          <a:xfrm>
            <a:off x="4860775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77" name="Rectangle 476">
            <a:extLst>
              <a:ext uri="{FF2B5EF4-FFF2-40B4-BE49-F238E27FC236}">
                <a16:creationId xmlns:a16="http://schemas.microsoft.com/office/drawing/2014/main" id="{24CD3066-E2CD-34FE-CD76-3A1DDFD4FB55}"/>
              </a:ext>
            </a:extLst>
          </p:cNvPr>
          <p:cNvSpPr/>
          <p:nvPr/>
        </p:nvSpPr>
        <p:spPr>
          <a:xfrm>
            <a:off x="5118568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478" name="Rectangle 477">
            <a:extLst>
              <a:ext uri="{FF2B5EF4-FFF2-40B4-BE49-F238E27FC236}">
                <a16:creationId xmlns:a16="http://schemas.microsoft.com/office/drawing/2014/main" id="{339A8BFC-4C97-0C53-D1DB-8F92CD6AC001}"/>
              </a:ext>
            </a:extLst>
          </p:cNvPr>
          <p:cNvSpPr/>
          <p:nvPr/>
        </p:nvSpPr>
        <p:spPr>
          <a:xfrm>
            <a:off x="5376359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79" name="Oval 478">
            <a:extLst>
              <a:ext uri="{FF2B5EF4-FFF2-40B4-BE49-F238E27FC236}">
                <a16:creationId xmlns:a16="http://schemas.microsoft.com/office/drawing/2014/main" id="{9B4715DE-8EEC-4504-30CC-9A7220ADC82C}"/>
              </a:ext>
            </a:extLst>
          </p:cNvPr>
          <p:cNvSpPr/>
          <p:nvPr/>
        </p:nvSpPr>
        <p:spPr>
          <a:xfrm>
            <a:off x="4832817" y="4293402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80" name="Rectangle 479">
            <a:extLst>
              <a:ext uri="{FF2B5EF4-FFF2-40B4-BE49-F238E27FC236}">
                <a16:creationId xmlns:a16="http://schemas.microsoft.com/office/drawing/2014/main" id="{FD821A67-51CA-0F2D-865F-242577716037}"/>
              </a:ext>
            </a:extLst>
          </p:cNvPr>
          <p:cNvSpPr/>
          <p:nvPr/>
        </p:nvSpPr>
        <p:spPr>
          <a:xfrm>
            <a:off x="3571816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81" name="Rectangle 480">
            <a:extLst>
              <a:ext uri="{FF2B5EF4-FFF2-40B4-BE49-F238E27FC236}">
                <a16:creationId xmlns:a16="http://schemas.microsoft.com/office/drawing/2014/main" id="{436CF46E-696E-1CD1-2DB9-5A4D2A281BAF}"/>
              </a:ext>
            </a:extLst>
          </p:cNvPr>
          <p:cNvSpPr/>
          <p:nvPr/>
        </p:nvSpPr>
        <p:spPr>
          <a:xfrm>
            <a:off x="3829608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82" name="Rectangle 481">
            <a:extLst>
              <a:ext uri="{FF2B5EF4-FFF2-40B4-BE49-F238E27FC236}">
                <a16:creationId xmlns:a16="http://schemas.microsoft.com/office/drawing/2014/main" id="{2579D2AF-330E-8EA7-C408-18EABABD71A1}"/>
              </a:ext>
            </a:extLst>
          </p:cNvPr>
          <p:cNvSpPr/>
          <p:nvPr/>
        </p:nvSpPr>
        <p:spPr>
          <a:xfrm>
            <a:off x="4087400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83" name="Rectangle 482">
            <a:extLst>
              <a:ext uri="{FF2B5EF4-FFF2-40B4-BE49-F238E27FC236}">
                <a16:creationId xmlns:a16="http://schemas.microsoft.com/office/drawing/2014/main" id="{9EACC2D5-0ADD-3B74-B689-560F4735A193}"/>
              </a:ext>
            </a:extLst>
          </p:cNvPr>
          <p:cNvSpPr/>
          <p:nvPr/>
        </p:nvSpPr>
        <p:spPr>
          <a:xfrm>
            <a:off x="4345192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84" name="Rectangle 483">
            <a:extLst>
              <a:ext uri="{FF2B5EF4-FFF2-40B4-BE49-F238E27FC236}">
                <a16:creationId xmlns:a16="http://schemas.microsoft.com/office/drawing/2014/main" id="{FB3EDB54-EF2F-A2C3-AA90-239EAA3C0ED4}"/>
              </a:ext>
            </a:extLst>
          </p:cNvPr>
          <p:cNvSpPr/>
          <p:nvPr/>
        </p:nvSpPr>
        <p:spPr>
          <a:xfrm>
            <a:off x="4602984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485" name="Rectangle 484">
            <a:extLst>
              <a:ext uri="{FF2B5EF4-FFF2-40B4-BE49-F238E27FC236}">
                <a16:creationId xmlns:a16="http://schemas.microsoft.com/office/drawing/2014/main" id="{E280841B-5F15-F853-635D-B192229E59CC}"/>
              </a:ext>
            </a:extLst>
          </p:cNvPr>
          <p:cNvSpPr/>
          <p:nvPr/>
        </p:nvSpPr>
        <p:spPr>
          <a:xfrm>
            <a:off x="4860775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486" name="Rectangle 485">
            <a:extLst>
              <a:ext uri="{FF2B5EF4-FFF2-40B4-BE49-F238E27FC236}">
                <a16:creationId xmlns:a16="http://schemas.microsoft.com/office/drawing/2014/main" id="{6C4DE171-7717-F432-54B2-0692EA8E9989}"/>
              </a:ext>
            </a:extLst>
          </p:cNvPr>
          <p:cNvSpPr/>
          <p:nvPr/>
        </p:nvSpPr>
        <p:spPr>
          <a:xfrm>
            <a:off x="5118568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487" name="Rectangle 486">
            <a:extLst>
              <a:ext uri="{FF2B5EF4-FFF2-40B4-BE49-F238E27FC236}">
                <a16:creationId xmlns:a16="http://schemas.microsoft.com/office/drawing/2014/main" id="{E49024C5-CFCE-F688-9320-82CA608C0582}"/>
              </a:ext>
            </a:extLst>
          </p:cNvPr>
          <p:cNvSpPr/>
          <p:nvPr/>
        </p:nvSpPr>
        <p:spPr>
          <a:xfrm>
            <a:off x="5376359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489" name="Rectangle 488">
            <a:extLst>
              <a:ext uri="{FF2B5EF4-FFF2-40B4-BE49-F238E27FC236}">
                <a16:creationId xmlns:a16="http://schemas.microsoft.com/office/drawing/2014/main" id="{748D13BE-0C37-0B45-8C7A-B9EEDD2827CB}"/>
              </a:ext>
            </a:extLst>
          </p:cNvPr>
          <p:cNvSpPr/>
          <p:nvPr/>
        </p:nvSpPr>
        <p:spPr>
          <a:xfrm>
            <a:off x="3571816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90" name="Rectangle 489">
            <a:extLst>
              <a:ext uri="{FF2B5EF4-FFF2-40B4-BE49-F238E27FC236}">
                <a16:creationId xmlns:a16="http://schemas.microsoft.com/office/drawing/2014/main" id="{06D3F800-8B6E-75B4-92CF-786F5E947979}"/>
              </a:ext>
            </a:extLst>
          </p:cNvPr>
          <p:cNvSpPr/>
          <p:nvPr/>
        </p:nvSpPr>
        <p:spPr>
          <a:xfrm>
            <a:off x="3829608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491" name="Rectangle 490">
            <a:extLst>
              <a:ext uri="{FF2B5EF4-FFF2-40B4-BE49-F238E27FC236}">
                <a16:creationId xmlns:a16="http://schemas.microsoft.com/office/drawing/2014/main" id="{89379D24-A68E-3B8A-0658-571655ADA673}"/>
              </a:ext>
            </a:extLst>
          </p:cNvPr>
          <p:cNvSpPr/>
          <p:nvPr/>
        </p:nvSpPr>
        <p:spPr>
          <a:xfrm>
            <a:off x="4087400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492" name="Rectangle 491">
            <a:extLst>
              <a:ext uri="{FF2B5EF4-FFF2-40B4-BE49-F238E27FC236}">
                <a16:creationId xmlns:a16="http://schemas.microsoft.com/office/drawing/2014/main" id="{F71BC5AA-AE03-BED2-DFC0-898612AD122F}"/>
              </a:ext>
            </a:extLst>
          </p:cNvPr>
          <p:cNvSpPr/>
          <p:nvPr/>
        </p:nvSpPr>
        <p:spPr>
          <a:xfrm>
            <a:off x="4345192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493" name="Rectangle 492">
            <a:extLst>
              <a:ext uri="{FF2B5EF4-FFF2-40B4-BE49-F238E27FC236}">
                <a16:creationId xmlns:a16="http://schemas.microsoft.com/office/drawing/2014/main" id="{748609E1-6201-2878-5BBA-51E6209BC5E1}"/>
              </a:ext>
            </a:extLst>
          </p:cNvPr>
          <p:cNvSpPr/>
          <p:nvPr/>
        </p:nvSpPr>
        <p:spPr>
          <a:xfrm>
            <a:off x="4602984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494" name="Rectangle 493">
            <a:extLst>
              <a:ext uri="{FF2B5EF4-FFF2-40B4-BE49-F238E27FC236}">
                <a16:creationId xmlns:a16="http://schemas.microsoft.com/office/drawing/2014/main" id="{7207E931-E27E-9480-574C-61F106C7E21E}"/>
              </a:ext>
            </a:extLst>
          </p:cNvPr>
          <p:cNvSpPr/>
          <p:nvPr/>
        </p:nvSpPr>
        <p:spPr>
          <a:xfrm>
            <a:off x="4860775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95" name="Rectangle 494">
            <a:extLst>
              <a:ext uri="{FF2B5EF4-FFF2-40B4-BE49-F238E27FC236}">
                <a16:creationId xmlns:a16="http://schemas.microsoft.com/office/drawing/2014/main" id="{D7AB3983-6BAE-2E20-47ED-DE442A001038}"/>
              </a:ext>
            </a:extLst>
          </p:cNvPr>
          <p:cNvSpPr/>
          <p:nvPr/>
        </p:nvSpPr>
        <p:spPr>
          <a:xfrm>
            <a:off x="5118568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96" name="Rectangle 495">
            <a:extLst>
              <a:ext uri="{FF2B5EF4-FFF2-40B4-BE49-F238E27FC236}">
                <a16:creationId xmlns:a16="http://schemas.microsoft.com/office/drawing/2014/main" id="{A1DDCF31-AE16-976E-7893-4D5B2F62AD69}"/>
              </a:ext>
            </a:extLst>
          </p:cNvPr>
          <p:cNvSpPr/>
          <p:nvPr/>
        </p:nvSpPr>
        <p:spPr>
          <a:xfrm>
            <a:off x="5376359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98" name="Arc 497">
            <a:extLst>
              <a:ext uri="{FF2B5EF4-FFF2-40B4-BE49-F238E27FC236}">
                <a16:creationId xmlns:a16="http://schemas.microsoft.com/office/drawing/2014/main" id="{5313181F-385B-1932-2500-E38E05A59AF0}"/>
              </a:ext>
            </a:extLst>
          </p:cNvPr>
          <p:cNvSpPr/>
          <p:nvPr/>
        </p:nvSpPr>
        <p:spPr>
          <a:xfrm>
            <a:off x="5510265" y="4688689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99" name="TextBox 498">
            <a:extLst>
              <a:ext uri="{FF2B5EF4-FFF2-40B4-BE49-F238E27FC236}">
                <a16:creationId xmlns:a16="http://schemas.microsoft.com/office/drawing/2014/main" id="{F3CAA3BE-C0FB-FB8F-2EE6-99ECE29DAE37}"/>
              </a:ext>
            </a:extLst>
          </p:cNvPr>
          <p:cNvSpPr txBox="1"/>
          <p:nvPr/>
        </p:nvSpPr>
        <p:spPr>
          <a:xfrm>
            <a:off x="5816496" y="4691855"/>
            <a:ext cx="5757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×1000</a:t>
            </a:r>
          </a:p>
        </p:txBody>
      </p:sp>
      <p:sp>
        <p:nvSpPr>
          <p:cNvPr id="436" name="Arc 435">
            <a:extLst>
              <a:ext uri="{FF2B5EF4-FFF2-40B4-BE49-F238E27FC236}">
                <a16:creationId xmlns:a16="http://schemas.microsoft.com/office/drawing/2014/main" id="{18C35568-8D0F-13F0-3BA2-D1BDAFFE74A4}"/>
              </a:ext>
            </a:extLst>
          </p:cNvPr>
          <p:cNvSpPr/>
          <p:nvPr/>
        </p:nvSpPr>
        <p:spPr>
          <a:xfrm>
            <a:off x="8966570" y="4312452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7" name="TextBox 436">
            <a:extLst>
              <a:ext uri="{FF2B5EF4-FFF2-40B4-BE49-F238E27FC236}">
                <a16:creationId xmlns:a16="http://schemas.microsoft.com/office/drawing/2014/main" id="{177C33FC-E980-5679-9F94-F29D8045DD09}"/>
              </a:ext>
            </a:extLst>
          </p:cNvPr>
          <p:cNvSpPr txBox="1"/>
          <p:nvPr/>
        </p:nvSpPr>
        <p:spPr>
          <a:xfrm>
            <a:off x="9272801" y="4303410"/>
            <a:ext cx="5757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÷1000</a:t>
            </a:r>
          </a:p>
        </p:txBody>
      </p:sp>
      <p:sp>
        <p:nvSpPr>
          <p:cNvPr id="439" name="Rectangle 438">
            <a:extLst>
              <a:ext uri="{FF2B5EF4-FFF2-40B4-BE49-F238E27FC236}">
                <a16:creationId xmlns:a16="http://schemas.microsoft.com/office/drawing/2014/main" id="{4CD26262-32D4-A72A-DA4B-D42ABA01D9DE}"/>
              </a:ext>
            </a:extLst>
          </p:cNvPr>
          <p:cNvSpPr/>
          <p:nvPr/>
        </p:nvSpPr>
        <p:spPr>
          <a:xfrm>
            <a:off x="7028121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40" name="Rectangle 439">
            <a:extLst>
              <a:ext uri="{FF2B5EF4-FFF2-40B4-BE49-F238E27FC236}">
                <a16:creationId xmlns:a16="http://schemas.microsoft.com/office/drawing/2014/main" id="{380D9E84-108E-FF3F-980F-15A814F7FAAD}"/>
              </a:ext>
            </a:extLst>
          </p:cNvPr>
          <p:cNvSpPr/>
          <p:nvPr/>
        </p:nvSpPr>
        <p:spPr>
          <a:xfrm>
            <a:off x="7285913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41" name="Rectangle 440">
            <a:extLst>
              <a:ext uri="{FF2B5EF4-FFF2-40B4-BE49-F238E27FC236}">
                <a16:creationId xmlns:a16="http://schemas.microsoft.com/office/drawing/2014/main" id="{C2853180-6F5B-6079-8211-707214522008}"/>
              </a:ext>
            </a:extLst>
          </p:cNvPr>
          <p:cNvSpPr/>
          <p:nvPr/>
        </p:nvSpPr>
        <p:spPr>
          <a:xfrm>
            <a:off x="7543705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442" name="Rectangle 441">
            <a:extLst>
              <a:ext uri="{FF2B5EF4-FFF2-40B4-BE49-F238E27FC236}">
                <a16:creationId xmlns:a16="http://schemas.microsoft.com/office/drawing/2014/main" id="{AF73B226-A098-3C2D-D2FF-404BB505AB11}"/>
              </a:ext>
            </a:extLst>
          </p:cNvPr>
          <p:cNvSpPr/>
          <p:nvPr/>
        </p:nvSpPr>
        <p:spPr>
          <a:xfrm>
            <a:off x="7801497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43" name="Rectangle 442">
            <a:extLst>
              <a:ext uri="{FF2B5EF4-FFF2-40B4-BE49-F238E27FC236}">
                <a16:creationId xmlns:a16="http://schemas.microsoft.com/office/drawing/2014/main" id="{5BDA32A0-3855-8120-F5E9-3EA0E72823BE}"/>
              </a:ext>
            </a:extLst>
          </p:cNvPr>
          <p:cNvSpPr/>
          <p:nvPr/>
        </p:nvSpPr>
        <p:spPr>
          <a:xfrm>
            <a:off x="8059289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44" name="Rectangle 443">
            <a:extLst>
              <a:ext uri="{FF2B5EF4-FFF2-40B4-BE49-F238E27FC236}">
                <a16:creationId xmlns:a16="http://schemas.microsoft.com/office/drawing/2014/main" id="{B83911A1-CA02-6375-CCAA-7B2BE9E3ECA2}"/>
              </a:ext>
            </a:extLst>
          </p:cNvPr>
          <p:cNvSpPr/>
          <p:nvPr/>
        </p:nvSpPr>
        <p:spPr>
          <a:xfrm>
            <a:off x="8317080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45" name="Rectangle 444">
            <a:extLst>
              <a:ext uri="{FF2B5EF4-FFF2-40B4-BE49-F238E27FC236}">
                <a16:creationId xmlns:a16="http://schemas.microsoft.com/office/drawing/2014/main" id="{14A979DF-9D51-2293-F1F8-6B96D9917597}"/>
              </a:ext>
            </a:extLst>
          </p:cNvPr>
          <p:cNvSpPr/>
          <p:nvPr/>
        </p:nvSpPr>
        <p:spPr>
          <a:xfrm>
            <a:off x="8574873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46" name="Rectangle 445">
            <a:extLst>
              <a:ext uri="{FF2B5EF4-FFF2-40B4-BE49-F238E27FC236}">
                <a16:creationId xmlns:a16="http://schemas.microsoft.com/office/drawing/2014/main" id="{5BFBACC0-2D70-0FFC-4C3C-F8763E9EC926}"/>
              </a:ext>
            </a:extLst>
          </p:cNvPr>
          <p:cNvSpPr/>
          <p:nvPr/>
        </p:nvSpPr>
        <p:spPr>
          <a:xfrm>
            <a:off x="8832664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47" name="Oval 446">
            <a:extLst>
              <a:ext uri="{FF2B5EF4-FFF2-40B4-BE49-F238E27FC236}">
                <a16:creationId xmlns:a16="http://schemas.microsoft.com/office/drawing/2014/main" id="{096E71E5-0BCE-8F11-D4BE-7E1FF9D6FBE9}"/>
              </a:ext>
            </a:extLst>
          </p:cNvPr>
          <p:cNvSpPr/>
          <p:nvPr/>
        </p:nvSpPr>
        <p:spPr>
          <a:xfrm>
            <a:off x="8031947" y="4293402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48" name="Rectangle 447">
            <a:extLst>
              <a:ext uri="{FF2B5EF4-FFF2-40B4-BE49-F238E27FC236}">
                <a16:creationId xmlns:a16="http://schemas.microsoft.com/office/drawing/2014/main" id="{B81E00C5-778C-6C6D-E2AD-A917DF6AB040}"/>
              </a:ext>
            </a:extLst>
          </p:cNvPr>
          <p:cNvSpPr/>
          <p:nvPr/>
        </p:nvSpPr>
        <p:spPr>
          <a:xfrm>
            <a:off x="7028121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49" name="Rectangle 448">
            <a:extLst>
              <a:ext uri="{FF2B5EF4-FFF2-40B4-BE49-F238E27FC236}">
                <a16:creationId xmlns:a16="http://schemas.microsoft.com/office/drawing/2014/main" id="{C8A92262-34A9-B676-AAFE-E0B7C96A2E85}"/>
              </a:ext>
            </a:extLst>
          </p:cNvPr>
          <p:cNvSpPr/>
          <p:nvPr/>
        </p:nvSpPr>
        <p:spPr>
          <a:xfrm>
            <a:off x="7285913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50" name="Rectangle 449">
            <a:extLst>
              <a:ext uri="{FF2B5EF4-FFF2-40B4-BE49-F238E27FC236}">
                <a16:creationId xmlns:a16="http://schemas.microsoft.com/office/drawing/2014/main" id="{8C8F6C87-D373-1F54-CB1C-409A1D54CD93}"/>
              </a:ext>
            </a:extLst>
          </p:cNvPr>
          <p:cNvSpPr/>
          <p:nvPr/>
        </p:nvSpPr>
        <p:spPr>
          <a:xfrm>
            <a:off x="7543705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51" name="Rectangle 450">
            <a:extLst>
              <a:ext uri="{FF2B5EF4-FFF2-40B4-BE49-F238E27FC236}">
                <a16:creationId xmlns:a16="http://schemas.microsoft.com/office/drawing/2014/main" id="{654CB6B6-A09E-84D0-A2EF-632CAB99AC99}"/>
              </a:ext>
            </a:extLst>
          </p:cNvPr>
          <p:cNvSpPr/>
          <p:nvPr/>
        </p:nvSpPr>
        <p:spPr>
          <a:xfrm>
            <a:off x="7801497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452" name="Rectangle 451">
            <a:extLst>
              <a:ext uri="{FF2B5EF4-FFF2-40B4-BE49-F238E27FC236}">
                <a16:creationId xmlns:a16="http://schemas.microsoft.com/office/drawing/2014/main" id="{8E0BF14F-9741-F374-6D8D-E55232797342}"/>
              </a:ext>
            </a:extLst>
          </p:cNvPr>
          <p:cNvSpPr/>
          <p:nvPr/>
        </p:nvSpPr>
        <p:spPr>
          <a:xfrm>
            <a:off x="8059289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453" name="Rectangle 452">
            <a:extLst>
              <a:ext uri="{FF2B5EF4-FFF2-40B4-BE49-F238E27FC236}">
                <a16:creationId xmlns:a16="http://schemas.microsoft.com/office/drawing/2014/main" id="{AE5CD3EF-FF3A-747D-8AED-B1B2065ECDF5}"/>
              </a:ext>
            </a:extLst>
          </p:cNvPr>
          <p:cNvSpPr/>
          <p:nvPr/>
        </p:nvSpPr>
        <p:spPr>
          <a:xfrm>
            <a:off x="8317080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454" name="Rectangle 453">
            <a:extLst>
              <a:ext uri="{FF2B5EF4-FFF2-40B4-BE49-F238E27FC236}">
                <a16:creationId xmlns:a16="http://schemas.microsoft.com/office/drawing/2014/main" id="{D3B80952-507C-710E-2955-9836DFD02B8C}"/>
              </a:ext>
            </a:extLst>
          </p:cNvPr>
          <p:cNvSpPr/>
          <p:nvPr/>
        </p:nvSpPr>
        <p:spPr>
          <a:xfrm>
            <a:off x="8574873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455" name="Rectangle 454">
            <a:extLst>
              <a:ext uri="{FF2B5EF4-FFF2-40B4-BE49-F238E27FC236}">
                <a16:creationId xmlns:a16="http://schemas.microsoft.com/office/drawing/2014/main" id="{E776991D-F25F-D0F9-EC5F-ECF4E9CA9B4D}"/>
              </a:ext>
            </a:extLst>
          </p:cNvPr>
          <p:cNvSpPr/>
          <p:nvPr/>
        </p:nvSpPr>
        <p:spPr>
          <a:xfrm>
            <a:off x="8832664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57" name="Rectangle 456">
            <a:extLst>
              <a:ext uri="{FF2B5EF4-FFF2-40B4-BE49-F238E27FC236}">
                <a16:creationId xmlns:a16="http://schemas.microsoft.com/office/drawing/2014/main" id="{34ABD74B-ABF4-7064-70E0-F1D84B279865}"/>
              </a:ext>
            </a:extLst>
          </p:cNvPr>
          <p:cNvSpPr/>
          <p:nvPr/>
        </p:nvSpPr>
        <p:spPr>
          <a:xfrm>
            <a:off x="7028121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58" name="Rectangle 457">
            <a:extLst>
              <a:ext uri="{FF2B5EF4-FFF2-40B4-BE49-F238E27FC236}">
                <a16:creationId xmlns:a16="http://schemas.microsoft.com/office/drawing/2014/main" id="{F84EC5F9-90EC-C6BE-982E-23FFA010907E}"/>
              </a:ext>
            </a:extLst>
          </p:cNvPr>
          <p:cNvSpPr/>
          <p:nvPr/>
        </p:nvSpPr>
        <p:spPr>
          <a:xfrm>
            <a:off x="7285913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59" name="Rectangle 458">
            <a:extLst>
              <a:ext uri="{FF2B5EF4-FFF2-40B4-BE49-F238E27FC236}">
                <a16:creationId xmlns:a16="http://schemas.microsoft.com/office/drawing/2014/main" id="{DE5B9C8E-14C5-3B72-A73F-FB08115E6CE0}"/>
              </a:ext>
            </a:extLst>
          </p:cNvPr>
          <p:cNvSpPr/>
          <p:nvPr/>
        </p:nvSpPr>
        <p:spPr>
          <a:xfrm>
            <a:off x="7543705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60" name="Rectangle 459">
            <a:extLst>
              <a:ext uri="{FF2B5EF4-FFF2-40B4-BE49-F238E27FC236}">
                <a16:creationId xmlns:a16="http://schemas.microsoft.com/office/drawing/2014/main" id="{50FCC98D-2C02-014A-D07B-6A4420555F63}"/>
              </a:ext>
            </a:extLst>
          </p:cNvPr>
          <p:cNvSpPr/>
          <p:nvPr/>
        </p:nvSpPr>
        <p:spPr>
          <a:xfrm>
            <a:off x="7801497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461" name="Rectangle 460">
            <a:extLst>
              <a:ext uri="{FF2B5EF4-FFF2-40B4-BE49-F238E27FC236}">
                <a16:creationId xmlns:a16="http://schemas.microsoft.com/office/drawing/2014/main" id="{AE93527E-5B7A-23D2-83A1-E7331E23550A}"/>
              </a:ext>
            </a:extLst>
          </p:cNvPr>
          <p:cNvSpPr/>
          <p:nvPr/>
        </p:nvSpPr>
        <p:spPr>
          <a:xfrm>
            <a:off x="8059289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462" name="Rectangle 461">
            <a:extLst>
              <a:ext uri="{FF2B5EF4-FFF2-40B4-BE49-F238E27FC236}">
                <a16:creationId xmlns:a16="http://schemas.microsoft.com/office/drawing/2014/main" id="{E7DE867B-357D-1E1E-33AF-CE661649A33B}"/>
              </a:ext>
            </a:extLst>
          </p:cNvPr>
          <p:cNvSpPr/>
          <p:nvPr/>
        </p:nvSpPr>
        <p:spPr>
          <a:xfrm>
            <a:off x="8317080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63" name="Rectangle 462">
            <a:extLst>
              <a:ext uri="{FF2B5EF4-FFF2-40B4-BE49-F238E27FC236}">
                <a16:creationId xmlns:a16="http://schemas.microsoft.com/office/drawing/2014/main" id="{9BDB302C-E19A-B90F-906A-0A6476D8F9EF}"/>
              </a:ext>
            </a:extLst>
          </p:cNvPr>
          <p:cNvSpPr/>
          <p:nvPr/>
        </p:nvSpPr>
        <p:spPr>
          <a:xfrm>
            <a:off x="8574873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64" name="Rectangle 463">
            <a:extLst>
              <a:ext uri="{FF2B5EF4-FFF2-40B4-BE49-F238E27FC236}">
                <a16:creationId xmlns:a16="http://schemas.microsoft.com/office/drawing/2014/main" id="{E5E9A676-BB14-8AC7-15C7-8EE008D06E87}"/>
              </a:ext>
            </a:extLst>
          </p:cNvPr>
          <p:cNvSpPr/>
          <p:nvPr/>
        </p:nvSpPr>
        <p:spPr>
          <a:xfrm>
            <a:off x="8832664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66" name="Arc 465">
            <a:extLst>
              <a:ext uri="{FF2B5EF4-FFF2-40B4-BE49-F238E27FC236}">
                <a16:creationId xmlns:a16="http://schemas.microsoft.com/office/drawing/2014/main" id="{A1951DBE-3A08-1232-C132-75C00113E776}"/>
              </a:ext>
            </a:extLst>
          </p:cNvPr>
          <p:cNvSpPr/>
          <p:nvPr/>
        </p:nvSpPr>
        <p:spPr>
          <a:xfrm>
            <a:off x="8966570" y="4688689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7" name="TextBox 466">
            <a:extLst>
              <a:ext uri="{FF2B5EF4-FFF2-40B4-BE49-F238E27FC236}">
                <a16:creationId xmlns:a16="http://schemas.microsoft.com/office/drawing/2014/main" id="{7AAA7B20-27B9-9DC2-75FC-6AA36BF811BA}"/>
              </a:ext>
            </a:extLst>
          </p:cNvPr>
          <p:cNvSpPr txBox="1"/>
          <p:nvPr/>
        </p:nvSpPr>
        <p:spPr>
          <a:xfrm>
            <a:off x="9272801" y="4691855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×100</a:t>
            </a:r>
          </a:p>
        </p:txBody>
      </p:sp>
      <p:sp>
        <p:nvSpPr>
          <p:cNvPr id="532" name="Arc 531">
            <a:extLst>
              <a:ext uri="{FF2B5EF4-FFF2-40B4-BE49-F238E27FC236}">
                <a16:creationId xmlns:a16="http://schemas.microsoft.com/office/drawing/2014/main" id="{DCB0AA0B-B156-9400-5BDB-1A1318857C0F}"/>
              </a:ext>
            </a:extLst>
          </p:cNvPr>
          <p:cNvSpPr/>
          <p:nvPr/>
        </p:nvSpPr>
        <p:spPr>
          <a:xfrm>
            <a:off x="2257160" y="5585828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33" name="TextBox 532">
            <a:extLst>
              <a:ext uri="{FF2B5EF4-FFF2-40B4-BE49-F238E27FC236}">
                <a16:creationId xmlns:a16="http://schemas.microsoft.com/office/drawing/2014/main" id="{2629B52B-31D6-8AAD-88A3-A5247B5EE001}"/>
              </a:ext>
            </a:extLst>
          </p:cNvPr>
          <p:cNvSpPr txBox="1"/>
          <p:nvPr/>
        </p:nvSpPr>
        <p:spPr>
          <a:xfrm>
            <a:off x="2563391" y="5576786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×100</a:t>
            </a:r>
          </a:p>
        </p:txBody>
      </p:sp>
      <p:sp>
        <p:nvSpPr>
          <p:cNvPr id="535" name="Rectangle 534">
            <a:extLst>
              <a:ext uri="{FF2B5EF4-FFF2-40B4-BE49-F238E27FC236}">
                <a16:creationId xmlns:a16="http://schemas.microsoft.com/office/drawing/2014/main" id="{8054AA2E-A597-23C0-1F96-EEEFEFB0C1FA}"/>
              </a:ext>
            </a:extLst>
          </p:cNvPr>
          <p:cNvSpPr/>
          <p:nvPr/>
        </p:nvSpPr>
        <p:spPr>
          <a:xfrm>
            <a:off x="318711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36" name="Rectangle 535">
            <a:extLst>
              <a:ext uri="{FF2B5EF4-FFF2-40B4-BE49-F238E27FC236}">
                <a16:creationId xmlns:a16="http://schemas.microsoft.com/office/drawing/2014/main" id="{201F451E-9B1C-56D1-911A-B82A066B83E8}"/>
              </a:ext>
            </a:extLst>
          </p:cNvPr>
          <p:cNvSpPr/>
          <p:nvPr/>
        </p:nvSpPr>
        <p:spPr>
          <a:xfrm>
            <a:off x="576503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37" name="Rectangle 536">
            <a:extLst>
              <a:ext uri="{FF2B5EF4-FFF2-40B4-BE49-F238E27FC236}">
                <a16:creationId xmlns:a16="http://schemas.microsoft.com/office/drawing/2014/main" id="{B24E5488-6A97-E386-1607-6956E3B42526}"/>
              </a:ext>
            </a:extLst>
          </p:cNvPr>
          <p:cNvSpPr/>
          <p:nvPr/>
        </p:nvSpPr>
        <p:spPr>
          <a:xfrm>
            <a:off x="834295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38" name="Rectangle 537">
            <a:extLst>
              <a:ext uri="{FF2B5EF4-FFF2-40B4-BE49-F238E27FC236}">
                <a16:creationId xmlns:a16="http://schemas.microsoft.com/office/drawing/2014/main" id="{4CA3350A-8729-FE63-E2AA-B38DF4B59633}"/>
              </a:ext>
            </a:extLst>
          </p:cNvPr>
          <p:cNvSpPr/>
          <p:nvPr/>
        </p:nvSpPr>
        <p:spPr>
          <a:xfrm>
            <a:off x="1092087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39" name="Rectangle 538">
            <a:extLst>
              <a:ext uri="{FF2B5EF4-FFF2-40B4-BE49-F238E27FC236}">
                <a16:creationId xmlns:a16="http://schemas.microsoft.com/office/drawing/2014/main" id="{F4DEB7E6-B86D-48B0-EFB2-F2159F52D287}"/>
              </a:ext>
            </a:extLst>
          </p:cNvPr>
          <p:cNvSpPr/>
          <p:nvPr/>
        </p:nvSpPr>
        <p:spPr>
          <a:xfrm>
            <a:off x="1349879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40" name="Rectangle 539">
            <a:extLst>
              <a:ext uri="{FF2B5EF4-FFF2-40B4-BE49-F238E27FC236}">
                <a16:creationId xmlns:a16="http://schemas.microsoft.com/office/drawing/2014/main" id="{FBB29C0A-69D3-7705-42D1-32251A9F4E31}"/>
              </a:ext>
            </a:extLst>
          </p:cNvPr>
          <p:cNvSpPr/>
          <p:nvPr/>
        </p:nvSpPr>
        <p:spPr>
          <a:xfrm>
            <a:off x="1607670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41" name="Rectangle 540">
            <a:extLst>
              <a:ext uri="{FF2B5EF4-FFF2-40B4-BE49-F238E27FC236}">
                <a16:creationId xmlns:a16="http://schemas.microsoft.com/office/drawing/2014/main" id="{A2ED3573-E883-BAB5-C2A0-3C23A038ECA7}"/>
              </a:ext>
            </a:extLst>
          </p:cNvPr>
          <p:cNvSpPr/>
          <p:nvPr/>
        </p:nvSpPr>
        <p:spPr>
          <a:xfrm>
            <a:off x="1865463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42" name="Rectangle 541">
            <a:extLst>
              <a:ext uri="{FF2B5EF4-FFF2-40B4-BE49-F238E27FC236}">
                <a16:creationId xmlns:a16="http://schemas.microsoft.com/office/drawing/2014/main" id="{8310CBA4-B615-48C0-E853-A34BDDECC52F}"/>
              </a:ext>
            </a:extLst>
          </p:cNvPr>
          <p:cNvSpPr/>
          <p:nvPr/>
        </p:nvSpPr>
        <p:spPr>
          <a:xfrm>
            <a:off x="2123254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43" name="Oval 542">
            <a:extLst>
              <a:ext uri="{FF2B5EF4-FFF2-40B4-BE49-F238E27FC236}">
                <a16:creationId xmlns:a16="http://schemas.microsoft.com/office/drawing/2014/main" id="{AA510C52-39CD-3ED6-5B36-04857689E982}"/>
              </a:ext>
            </a:extLst>
          </p:cNvPr>
          <p:cNvSpPr/>
          <p:nvPr/>
        </p:nvSpPr>
        <p:spPr>
          <a:xfrm>
            <a:off x="1324918" y="5566778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44" name="Rectangle 543">
            <a:extLst>
              <a:ext uri="{FF2B5EF4-FFF2-40B4-BE49-F238E27FC236}">
                <a16:creationId xmlns:a16="http://schemas.microsoft.com/office/drawing/2014/main" id="{022A191F-944C-EEF3-272A-338472821731}"/>
              </a:ext>
            </a:extLst>
          </p:cNvPr>
          <p:cNvSpPr/>
          <p:nvPr/>
        </p:nvSpPr>
        <p:spPr>
          <a:xfrm>
            <a:off x="318711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545" name="Rectangle 544">
            <a:extLst>
              <a:ext uri="{FF2B5EF4-FFF2-40B4-BE49-F238E27FC236}">
                <a16:creationId xmlns:a16="http://schemas.microsoft.com/office/drawing/2014/main" id="{1AE9B2EB-4C82-D571-C9FF-151BD77FD2FA}"/>
              </a:ext>
            </a:extLst>
          </p:cNvPr>
          <p:cNvSpPr/>
          <p:nvPr/>
        </p:nvSpPr>
        <p:spPr>
          <a:xfrm>
            <a:off x="576503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546" name="Rectangle 545">
            <a:extLst>
              <a:ext uri="{FF2B5EF4-FFF2-40B4-BE49-F238E27FC236}">
                <a16:creationId xmlns:a16="http://schemas.microsoft.com/office/drawing/2014/main" id="{04CFE37A-F600-6D7F-D5D7-560D46DA3FFD}"/>
              </a:ext>
            </a:extLst>
          </p:cNvPr>
          <p:cNvSpPr/>
          <p:nvPr/>
        </p:nvSpPr>
        <p:spPr>
          <a:xfrm>
            <a:off x="834295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547" name="Rectangle 546">
            <a:extLst>
              <a:ext uri="{FF2B5EF4-FFF2-40B4-BE49-F238E27FC236}">
                <a16:creationId xmlns:a16="http://schemas.microsoft.com/office/drawing/2014/main" id="{93D82848-D204-9688-4829-159BF98DC899}"/>
              </a:ext>
            </a:extLst>
          </p:cNvPr>
          <p:cNvSpPr/>
          <p:nvPr/>
        </p:nvSpPr>
        <p:spPr>
          <a:xfrm>
            <a:off x="1092087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548" name="Rectangle 547">
            <a:extLst>
              <a:ext uri="{FF2B5EF4-FFF2-40B4-BE49-F238E27FC236}">
                <a16:creationId xmlns:a16="http://schemas.microsoft.com/office/drawing/2014/main" id="{5F9077FA-3C32-D472-2CD5-58EABE72E9F9}"/>
              </a:ext>
            </a:extLst>
          </p:cNvPr>
          <p:cNvSpPr/>
          <p:nvPr/>
        </p:nvSpPr>
        <p:spPr>
          <a:xfrm>
            <a:off x="1349879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49" name="Rectangle 548">
            <a:extLst>
              <a:ext uri="{FF2B5EF4-FFF2-40B4-BE49-F238E27FC236}">
                <a16:creationId xmlns:a16="http://schemas.microsoft.com/office/drawing/2014/main" id="{CC7B7333-A591-F877-DB46-045EA1AC9A98}"/>
              </a:ext>
            </a:extLst>
          </p:cNvPr>
          <p:cNvSpPr/>
          <p:nvPr/>
        </p:nvSpPr>
        <p:spPr>
          <a:xfrm>
            <a:off x="1607670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50" name="Rectangle 549">
            <a:extLst>
              <a:ext uri="{FF2B5EF4-FFF2-40B4-BE49-F238E27FC236}">
                <a16:creationId xmlns:a16="http://schemas.microsoft.com/office/drawing/2014/main" id="{D92B8D30-4533-069E-DCAB-4B32985F99E6}"/>
              </a:ext>
            </a:extLst>
          </p:cNvPr>
          <p:cNvSpPr/>
          <p:nvPr/>
        </p:nvSpPr>
        <p:spPr>
          <a:xfrm>
            <a:off x="1865463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51" name="Rectangle 550">
            <a:extLst>
              <a:ext uri="{FF2B5EF4-FFF2-40B4-BE49-F238E27FC236}">
                <a16:creationId xmlns:a16="http://schemas.microsoft.com/office/drawing/2014/main" id="{F60E4940-CA1F-A378-D21B-C09D5B11A3C6}"/>
              </a:ext>
            </a:extLst>
          </p:cNvPr>
          <p:cNvSpPr/>
          <p:nvPr/>
        </p:nvSpPr>
        <p:spPr>
          <a:xfrm>
            <a:off x="2123254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53" name="Rectangle 552">
            <a:extLst>
              <a:ext uri="{FF2B5EF4-FFF2-40B4-BE49-F238E27FC236}">
                <a16:creationId xmlns:a16="http://schemas.microsoft.com/office/drawing/2014/main" id="{EC8506D2-0D3C-08D1-2051-36C435923C3B}"/>
              </a:ext>
            </a:extLst>
          </p:cNvPr>
          <p:cNvSpPr/>
          <p:nvPr/>
        </p:nvSpPr>
        <p:spPr>
          <a:xfrm>
            <a:off x="318711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54" name="Rectangle 553">
            <a:extLst>
              <a:ext uri="{FF2B5EF4-FFF2-40B4-BE49-F238E27FC236}">
                <a16:creationId xmlns:a16="http://schemas.microsoft.com/office/drawing/2014/main" id="{F76E7A9F-660D-81CB-7168-3CEEFBDFF599}"/>
              </a:ext>
            </a:extLst>
          </p:cNvPr>
          <p:cNvSpPr/>
          <p:nvPr/>
        </p:nvSpPr>
        <p:spPr>
          <a:xfrm>
            <a:off x="576503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55" name="Rectangle 554">
            <a:extLst>
              <a:ext uri="{FF2B5EF4-FFF2-40B4-BE49-F238E27FC236}">
                <a16:creationId xmlns:a16="http://schemas.microsoft.com/office/drawing/2014/main" id="{9BEA0BE9-B80A-BC1B-EB90-061E2DF49BFB}"/>
              </a:ext>
            </a:extLst>
          </p:cNvPr>
          <p:cNvSpPr/>
          <p:nvPr/>
        </p:nvSpPr>
        <p:spPr>
          <a:xfrm>
            <a:off x="834295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56" name="Rectangle 555">
            <a:extLst>
              <a:ext uri="{FF2B5EF4-FFF2-40B4-BE49-F238E27FC236}">
                <a16:creationId xmlns:a16="http://schemas.microsoft.com/office/drawing/2014/main" id="{8D0FE1CD-6C63-C5FA-2C14-EFC0EBDE765D}"/>
              </a:ext>
            </a:extLst>
          </p:cNvPr>
          <p:cNvSpPr/>
          <p:nvPr/>
        </p:nvSpPr>
        <p:spPr>
          <a:xfrm>
            <a:off x="1092087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557" name="Rectangle 556">
            <a:extLst>
              <a:ext uri="{FF2B5EF4-FFF2-40B4-BE49-F238E27FC236}">
                <a16:creationId xmlns:a16="http://schemas.microsoft.com/office/drawing/2014/main" id="{5D530387-B069-417E-A7B4-C8E57393E240}"/>
              </a:ext>
            </a:extLst>
          </p:cNvPr>
          <p:cNvSpPr/>
          <p:nvPr/>
        </p:nvSpPr>
        <p:spPr>
          <a:xfrm>
            <a:off x="1349879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558" name="Rectangle 557">
            <a:extLst>
              <a:ext uri="{FF2B5EF4-FFF2-40B4-BE49-F238E27FC236}">
                <a16:creationId xmlns:a16="http://schemas.microsoft.com/office/drawing/2014/main" id="{C4B6B4EF-2AA5-D8C6-F0A5-DCC153911B0F}"/>
              </a:ext>
            </a:extLst>
          </p:cNvPr>
          <p:cNvSpPr/>
          <p:nvPr/>
        </p:nvSpPr>
        <p:spPr>
          <a:xfrm>
            <a:off x="1607670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559" name="Rectangle 558">
            <a:extLst>
              <a:ext uri="{FF2B5EF4-FFF2-40B4-BE49-F238E27FC236}">
                <a16:creationId xmlns:a16="http://schemas.microsoft.com/office/drawing/2014/main" id="{5644ACD8-561F-7DA2-48DC-C22D36D585DA}"/>
              </a:ext>
            </a:extLst>
          </p:cNvPr>
          <p:cNvSpPr/>
          <p:nvPr/>
        </p:nvSpPr>
        <p:spPr>
          <a:xfrm>
            <a:off x="1865463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560" name="Rectangle 559">
            <a:extLst>
              <a:ext uri="{FF2B5EF4-FFF2-40B4-BE49-F238E27FC236}">
                <a16:creationId xmlns:a16="http://schemas.microsoft.com/office/drawing/2014/main" id="{FAE901A2-93A7-B5AA-8526-C8DBEF015A62}"/>
              </a:ext>
            </a:extLst>
          </p:cNvPr>
          <p:cNvSpPr/>
          <p:nvPr/>
        </p:nvSpPr>
        <p:spPr>
          <a:xfrm>
            <a:off x="2123254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62" name="Arc 561">
            <a:extLst>
              <a:ext uri="{FF2B5EF4-FFF2-40B4-BE49-F238E27FC236}">
                <a16:creationId xmlns:a16="http://schemas.microsoft.com/office/drawing/2014/main" id="{BE6A1BE9-66BC-AEB3-6240-7CE4DBF1828D}"/>
              </a:ext>
            </a:extLst>
          </p:cNvPr>
          <p:cNvSpPr/>
          <p:nvPr/>
        </p:nvSpPr>
        <p:spPr>
          <a:xfrm>
            <a:off x="2257160" y="5962065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63" name="TextBox 562">
            <a:extLst>
              <a:ext uri="{FF2B5EF4-FFF2-40B4-BE49-F238E27FC236}">
                <a16:creationId xmlns:a16="http://schemas.microsoft.com/office/drawing/2014/main" id="{EC124B2B-4E49-6312-4DCB-BB5BF143AC09}"/>
              </a:ext>
            </a:extLst>
          </p:cNvPr>
          <p:cNvSpPr txBox="1"/>
          <p:nvPr/>
        </p:nvSpPr>
        <p:spPr>
          <a:xfrm>
            <a:off x="2563391" y="5965231"/>
            <a:ext cx="5757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÷1000</a:t>
            </a:r>
          </a:p>
        </p:txBody>
      </p:sp>
      <p:sp>
        <p:nvSpPr>
          <p:cNvPr id="564" name="Arc 563">
            <a:extLst>
              <a:ext uri="{FF2B5EF4-FFF2-40B4-BE49-F238E27FC236}">
                <a16:creationId xmlns:a16="http://schemas.microsoft.com/office/drawing/2014/main" id="{B9822196-0994-719C-C3C7-D864FE60653F}"/>
              </a:ext>
            </a:extLst>
          </p:cNvPr>
          <p:cNvSpPr/>
          <p:nvPr/>
        </p:nvSpPr>
        <p:spPr>
          <a:xfrm>
            <a:off x="5672190" y="5585828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65" name="TextBox 564">
            <a:extLst>
              <a:ext uri="{FF2B5EF4-FFF2-40B4-BE49-F238E27FC236}">
                <a16:creationId xmlns:a16="http://schemas.microsoft.com/office/drawing/2014/main" id="{282CC0EC-74DA-2A6B-1077-CCDDE6C35C40}"/>
              </a:ext>
            </a:extLst>
          </p:cNvPr>
          <p:cNvSpPr txBox="1"/>
          <p:nvPr/>
        </p:nvSpPr>
        <p:spPr>
          <a:xfrm>
            <a:off x="5978421" y="5576786"/>
            <a:ext cx="5757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÷1000</a:t>
            </a:r>
          </a:p>
        </p:txBody>
      </p:sp>
      <p:sp>
        <p:nvSpPr>
          <p:cNvPr id="567" name="Rectangle 566">
            <a:extLst>
              <a:ext uri="{FF2B5EF4-FFF2-40B4-BE49-F238E27FC236}">
                <a16:creationId xmlns:a16="http://schemas.microsoft.com/office/drawing/2014/main" id="{2B78720C-C4DD-6B44-B6DC-8677C31156A1}"/>
              </a:ext>
            </a:extLst>
          </p:cNvPr>
          <p:cNvSpPr/>
          <p:nvPr/>
        </p:nvSpPr>
        <p:spPr>
          <a:xfrm>
            <a:off x="3733741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68" name="Rectangle 567">
            <a:extLst>
              <a:ext uri="{FF2B5EF4-FFF2-40B4-BE49-F238E27FC236}">
                <a16:creationId xmlns:a16="http://schemas.microsoft.com/office/drawing/2014/main" id="{EF1ED8DA-0CED-A26C-CA03-FE14BC172B41}"/>
              </a:ext>
            </a:extLst>
          </p:cNvPr>
          <p:cNvSpPr/>
          <p:nvPr/>
        </p:nvSpPr>
        <p:spPr>
          <a:xfrm>
            <a:off x="3991533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69" name="Rectangle 568">
            <a:extLst>
              <a:ext uri="{FF2B5EF4-FFF2-40B4-BE49-F238E27FC236}">
                <a16:creationId xmlns:a16="http://schemas.microsoft.com/office/drawing/2014/main" id="{6A7ACD0F-5B66-C9CB-A9CB-8DBEA5F4525F}"/>
              </a:ext>
            </a:extLst>
          </p:cNvPr>
          <p:cNvSpPr/>
          <p:nvPr/>
        </p:nvSpPr>
        <p:spPr>
          <a:xfrm>
            <a:off x="4249325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70" name="Rectangle 569">
            <a:extLst>
              <a:ext uri="{FF2B5EF4-FFF2-40B4-BE49-F238E27FC236}">
                <a16:creationId xmlns:a16="http://schemas.microsoft.com/office/drawing/2014/main" id="{A5351B00-3B2F-7AA0-9B88-6F84F6BC14C2}"/>
              </a:ext>
            </a:extLst>
          </p:cNvPr>
          <p:cNvSpPr/>
          <p:nvPr/>
        </p:nvSpPr>
        <p:spPr>
          <a:xfrm>
            <a:off x="4507117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71" name="Rectangle 570">
            <a:extLst>
              <a:ext uri="{FF2B5EF4-FFF2-40B4-BE49-F238E27FC236}">
                <a16:creationId xmlns:a16="http://schemas.microsoft.com/office/drawing/2014/main" id="{7536721E-2C66-06AA-FBFD-7AAE380D6669}"/>
              </a:ext>
            </a:extLst>
          </p:cNvPr>
          <p:cNvSpPr/>
          <p:nvPr/>
        </p:nvSpPr>
        <p:spPr>
          <a:xfrm>
            <a:off x="4764909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72" name="Rectangle 571">
            <a:extLst>
              <a:ext uri="{FF2B5EF4-FFF2-40B4-BE49-F238E27FC236}">
                <a16:creationId xmlns:a16="http://schemas.microsoft.com/office/drawing/2014/main" id="{00F991F6-A1C1-CA8B-3448-9AAFDEF58C3F}"/>
              </a:ext>
            </a:extLst>
          </p:cNvPr>
          <p:cNvSpPr/>
          <p:nvPr/>
        </p:nvSpPr>
        <p:spPr>
          <a:xfrm>
            <a:off x="5022700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73" name="Rectangle 572">
            <a:extLst>
              <a:ext uri="{FF2B5EF4-FFF2-40B4-BE49-F238E27FC236}">
                <a16:creationId xmlns:a16="http://schemas.microsoft.com/office/drawing/2014/main" id="{76F6D08E-57A0-22EF-FEF8-EBCAB9849A91}"/>
              </a:ext>
            </a:extLst>
          </p:cNvPr>
          <p:cNvSpPr/>
          <p:nvPr/>
        </p:nvSpPr>
        <p:spPr>
          <a:xfrm>
            <a:off x="5280493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74" name="Rectangle 573">
            <a:extLst>
              <a:ext uri="{FF2B5EF4-FFF2-40B4-BE49-F238E27FC236}">
                <a16:creationId xmlns:a16="http://schemas.microsoft.com/office/drawing/2014/main" id="{9F3184B9-D4C8-19AB-C5AB-DAF61EED0B1E}"/>
              </a:ext>
            </a:extLst>
          </p:cNvPr>
          <p:cNvSpPr/>
          <p:nvPr/>
        </p:nvSpPr>
        <p:spPr>
          <a:xfrm>
            <a:off x="5538284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75" name="Oval 574">
            <a:extLst>
              <a:ext uri="{FF2B5EF4-FFF2-40B4-BE49-F238E27FC236}">
                <a16:creationId xmlns:a16="http://schemas.microsoft.com/office/drawing/2014/main" id="{4B363B84-8487-D790-C741-5F60DAF0B8B1}"/>
              </a:ext>
            </a:extLst>
          </p:cNvPr>
          <p:cNvSpPr/>
          <p:nvPr/>
        </p:nvSpPr>
        <p:spPr>
          <a:xfrm>
            <a:off x="4479157" y="5560196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76" name="Rectangle 575">
            <a:extLst>
              <a:ext uri="{FF2B5EF4-FFF2-40B4-BE49-F238E27FC236}">
                <a16:creationId xmlns:a16="http://schemas.microsoft.com/office/drawing/2014/main" id="{C6D45AA9-6F23-ACE4-5334-CA2775B71F34}"/>
              </a:ext>
            </a:extLst>
          </p:cNvPr>
          <p:cNvSpPr/>
          <p:nvPr/>
        </p:nvSpPr>
        <p:spPr>
          <a:xfrm>
            <a:off x="3733741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77" name="Rectangle 576">
            <a:extLst>
              <a:ext uri="{FF2B5EF4-FFF2-40B4-BE49-F238E27FC236}">
                <a16:creationId xmlns:a16="http://schemas.microsoft.com/office/drawing/2014/main" id="{BB9A9B12-48EC-5A7E-68EE-1F087CF9FDB1}"/>
              </a:ext>
            </a:extLst>
          </p:cNvPr>
          <p:cNvSpPr/>
          <p:nvPr/>
        </p:nvSpPr>
        <p:spPr>
          <a:xfrm>
            <a:off x="3991533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78" name="Rectangle 577">
            <a:extLst>
              <a:ext uri="{FF2B5EF4-FFF2-40B4-BE49-F238E27FC236}">
                <a16:creationId xmlns:a16="http://schemas.microsoft.com/office/drawing/2014/main" id="{0C42E1E0-AA47-C53A-FC83-805E00CF3041}"/>
              </a:ext>
            </a:extLst>
          </p:cNvPr>
          <p:cNvSpPr/>
          <p:nvPr/>
        </p:nvSpPr>
        <p:spPr>
          <a:xfrm>
            <a:off x="4249325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579" name="Rectangle 578">
            <a:extLst>
              <a:ext uri="{FF2B5EF4-FFF2-40B4-BE49-F238E27FC236}">
                <a16:creationId xmlns:a16="http://schemas.microsoft.com/office/drawing/2014/main" id="{6FF17F28-29E2-F841-E352-84FDB43BDA7F}"/>
              </a:ext>
            </a:extLst>
          </p:cNvPr>
          <p:cNvSpPr/>
          <p:nvPr/>
        </p:nvSpPr>
        <p:spPr>
          <a:xfrm>
            <a:off x="4507117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580" name="Rectangle 579">
            <a:extLst>
              <a:ext uri="{FF2B5EF4-FFF2-40B4-BE49-F238E27FC236}">
                <a16:creationId xmlns:a16="http://schemas.microsoft.com/office/drawing/2014/main" id="{BDC22222-2179-93F8-13EA-8743DA6DF444}"/>
              </a:ext>
            </a:extLst>
          </p:cNvPr>
          <p:cNvSpPr/>
          <p:nvPr/>
        </p:nvSpPr>
        <p:spPr>
          <a:xfrm>
            <a:off x="4764909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581" name="Rectangle 580">
            <a:extLst>
              <a:ext uri="{FF2B5EF4-FFF2-40B4-BE49-F238E27FC236}">
                <a16:creationId xmlns:a16="http://schemas.microsoft.com/office/drawing/2014/main" id="{004CA597-8E20-24FC-83B6-48E1BD47FB4B}"/>
              </a:ext>
            </a:extLst>
          </p:cNvPr>
          <p:cNvSpPr/>
          <p:nvPr/>
        </p:nvSpPr>
        <p:spPr>
          <a:xfrm>
            <a:off x="5022700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582" name="Rectangle 581">
            <a:extLst>
              <a:ext uri="{FF2B5EF4-FFF2-40B4-BE49-F238E27FC236}">
                <a16:creationId xmlns:a16="http://schemas.microsoft.com/office/drawing/2014/main" id="{E4B5E81A-4F70-C1F9-1531-548B22E2E23C}"/>
              </a:ext>
            </a:extLst>
          </p:cNvPr>
          <p:cNvSpPr/>
          <p:nvPr/>
        </p:nvSpPr>
        <p:spPr>
          <a:xfrm>
            <a:off x="5280493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583" name="Rectangle 582">
            <a:extLst>
              <a:ext uri="{FF2B5EF4-FFF2-40B4-BE49-F238E27FC236}">
                <a16:creationId xmlns:a16="http://schemas.microsoft.com/office/drawing/2014/main" id="{70B6E3CE-3229-201E-40CB-8E4A4D1BD56F}"/>
              </a:ext>
            </a:extLst>
          </p:cNvPr>
          <p:cNvSpPr/>
          <p:nvPr/>
        </p:nvSpPr>
        <p:spPr>
          <a:xfrm>
            <a:off x="5538284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585" name="Rectangle 584">
            <a:extLst>
              <a:ext uri="{FF2B5EF4-FFF2-40B4-BE49-F238E27FC236}">
                <a16:creationId xmlns:a16="http://schemas.microsoft.com/office/drawing/2014/main" id="{258F9F9E-EC5C-BD7C-E791-66103C815E2F}"/>
              </a:ext>
            </a:extLst>
          </p:cNvPr>
          <p:cNvSpPr/>
          <p:nvPr/>
        </p:nvSpPr>
        <p:spPr>
          <a:xfrm>
            <a:off x="3733741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86" name="Rectangle 585">
            <a:extLst>
              <a:ext uri="{FF2B5EF4-FFF2-40B4-BE49-F238E27FC236}">
                <a16:creationId xmlns:a16="http://schemas.microsoft.com/office/drawing/2014/main" id="{792244D0-1203-2739-2F99-2C19722F7DF8}"/>
              </a:ext>
            </a:extLst>
          </p:cNvPr>
          <p:cNvSpPr/>
          <p:nvPr/>
        </p:nvSpPr>
        <p:spPr>
          <a:xfrm>
            <a:off x="3991533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87" name="Rectangle 586">
            <a:extLst>
              <a:ext uri="{FF2B5EF4-FFF2-40B4-BE49-F238E27FC236}">
                <a16:creationId xmlns:a16="http://schemas.microsoft.com/office/drawing/2014/main" id="{16A5D9BF-E5FC-8897-1A62-284BA8033195}"/>
              </a:ext>
            </a:extLst>
          </p:cNvPr>
          <p:cNvSpPr/>
          <p:nvPr/>
        </p:nvSpPr>
        <p:spPr>
          <a:xfrm>
            <a:off x="4249325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588" name="Rectangle 587">
            <a:extLst>
              <a:ext uri="{FF2B5EF4-FFF2-40B4-BE49-F238E27FC236}">
                <a16:creationId xmlns:a16="http://schemas.microsoft.com/office/drawing/2014/main" id="{1FA925CD-5447-3FF8-AF2F-E0EC7EAE6994}"/>
              </a:ext>
            </a:extLst>
          </p:cNvPr>
          <p:cNvSpPr/>
          <p:nvPr/>
        </p:nvSpPr>
        <p:spPr>
          <a:xfrm>
            <a:off x="4507117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589" name="Rectangle 588">
            <a:extLst>
              <a:ext uri="{FF2B5EF4-FFF2-40B4-BE49-F238E27FC236}">
                <a16:creationId xmlns:a16="http://schemas.microsoft.com/office/drawing/2014/main" id="{E111F8A7-7DAB-F7B9-A8A2-0C03F535C5AF}"/>
              </a:ext>
            </a:extLst>
          </p:cNvPr>
          <p:cNvSpPr/>
          <p:nvPr/>
        </p:nvSpPr>
        <p:spPr>
          <a:xfrm>
            <a:off x="4764909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590" name="Rectangle 589">
            <a:extLst>
              <a:ext uri="{FF2B5EF4-FFF2-40B4-BE49-F238E27FC236}">
                <a16:creationId xmlns:a16="http://schemas.microsoft.com/office/drawing/2014/main" id="{B2F8FCEF-5AA1-0CE5-008A-5927DD0B206D}"/>
              </a:ext>
            </a:extLst>
          </p:cNvPr>
          <p:cNvSpPr/>
          <p:nvPr/>
        </p:nvSpPr>
        <p:spPr>
          <a:xfrm>
            <a:off x="5022700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591" name="Rectangle 590">
            <a:extLst>
              <a:ext uri="{FF2B5EF4-FFF2-40B4-BE49-F238E27FC236}">
                <a16:creationId xmlns:a16="http://schemas.microsoft.com/office/drawing/2014/main" id="{E3D2A3E0-AAE2-B414-EDD0-585DED50EF2C}"/>
              </a:ext>
            </a:extLst>
          </p:cNvPr>
          <p:cNvSpPr/>
          <p:nvPr/>
        </p:nvSpPr>
        <p:spPr>
          <a:xfrm>
            <a:off x="5280493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92" name="Rectangle 591">
            <a:extLst>
              <a:ext uri="{FF2B5EF4-FFF2-40B4-BE49-F238E27FC236}">
                <a16:creationId xmlns:a16="http://schemas.microsoft.com/office/drawing/2014/main" id="{99BC6536-71C9-6E86-BECE-76B14916BB2C}"/>
              </a:ext>
            </a:extLst>
          </p:cNvPr>
          <p:cNvSpPr/>
          <p:nvPr/>
        </p:nvSpPr>
        <p:spPr>
          <a:xfrm>
            <a:off x="5538284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94" name="Arc 593">
            <a:extLst>
              <a:ext uri="{FF2B5EF4-FFF2-40B4-BE49-F238E27FC236}">
                <a16:creationId xmlns:a16="http://schemas.microsoft.com/office/drawing/2014/main" id="{2E3937DD-6E43-5CAE-CB3E-49F668FA69A3}"/>
              </a:ext>
            </a:extLst>
          </p:cNvPr>
          <p:cNvSpPr/>
          <p:nvPr/>
        </p:nvSpPr>
        <p:spPr>
          <a:xfrm>
            <a:off x="5672190" y="5962065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5" name="TextBox 594">
            <a:extLst>
              <a:ext uri="{FF2B5EF4-FFF2-40B4-BE49-F238E27FC236}">
                <a16:creationId xmlns:a16="http://schemas.microsoft.com/office/drawing/2014/main" id="{AA2FDBE1-821E-18B0-18A5-1E81BC7999F5}"/>
              </a:ext>
            </a:extLst>
          </p:cNvPr>
          <p:cNvSpPr txBox="1"/>
          <p:nvPr/>
        </p:nvSpPr>
        <p:spPr>
          <a:xfrm>
            <a:off x="5978421" y="5965231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×100</a:t>
            </a:r>
          </a:p>
        </p:txBody>
      </p:sp>
      <p:sp>
        <p:nvSpPr>
          <p:cNvPr id="596" name="Arc 595">
            <a:extLst>
              <a:ext uri="{FF2B5EF4-FFF2-40B4-BE49-F238E27FC236}">
                <a16:creationId xmlns:a16="http://schemas.microsoft.com/office/drawing/2014/main" id="{92E71B9C-430A-9440-B042-7613D54A7132}"/>
              </a:ext>
            </a:extLst>
          </p:cNvPr>
          <p:cNvSpPr/>
          <p:nvPr/>
        </p:nvSpPr>
        <p:spPr>
          <a:xfrm>
            <a:off x="8880845" y="5585828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7" name="TextBox 596">
            <a:extLst>
              <a:ext uri="{FF2B5EF4-FFF2-40B4-BE49-F238E27FC236}">
                <a16:creationId xmlns:a16="http://schemas.microsoft.com/office/drawing/2014/main" id="{CA97D6F8-8DF4-1FFF-B087-EAE20282D19F}"/>
              </a:ext>
            </a:extLst>
          </p:cNvPr>
          <p:cNvSpPr txBox="1"/>
          <p:nvPr/>
        </p:nvSpPr>
        <p:spPr>
          <a:xfrm>
            <a:off x="9187076" y="5576786"/>
            <a:ext cx="6543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×10 000</a:t>
            </a:r>
          </a:p>
        </p:txBody>
      </p:sp>
      <p:sp>
        <p:nvSpPr>
          <p:cNvPr id="599" name="Rectangle 598">
            <a:extLst>
              <a:ext uri="{FF2B5EF4-FFF2-40B4-BE49-F238E27FC236}">
                <a16:creationId xmlns:a16="http://schemas.microsoft.com/office/drawing/2014/main" id="{94D14DB2-0098-1241-4B2F-BE32D6CDD9A1}"/>
              </a:ext>
            </a:extLst>
          </p:cNvPr>
          <p:cNvSpPr/>
          <p:nvPr/>
        </p:nvSpPr>
        <p:spPr>
          <a:xfrm>
            <a:off x="6942396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600" name="Rectangle 599">
            <a:extLst>
              <a:ext uri="{FF2B5EF4-FFF2-40B4-BE49-F238E27FC236}">
                <a16:creationId xmlns:a16="http://schemas.microsoft.com/office/drawing/2014/main" id="{114DCDA3-07A7-1E58-1494-BE29407BAFDC}"/>
              </a:ext>
            </a:extLst>
          </p:cNvPr>
          <p:cNvSpPr/>
          <p:nvPr/>
        </p:nvSpPr>
        <p:spPr>
          <a:xfrm>
            <a:off x="7200188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601" name="Rectangle 600">
            <a:extLst>
              <a:ext uri="{FF2B5EF4-FFF2-40B4-BE49-F238E27FC236}">
                <a16:creationId xmlns:a16="http://schemas.microsoft.com/office/drawing/2014/main" id="{165E0B95-3CB6-7092-1A9F-2630152CD231}"/>
              </a:ext>
            </a:extLst>
          </p:cNvPr>
          <p:cNvSpPr/>
          <p:nvPr/>
        </p:nvSpPr>
        <p:spPr>
          <a:xfrm>
            <a:off x="7457980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602" name="Rectangle 601">
            <a:extLst>
              <a:ext uri="{FF2B5EF4-FFF2-40B4-BE49-F238E27FC236}">
                <a16:creationId xmlns:a16="http://schemas.microsoft.com/office/drawing/2014/main" id="{C10F2A6D-17B2-BC5F-115B-B926E2C7950C}"/>
              </a:ext>
            </a:extLst>
          </p:cNvPr>
          <p:cNvSpPr/>
          <p:nvPr/>
        </p:nvSpPr>
        <p:spPr>
          <a:xfrm>
            <a:off x="7715772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603" name="Rectangle 602">
            <a:extLst>
              <a:ext uri="{FF2B5EF4-FFF2-40B4-BE49-F238E27FC236}">
                <a16:creationId xmlns:a16="http://schemas.microsoft.com/office/drawing/2014/main" id="{2B5523CE-B003-CAAB-E445-BE75C0262537}"/>
              </a:ext>
            </a:extLst>
          </p:cNvPr>
          <p:cNvSpPr/>
          <p:nvPr/>
        </p:nvSpPr>
        <p:spPr>
          <a:xfrm>
            <a:off x="7973564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604" name="Rectangle 603">
            <a:extLst>
              <a:ext uri="{FF2B5EF4-FFF2-40B4-BE49-F238E27FC236}">
                <a16:creationId xmlns:a16="http://schemas.microsoft.com/office/drawing/2014/main" id="{088AC3A7-CC41-DDB8-F3A1-B68ADE8E8E74}"/>
              </a:ext>
            </a:extLst>
          </p:cNvPr>
          <p:cNvSpPr/>
          <p:nvPr/>
        </p:nvSpPr>
        <p:spPr>
          <a:xfrm>
            <a:off x="8231355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605" name="Rectangle 604">
            <a:extLst>
              <a:ext uri="{FF2B5EF4-FFF2-40B4-BE49-F238E27FC236}">
                <a16:creationId xmlns:a16="http://schemas.microsoft.com/office/drawing/2014/main" id="{004E8F62-74EE-C7E5-329D-BE75FDEAA59F}"/>
              </a:ext>
            </a:extLst>
          </p:cNvPr>
          <p:cNvSpPr/>
          <p:nvPr/>
        </p:nvSpPr>
        <p:spPr>
          <a:xfrm>
            <a:off x="8489148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06" name="Rectangle 605">
            <a:extLst>
              <a:ext uri="{FF2B5EF4-FFF2-40B4-BE49-F238E27FC236}">
                <a16:creationId xmlns:a16="http://schemas.microsoft.com/office/drawing/2014/main" id="{B57C10CA-24AA-3761-2EB6-FD3F458FA220}"/>
              </a:ext>
            </a:extLst>
          </p:cNvPr>
          <p:cNvSpPr/>
          <p:nvPr/>
        </p:nvSpPr>
        <p:spPr>
          <a:xfrm>
            <a:off x="8746939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07" name="Oval 606">
            <a:extLst>
              <a:ext uri="{FF2B5EF4-FFF2-40B4-BE49-F238E27FC236}">
                <a16:creationId xmlns:a16="http://schemas.microsoft.com/office/drawing/2014/main" id="{4D3A883B-4AFE-9EA8-2D37-EB4CC4C48837}"/>
              </a:ext>
            </a:extLst>
          </p:cNvPr>
          <p:cNvSpPr/>
          <p:nvPr/>
        </p:nvSpPr>
        <p:spPr>
          <a:xfrm>
            <a:off x="8205778" y="5566778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08" name="Rectangle 607">
            <a:extLst>
              <a:ext uri="{FF2B5EF4-FFF2-40B4-BE49-F238E27FC236}">
                <a16:creationId xmlns:a16="http://schemas.microsoft.com/office/drawing/2014/main" id="{0621CF6D-212F-A318-1C12-545B62A5C2B3}"/>
              </a:ext>
            </a:extLst>
          </p:cNvPr>
          <p:cNvSpPr/>
          <p:nvPr/>
        </p:nvSpPr>
        <p:spPr>
          <a:xfrm>
            <a:off x="6942396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609" name="Rectangle 608">
            <a:extLst>
              <a:ext uri="{FF2B5EF4-FFF2-40B4-BE49-F238E27FC236}">
                <a16:creationId xmlns:a16="http://schemas.microsoft.com/office/drawing/2014/main" id="{34154D7E-8690-BE5D-3AF9-8FFB0D60CFD0}"/>
              </a:ext>
            </a:extLst>
          </p:cNvPr>
          <p:cNvSpPr/>
          <p:nvPr/>
        </p:nvSpPr>
        <p:spPr>
          <a:xfrm>
            <a:off x="7200188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610" name="Rectangle 609">
            <a:extLst>
              <a:ext uri="{FF2B5EF4-FFF2-40B4-BE49-F238E27FC236}">
                <a16:creationId xmlns:a16="http://schemas.microsoft.com/office/drawing/2014/main" id="{23456E40-74DA-20C3-F2C1-C93980EB9CEB}"/>
              </a:ext>
            </a:extLst>
          </p:cNvPr>
          <p:cNvSpPr/>
          <p:nvPr/>
        </p:nvSpPr>
        <p:spPr>
          <a:xfrm>
            <a:off x="7457980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611" name="Rectangle 610">
            <a:extLst>
              <a:ext uri="{FF2B5EF4-FFF2-40B4-BE49-F238E27FC236}">
                <a16:creationId xmlns:a16="http://schemas.microsoft.com/office/drawing/2014/main" id="{269DC048-F32E-7C59-8978-838608CB8502}"/>
              </a:ext>
            </a:extLst>
          </p:cNvPr>
          <p:cNvSpPr/>
          <p:nvPr/>
        </p:nvSpPr>
        <p:spPr>
          <a:xfrm>
            <a:off x="7715772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612" name="Rectangle 611">
            <a:extLst>
              <a:ext uri="{FF2B5EF4-FFF2-40B4-BE49-F238E27FC236}">
                <a16:creationId xmlns:a16="http://schemas.microsoft.com/office/drawing/2014/main" id="{8DB00E1E-38E4-B275-1C7C-3341DE61480D}"/>
              </a:ext>
            </a:extLst>
          </p:cNvPr>
          <p:cNvSpPr/>
          <p:nvPr/>
        </p:nvSpPr>
        <p:spPr>
          <a:xfrm>
            <a:off x="7973564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613" name="Rectangle 612">
            <a:extLst>
              <a:ext uri="{FF2B5EF4-FFF2-40B4-BE49-F238E27FC236}">
                <a16:creationId xmlns:a16="http://schemas.microsoft.com/office/drawing/2014/main" id="{24490C70-AF91-7E17-AB94-C3DAD7E97605}"/>
              </a:ext>
            </a:extLst>
          </p:cNvPr>
          <p:cNvSpPr/>
          <p:nvPr/>
        </p:nvSpPr>
        <p:spPr>
          <a:xfrm>
            <a:off x="8231355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614" name="Rectangle 613">
            <a:extLst>
              <a:ext uri="{FF2B5EF4-FFF2-40B4-BE49-F238E27FC236}">
                <a16:creationId xmlns:a16="http://schemas.microsoft.com/office/drawing/2014/main" id="{4B13C6DA-C8D6-E14F-ACC4-E6D90C218DBB}"/>
              </a:ext>
            </a:extLst>
          </p:cNvPr>
          <p:cNvSpPr/>
          <p:nvPr/>
        </p:nvSpPr>
        <p:spPr>
          <a:xfrm>
            <a:off x="8489148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615" name="Rectangle 614">
            <a:extLst>
              <a:ext uri="{FF2B5EF4-FFF2-40B4-BE49-F238E27FC236}">
                <a16:creationId xmlns:a16="http://schemas.microsoft.com/office/drawing/2014/main" id="{27B7FB72-244B-6A0E-DCE6-14D4ABD33A58}"/>
              </a:ext>
            </a:extLst>
          </p:cNvPr>
          <p:cNvSpPr/>
          <p:nvPr/>
        </p:nvSpPr>
        <p:spPr>
          <a:xfrm>
            <a:off x="8746939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617" name="Rectangle 616">
            <a:extLst>
              <a:ext uri="{FF2B5EF4-FFF2-40B4-BE49-F238E27FC236}">
                <a16:creationId xmlns:a16="http://schemas.microsoft.com/office/drawing/2014/main" id="{87C375EB-CF32-21D7-87EF-4E7906BE17E5}"/>
              </a:ext>
            </a:extLst>
          </p:cNvPr>
          <p:cNvSpPr/>
          <p:nvPr/>
        </p:nvSpPr>
        <p:spPr>
          <a:xfrm>
            <a:off x="6942396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618" name="Rectangle 617">
            <a:extLst>
              <a:ext uri="{FF2B5EF4-FFF2-40B4-BE49-F238E27FC236}">
                <a16:creationId xmlns:a16="http://schemas.microsoft.com/office/drawing/2014/main" id="{E334E1B5-3151-9351-F283-A9A1ED65EE77}"/>
              </a:ext>
            </a:extLst>
          </p:cNvPr>
          <p:cNvSpPr/>
          <p:nvPr/>
        </p:nvSpPr>
        <p:spPr>
          <a:xfrm>
            <a:off x="7200188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619" name="Rectangle 618">
            <a:extLst>
              <a:ext uri="{FF2B5EF4-FFF2-40B4-BE49-F238E27FC236}">
                <a16:creationId xmlns:a16="http://schemas.microsoft.com/office/drawing/2014/main" id="{7DC598F9-3489-C959-809C-B31288C7FFF2}"/>
              </a:ext>
            </a:extLst>
          </p:cNvPr>
          <p:cNvSpPr/>
          <p:nvPr/>
        </p:nvSpPr>
        <p:spPr>
          <a:xfrm>
            <a:off x="7457980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620" name="Rectangle 619">
            <a:extLst>
              <a:ext uri="{FF2B5EF4-FFF2-40B4-BE49-F238E27FC236}">
                <a16:creationId xmlns:a16="http://schemas.microsoft.com/office/drawing/2014/main" id="{681EC98F-B941-4143-8CC5-B63202FC6864}"/>
              </a:ext>
            </a:extLst>
          </p:cNvPr>
          <p:cNvSpPr/>
          <p:nvPr/>
        </p:nvSpPr>
        <p:spPr>
          <a:xfrm>
            <a:off x="7715772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621" name="Rectangle 620">
            <a:extLst>
              <a:ext uri="{FF2B5EF4-FFF2-40B4-BE49-F238E27FC236}">
                <a16:creationId xmlns:a16="http://schemas.microsoft.com/office/drawing/2014/main" id="{6CAA7E9E-F825-6B8E-F2FF-506D8263610C}"/>
              </a:ext>
            </a:extLst>
          </p:cNvPr>
          <p:cNvSpPr/>
          <p:nvPr/>
        </p:nvSpPr>
        <p:spPr>
          <a:xfrm>
            <a:off x="7973564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622" name="Rectangle 621">
            <a:extLst>
              <a:ext uri="{FF2B5EF4-FFF2-40B4-BE49-F238E27FC236}">
                <a16:creationId xmlns:a16="http://schemas.microsoft.com/office/drawing/2014/main" id="{881A5E93-40F4-6C50-C14D-7DFDB9BEEE05}"/>
              </a:ext>
            </a:extLst>
          </p:cNvPr>
          <p:cNvSpPr/>
          <p:nvPr/>
        </p:nvSpPr>
        <p:spPr>
          <a:xfrm>
            <a:off x="8231355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623" name="Rectangle 622">
            <a:extLst>
              <a:ext uri="{FF2B5EF4-FFF2-40B4-BE49-F238E27FC236}">
                <a16:creationId xmlns:a16="http://schemas.microsoft.com/office/drawing/2014/main" id="{902BD2E1-EECB-22DB-3803-6323CF746297}"/>
              </a:ext>
            </a:extLst>
          </p:cNvPr>
          <p:cNvSpPr/>
          <p:nvPr/>
        </p:nvSpPr>
        <p:spPr>
          <a:xfrm>
            <a:off x="8489148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rgbClr val="0070C0"/>
              </a:solidFill>
            </a:endParaRPr>
          </a:p>
        </p:txBody>
      </p:sp>
      <p:sp>
        <p:nvSpPr>
          <p:cNvPr id="624" name="Rectangle 623">
            <a:extLst>
              <a:ext uri="{FF2B5EF4-FFF2-40B4-BE49-F238E27FC236}">
                <a16:creationId xmlns:a16="http://schemas.microsoft.com/office/drawing/2014/main" id="{D35441A4-40CB-EF59-EB55-E6567EA506CD}"/>
              </a:ext>
            </a:extLst>
          </p:cNvPr>
          <p:cNvSpPr/>
          <p:nvPr/>
        </p:nvSpPr>
        <p:spPr>
          <a:xfrm>
            <a:off x="8746939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626" name="Arc 625">
            <a:extLst>
              <a:ext uri="{FF2B5EF4-FFF2-40B4-BE49-F238E27FC236}">
                <a16:creationId xmlns:a16="http://schemas.microsoft.com/office/drawing/2014/main" id="{D16088E4-FF58-4FC9-34D6-DFF4C7549235}"/>
              </a:ext>
            </a:extLst>
          </p:cNvPr>
          <p:cNvSpPr/>
          <p:nvPr/>
        </p:nvSpPr>
        <p:spPr>
          <a:xfrm>
            <a:off x="8880845" y="5962065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27" name="TextBox 626">
            <a:extLst>
              <a:ext uri="{FF2B5EF4-FFF2-40B4-BE49-F238E27FC236}">
                <a16:creationId xmlns:a16="http://schemas.microsoft.com/office/drawing/2014/main" id="{0657D18F-7FCD-8F9C-9E3B-9A379C2296BD}"/>
              </a:ext>
            </a:extLst>
          </p:cNvPr>
          <p:cNvSpPr txBox="1"/>
          <p:nvPr/>
        </p:nvSpPr>
        <p:spPr>
          <a:xfrm>
            <a:off x="9187076" y="5965231"/>
            <a:ext cx="5757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÷1000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28" name="TextBox 627">
                <a:extLst>
                  <a:ext uri="{FF2B5EF4-FFF2-40B4-BE49-F238E27FC236}">
                    <a16:creationId xmlns:a16="http://schemas.microsoft.com/office/drawing/2014/main" id="{CE2540EF-86B3-8C02-E759-80E2B53BF908}"/>
                  </a:ext>
                </a:extLst>
              </p:cNvPr>
              <p:cNvSpPr txBox="1"/>
              <p:nvPr/>
            </p:nvSpPr>
            <p:spPr>
              <a:xfrm>
                <a:off x="3588776" y="6522183"/>
                <a:ext cx="252825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y-KG" sz="1200" b="1" dirty="0">
                    <a:solidFill>
                      <a:schemeClr val="bg1">
                        <a:lumMod val="50000"/>
                      </a:schemeClr>
                    </a:solidFill>
                  </a:rPr>
                  <a:t>п</a:t>
                </a:r>
                <a:r>
                  <a:rPr lang="en-GB" sz="1200" b="1" dirty="0">
                    <a:solidFill>
                      <a:schemeClr val="bg1">
                        <a:lumMod val="50000"/>
                      </a:schemeClr>
                    </a:solidFill>
                  </a:rPr>
                  <a:t>)  </a:t>
                </a:r>
                <a:r>
                  <a:rPr lang="en-GB" sz="1200" dirty="0"/>
                  <a:t>4,02 </a:t>
                </a:r>
                <a14:m>
                  <m:oMath xmlns:m="http://schemas.openxmlformats.org/officeDocument/2006/math">
                    <m:r>
                      <a:rPr lang="en-GB" sz="1200" i="1" dirty="0">
                        <a:latin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GB" sz="1200" dirty="0"/>
                  <a:t> 10 × 1000 = ____________</a:t>
                </a:r>
              </a:p>
            </p:txBody>
          </p:sp>
        </mc:Choice>
        <mc:Fallback>
          <p:sp>
            <p:nvSpPr>
              <p:cNvPr id="628" name="TextBox 627">
                <a:extLst>
                  <a:ext uri="{FF2B5EF4-FFF2-40B4-BE49-F238E27FC236}">
                    <a16:creationId xmlns:a16="http://schemas.microsoft.com/office/drawing/2014/main" id="{CE2540EF-86B3-8C02-E759-80E2B53BF9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8776" y="6522183"/>
                <a:ext cx="2528256" cy="276999"/>
              </a:xfrm>
              <a:prstGeom prst="rect">
                <a:avLst/>
              </a:prstGeom>
              <a:blipFill>
                <a:blip r:embed="rId3"/>
                <a:stretch>
                  <a:fillRect l="-242" t="-2222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9" name="TextBox 628">
                <a:extLst>
                  <a:ext uri="{FF2B5EF4-FFF2-40B4-BE49-F238E27FC236}">
                    <a16:creationId xmlns:a16="http://schemas.microsoft.com/office/drawing/2014/main" id="{168C2E00-E8D3-F5EC-33E9-7F84FED39191}"/>
                  </a:ext>
                </a:extLst>
              </p:cNvPr>
              <p:cNvSpPr txBox="1"/>
              <p:nvPr/>
            </p:nvSpPr>
            <p:spPr>
              <a:xfrm>
                <a:off x="6955431" y="6522183"/>
                <a:ext cx="268535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y-KG" sz="1200" b="1" dirty="0">
                    <a:solidFill>
                      <a:schemeClr val="bg1">
                        <a:lumMod val="50000"/>
                      </a:schemeClr>
                    </a:solidFill>
                  </a:rPr>
                  <a:t>р</a:t>
                </a:r>
                <a:r>
                  <a:rPr lang="en-GB" sz="1200" b="1" dirty="0">
                    <a:solidFill>
                      <a:schemeClr val="bg1">
                        <a:lumMod val="50000"/>
                      </a:schemeClr>
                    </a:solidFill>
                  </a:rPr>
                  <a:t>)  </a:t>
                </a:r>
                <a:r>
                  <a:rPr lang="en-GB" sz="1200" dirty="0"/>
                  <a:t>108,7 </a:t>
                </a:r>
                <a14:m>
                  <m:oMath xmlns:m="http://schemas.openxmlformats.org/officeDocument/2006/math">
                    <m:r>
                      <a:rPr lang="en-GB" sz="1200" i="1" dirty="0">
                        <a:latin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GB" sz="1200" dirty="0"/>
                  <a:t> 1000 × 100 = ____________</a:t>
                </a:r>
              </a:p>
            </p:txBody>
          </p:sp>
        </mc:Choice>
        <mc:Fallback>
          <p:sp>
            <p:nvSpPr>
              <p:cNvPr id="629" name="TextBox 628">
                <a:extLst>
                  <a:ext uri="{FF2B5EF4-FFF2-40B4-BE49-F238E27FC236}">
                    <a16:creationId xmlns:a16="http://schemas.microsoft.com/office/drawing/2014/main" id="{168C2E00-E8D3-F5EC-33E9-7F84FED391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5431" y="6522183"/>
                <a:ext cx="2685351" cy="276999"/>
              </a:xfrm>
              <a:prstGeom prst="rect">
                <a:avLst/>
              </a:prstGeom>
              <a:blipFill>
                <a:blip r:embed="rId4"/>
                <a:stretch>
                  <a:fillRect l="-227" t="-2222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Arc 1">
            <a:extLst>
              <a:ext uri="{FF2B5EF4-FFF2-40B4-BE49-F238E27FC236}">
                <a16:creationId xmlns:a16="http://schemas.microsoft.com/office/drawing/2014/main" id="{1F1B8B01-2347-435B-6958-730EEA052CB7}"/>
              </a:ext>
            </a:extLst>
          </p:cNvPr>
          <p:cNvSpPr/>
          <p:nvPr/>
        </p:nvSpPr>
        <p:spPr>
          <a:xfrm>
            <a:off x="2435753" y="505027"/>
            <a:ext cx="599548" cy="653848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179103-1F01-5DCA-CF9D-A0F1FB395183}"/>
              </a:ext>
            </a:extLst>
          </p:cNvPr>
          <p:cNvSpPr txBox="1"/>
          <p:nvPr/>
        </p:nvSpPr>
        <p:spPr>
          <a:xfrm>
            <a:off x="2983284" y="680135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×100</a:t>
            </a:r>
          </a:p>
        </p:txBody>
      </p:sp>
      <p:sp>
        <p:nvSpPr>
          <p:cNvPr id="5" name="Arc 4">
            <a:extLst>
              <a:ext uri="{FF2B5EF4-FFF2-40B4-BE49-F238E27FC236}">
                <a16:creationId xmlns:a16="http://schemas.microsoft.com/office/drawing/2014/main" id="{A9758551-DF10-967C-F3EC-556049B03F79}"/>
              </a:ext>
            </a:extLst>
          </p:cNvPr>
          <p:cNvSpPr/>
          <p:nvPr/>
        </p:nvSpPr>
        <p:spPr>
          <a:xfrm>
            <a:off x="8455553" y="505027"/>
            <a:ext cx="599548" cy="653848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195A07-01BB-B1EA-2DE9-816595E2D53A}"/>
              </a:ext>
            </a:extLst>
          </p:cNvPr>
          <p:cNvSpPr txBox="1"/>
          <p:nvPr/>
        </p:nvSpPr>
        <p:spPr>
          <a:xfrm>
            <a:off x="9003084" y="680135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÷100</a:t>
            </a:r>
          </a:p>
        </p:txBody>
      </p:sp>
      <p:sp>
        <p:nvSpPr>
          <p:cNvPr id="9" name="Arc 8">
            <a:extLst>
              <a:ext uri="{FF2B5EF4-FFF2-40B4-BE49-F238E27FC236}">
                <a16:creationId xmlns:a16="http://schemas.microsoft.com/office/drawing/2014/main" id="{F767863B-1232-EEF2-3833-9C5962353C77}"/>
              </a:ext>
            </a:extLst>
          </p:cNvPr>
          <p:cNvSpPr/>
          <p:nvPr/>
        </p:nvSpPr>
        <p:spPr>
          <a:xfrm>
            <a:off x="2581803" y="1749627"/>
            <a:ext cx="599548" cy="653848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47CBE1B-F5CA-78D3-90FC-15646DAF483B}"/>
              </a:ext>
            </a:extLst>
          </p:cNvPr>
          <p:cNvSpPr txBox="1"/>
          <p:nvPr/>
        </p:nvSpPr>
        <p:spPr>
          <a:xfrm>
            <a:off x="3129334" y="1924735"/>
            <a:ext cx="5757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×1000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E32AC50-349D-6BA7-DFD6-336C9F1E9AE6}"/>
              </a:ext>
            </a:extLst>
          </p:cNvPr>
          <p:cNvSpPr txBox="1"/>
          <p:nvPr/>
        </p:nvSpPr>
        <p:spPr>
          <a:xfrm>
            <a:off x="266145" y="359902"/>
            <a:ext cx="3080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а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9590D65-F8B9-EC8E-D6FE-703BF5037A66}"/>
              </a:ext>
            </a:extLst>
          </p:cNvPr>
          <p:cNvSpPr txBox="1"/>
          <p:nvPr/>
        </p:nvSpPr>
        <p:spPr>
          <a:xfrm>
            <a:off x="3585894" y="350377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б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C542A12-6F2B-5C5E-D457-E01700BF648E}"/>
              </a:ext>
            </a:extLst>
          </p:cNvPr>
          <p:cNvSpPr txBox="1"/>
          <p:nvPr/>
        </p:nvSpPr>
        <p:spPr>
          <a:xfrm>
            <a:off x="6587654" y="350377"/>
            <a:ext cx="3080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в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1B461B0-76C1-B275-8F9C-B34269548A3A}"/>
              </a:ext>
            </a:extLst>
          </p:cNvPr>
          <p:cNvSpPr txBox="1"/>
          <p:nvPr/>
        </p:nvSpPr>
        <p:spPr>
          <a:xfrm>
            <a:off x="390865" y="1617402"/>
            <a:ext cx="2872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г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88CFB27-4191-8167-2425-83FADB9187D1}"/>
              </a:ext>
            </a:extLst>
          </p:cNvPr>
          <p:cNvSpPr txBox="1"/>
          <p:nvPr/>
        </p:nvSpPr>
        <p:spPr>
          <a:xfrm>
            <a:off x="3902011" y="1623752"/>
            <a:ext cx="3225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д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F6571E9-63CF-99BF-39EF-8F67B7A8699B}"/>
              </a:ext>
            </a:extLst>
          </p:cNvPr>
          <p:cNvSpPr txBox="1"/>
          <p:nvPr/>
        </p:nvSpPr>
        <p:spPr>
          <a:xfrm>
            <a:off x="6971579" y="1623752"/>
            <a:ext cx="3097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е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BB70A9C-C674-5D58-D15D-08B1224F7249}"/>
              </a:ext>
            </a:extLst>
          </p:cNvPr>
          <p:cNvSpPr txBox="1"/>
          <p:nvPr/>
        </p:nvSpPr>
        <p:spPr>
          <a:xfrm>
            <a:off x="95479" y="2897127"/>
            <a:ext cx="3097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е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2CF519B-B850-EE65-FA44-F9E84C8CAD5B}"/>
              </a:ext>
            </a:extLst>
          </p:cNvPr>
          <p:cNvSpPr txBox="1"/>
          <p:nvPr/>
        </p:nvSpPr>
        <p:spPr>
          <a:xfrm>
            <a:off x="3632813" y="2897127"/>
            <a:ext cx="3465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ж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28281BF-E76E-EB67-1DB5-C07446EAC703}"/>
              </a:ext>
            </a:extLst>
          </p:cNvPr>
          <p:cNvSpPr txBox="1"/>
          <p:nvPr/>
        </p:nvSpPr>
        <p:spPr>
          <a:xfrm>
            <a:off x="7135388" y="2897127"/>
            <a:ext cx="2984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з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B903F2B-2FAF-2F72-A0D6-294BFD425266}"/>
              </a:ext>
            </a:extLst>
          </p:cNvPr>
          <p:cNvSpPr txBox="1"/>
          <p:nvPr/>
        </p:nvSpPr>
        <p:spPr>
          <a:xfrm>
            <a:off x="201010" y="4170502"/>
            <a:ext cx="3177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и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CDAEED8-0411-17DF-AC84-FADC6E604C04}"/>
              </a:ext>
            </a:extLst>
          </p:cNvPr>
          <p:cNvSpPr txBox="1"/>
          <p:nvPr/>
        </p:nvSpPr>
        <p:spPr>
          <a:xfrm>
            <a:off x="3277901" y="4170502"/>
            <a:ext cx="3177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й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DC68E2E-52F6-71E6-68E7-812564AF613C}"/>
              </a:ext>
            </a:extLst>
          </p:cNvPr>
          <p:cNvSpPr txBox="1"/>
          <p:nvPr/>
        </p:nvSpPr>
        <p:spPr>
          <a:xfrm>
            <a:off x="6739015" y="4170502"/>
            <a:ext cx="3080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к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F45FB26-5A6F-7741-93C5-CE3B3DB8E422}"/>
              </a:ext>
            </a:extLst>
          </p:cNvPr>
          <p:cNvSpPr txBox="1"/>
          <p:nvPr/>
        </p:nvSpPr>
        <p:spPr>
          <a:xfrm>
            <a:off x="27201" y="5443878"/>
            <a:ext cx="312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л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4CBE958-6047-FC32-D4B2-EA578052C3F8}"/>
              </a:ext>
            </a:extLst>
          </p:cNvPr>
          <p:cNvSpPr txBox="1"/>
          <p:nvPr/>
        </p:nvSpPr>
        <p:spPr>
          <a:xfrm>
            <a:off x="3427804" y="5443878"/>
            <a:ext cx="3417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м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6DE6F19-E6E8-0440-D564-23B8A5684DB4}"/>
              </a:ext>
            </a:extLst>
          </p:cNvPr>
          <p:cNvSpPr txBox="1"/>
          <p:nvPr/>
        </p:nvSpPr>
        <p:spPr>
          <a:xfrm>
            <a:off x="6649283" y="5443878"/>
            <a:ext cx="3161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н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0333283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757D2F33-A6C2-B491-4A96-349BDD155D66}"/>
              </a:ext>
            </a:extLst>
          </p:cNvPr>
          <p:cNvSpPr txBox="1"/>
          <p:nvPr/>
        </p:nvSpPr>
        <p:spPr>
          <a:xfrm>
            <a:off x="2510699" y="0"/>
            <a:ext cx="48955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  <a:latin typeface="Cooper Black" panose="0208090404030B020404" pitchFamily="18" charset="0"/>
              </a:rPr>
              <a:t>Ондуктарга, жүздүктөргө жана миңдерге көбөйтүү жана бөлүү</a:t>
            </a:r>
            <a:endParaRPr lang="en-GB" sz="1200" b="1" dirty="0">
              <a:solidFill>
                <a:schemeClr val="bg1">
                  <a:lumMod val="50000"/>
                </a:schemeClr>
              </a:solidFill>
              <a:latin typeface="Cooper Black" panose="0208090404030B0204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1" name="TextBox 160">
                <a:extLst>
                  <a:ext uri="{FF2B5EF4-FFF2-40B4-BE49-F238E27FC236}">
                    <a16:creationId xmlns:a16="http://schemas.microsoft.com/office/drawing/2014/main" id="{F3A899E0-325C-1DF1-3BC2-471FCE4B2D98}"/>
                  </a:ext>
                </a:extLst>
              </p:cNvPr>
              <p:cNvSpPr txBox="1"/>
              <p:nvPr/>
            </p:nvSpPr>
            <p:spPr>
              <a:xfrm>
                <a:off x="205496" y="6522183"/>
                <a:ext cx="237917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y-KG" sz="1200" b="1" dirty="0">
                    <a:solidFill>
                      <a:schemeClr val="bg1">
                        <a:lumMod val="50000"/>
                      </a:schemeClr>
                    </a:solidFill>
                  </a:rPr>
                  <a:t>о</a:t>
                </a:r>
                <a:r>
                  <a:rPr lang="en-GB" sz="1200" b="1" dirty="0">
                    <a:solidFill>
                      <a:schemeClr val="bg1">
                        <a:lumMod val="50000"/>
                      </a:schemeClr>
                    </a:solidFill>
                  </a:rPr>
                  <a:t>)  </a:t>
                </a:r>
                <a:r>
                  <a:rPr lang="en-GB" sz="1200" dirty="0"/>
                  <a:t>2,7 × 100 </a:t>
                </a:r>
                <a14:m>
                  <m:oMath xmlns:m="http://schemas.openxmlformats.org/officeDocument/2006/math">
                    <m:r>
                      <a:rPr lang="en-GB" sz="1200" i="1" dirty="0" smtClean="0">
                        <a:latin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GB" sz="1200" dirty="0"/>
                  <a:t> 10 = ____________</a:t>
                </a:r>
              </a:p>
            </p:txBody>
          </p:sp>
        </mc:Choice>
        <mc:Fallback>
          <p:sp>
            <p:nvSpPr>
              <p:cNvPr id="161" name="TextBox 160">
                <a:extLst>
                  <a:ext uri="{FF2B5EF4-FFF2-40B4-BE49-F238E27FC236}">
                    <a16:creationId xmlns:a16="http://schemas.microsoft.com/office/drawing/2014/main" id="{F3A899E0-325C-1DF1-3BC2-471FCE4B2D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496" y="6522183"/>
                <a:ext cx="2379177" cy="276999"/>
              </a:xfrm>
              <a:prstGeom prst="rect">
                <a:avLst/>
              </a:prstGeom>
              <a:blipFill>
                <a:blip r:embed="rId2"/>
                <a:stretch>
                  <a:fillRect l="-256" t="-2222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Arc 13">
            <a:extLst>
              <a:ext uri="{FF2B5EF4-FFF2-40B4-BE49-F238E27FC236}">
                <a16:creationId xmlns:a16="http://schemas.microsoft.com/office/drawing/2014/main" id="{6B5166A8-95B3-A037-77C3-47F2EC4382BC}"/>
              </a:ext>
            </a:extLst>
          </p:cNvPr>
          <p:cNvSpPr/>
          <p:nvPr/>
        </p:nvSpPr>
        <p:spPr>
          <a:xfrm>
            <a:off x="2000778" y="501852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93521B9-B08B-E49D-4422-661AFAA3B688}"/>
              </a:ext>
            </a:extLst>
          </p:cNvPr>
          <p:cNvSpPr txBox="1"/>
          <p:nvPr/>
        </p:nvSpPr>
        <p:spPr>
          <a:xfrm>
            <a:off x="2307009" y="492810"/>
            <a:ext cx="418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×10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ABD75A0-5EEA-48CF-F912-C58F8ADDA03F}"/>
              </a:ext>
            </a:extLst>
          </p:cNvPr>
          <p:cNvSpPr/>
          <p:nvPr/>
        </p:nvSpPr>
        <p:spPr>
          <a:xfrm>
            <a:off x="579678" y="3735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D6C96F-C003-08A5-9872-AECA64A4C6AB}"/>
              </a:ext>
            </a:extLst>
          </p:cNvPr>
          <p:cNvSpPr/>
          <p:nvPr/>
        </p:nvSpPr>
        <p:spPr>
          <a:xfrm>
            <a:off x="837470" y="3735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FE7111-2E02-9C48-EC88-053BDF9B153E}"/>
              </a:ext>
            </a:extLst>
          </p:cNvPr>
          <p:cNvSpPr/>
          <p:nvPr/>
        </p:nvSpPr>
        <p:spPr>
          <a:xfrm>
            <a:off x="1095262" y="3735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D735EA4-A8FC-528A-1733-D1A78C7C83B3}"/>
              </a:ext>
            </a:extLst>
          </p:cNvPr>
          <p:cNvSpPr/>
          <p:nvPr/>
        </p:nvSpPr>
        <p:spPr>
          <a:xfrm>
            <a:off x="1353054" y="3735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8AA56D-FD22-82C5-CC72-6AA9259066A2}"/>
              </a:ext>
            </a:extLst>
          </p:cNvPr>
          <p:cNvSpPr/>
          <p:nvPr/>
        </p:nvSpPr>
        <p:spPr>
          <a:xfrm>
            <a:off x="1610845" y="3735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0BDB305-CE8F-FF14-B581-61F7D04509C5}"/>
              </a:ext>
            </a:extLst>
          </p:cNvPr>
          <p:cNvSpPr/>
          <p:nvPr/>
        </p:nvSpPr>
        <p:spPr>
          <a:xfrm>
            <a:off x="1868638" y="3735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21E4F449-91FC-29B9-CF11-E512D4A64282}"/>
              </a:ext>
            </a:extLst>
          </p:cNvPr>
          <p:cNvSpPr/>
          <p:nvPr/>
        </p:nvSpPr>
        <p:spPr>
          <a:xfrm>
            <a:off x="1842443" y="482802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196452C5-D18C-249C-135D-85E1E353E8B0}"/>
              </a:ext>
            </a:extLst>
          </p:cNvPr>
          <p:cNvSpPr/>
          <p:nvPr/>
        </p:nvSpPr>
        <p:spPr>
          <a:xfrm>
            <a:off x="579678" y="7068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305C9EEA-D037-7B8D-552F-C89DB6B8DEAC}"/>
              </a:ext>
            </a:extLst>
          </p:cNvPr>
          <p:cNvSpPr/>
          <p:nvPr/>
        </p:nvSpPr>
        <p:spPr>
          <a:xfrm>
            <a:off x="837470" y="7068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892D11C0-6C2C-D78E-C72A-623E83A003B1}"/>
              </a:ext>
            </a:extLst>
          </p:cNvPr>
          <p:cNvSpPr/>
          <p:nvPr/>
        </p:nvSpPr>
        <p:spPr>
          <a:xfrm>
            <a:off x="1095262" y="7068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935C581C-8026-5E4F-0B95-3AB3379D1686}"/>
              </a:ext>
            </a:extLst>
          </p:cNvPr>
          <p:cNvSpPr/>
          <p:nvPr/>
        </p:nvSpPr>
        <p:spPr>
          <a:xfrm>
            <a:off x="1353054" y="7068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3C4E48C3-16A2-5993-8ABA-01131D48B284}"/>
              </a:ext>
            </a:extLst>
          </p:cNvPr>
          <p:cNvSpPr/>
          <p:nvPr/>
        </p:nvSpPr>
        <p:spPr>
          <a:xfrm>
            <a:off x="1610845" y="7068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E761476E-117C-68D1-2A84-C03A727AB79D}"/>
              </a:ext>
            </a:extLst>
          </p:cNvPr>
          <p:cNvSpPr/>
          <p:nvPr/>
        </p:nvSpPr>
        <p:spPr>
          <a:xfrm>
            <a:off x="1868638" y="7068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5BEEAA38-D226-6CF8-4F2D-EE4D3CC3DFD9}"/>
              </a:ext>
            </a:extLst>
          </p:cNvPr>
          <p:cNvSpPr/>
          <p:nvPr/>
        </p:nvSpPr>
        <p:spPr>
          <a:xfrm>
            <a:off x="1842443" y="816177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64F0AEF2-3E01-627F-0AA1-CD3CB812068D}"/>
              </a:ext>
            </a:extLst>
          </p:cNvPr>
          <p:cNvSpPr/>
          <p:nvPr/>
        </p:nvSpPr>
        <p:spPr>
          <a:xfrm>
            <a:off x="579678" y="10402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D664C925-F9C2-1F9D-128A-C9D989D19FC8}"/>
              </a:ext>
            </a:extLst>
          </p:cNvPr>
          <p:cNvSpPr/>
          <p:nvPr/>
        </p:nvSpPr>
        <p:spPr>
          <a:xfrm>
            <a:off x="837470" y="10402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06C9359A-7BC7-3214-EBB2-447F0EC6AB64}"/>
              </a:ext>
            </a:extLst>
          </p:cNvPr>
          <p:cNvSpPr/>
          <p:nvPr/>
        </p:nvSpPr>
        <p:spPr>
          <a:xfrm>
            <a:off x="1095262" y="10402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99197E93-21DB-56CA-626F-CB9EC60D3366}"/>
              </a:ext>
            </a:extLst>
          </p:cNvPr>
          <p:cNvSpPr/>
          <p:nvPr/>
        </p:nvSpPr>
        <p:spPr>
          <a:xfrm>
            <a:off x="1353054" y="10402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1284011E-050A-0175-758A-7FFEA7C46087}"/>
              </a:ext>
            </a:extLst>
          </p:cNvPr>
          <p:cNvSpPr/>
          <p:nvPr/>
        </p:nvSpPr>
        <p:spPr>
          <a:xfrm>
            <a:off x="1610845" y="10402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EC42B903-94E5-E494-7F6F-B0271693FE7B}"/>
              </a:ext>
            </a:extLst>
          </p:cNvPr>
          <p:cNvSpPr/>
          <p:nvPr/>
        </p:nvSpPr>
        <p:spPr>
          <a:xfrm>
            <a:off x="1868638" y="10402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77A66291-5CE5-F80D-BA8B-2D2751287F55}"/>
              </a:ext>
            </a:extLst>
          </p:cNvPr>
          <p:cNvSpPr/>
          <p:nvPr/>
        </p:nvSpPr>
        <p:spPr>
          <a:xfrm>
            <a:off x="1842443" y="1149552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59" name="Arc 158">
            <a:extLst>
              <a:ext uri="{FF2B5EF4-FFF2-40B4-BE49-F238E27FC236}">
                <a16:creationId xmlns:a16="http://schemas.microsoft.com/office/drawing/2014/main" id="{54865AAD-2B28-44AB-E73A-D718D378312F}"/>
              </a:ext>
            </a:extLst>
          </p:cNvPr>
          <p:cNvSpPr/>
          <p:nvPr/>
        </p:nvSpPr>
        <p:spPr>
          <a:xfrm>
            <a:off x="2000778" y="878089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54E4EB01-5908-E2AB-D26C-91F880D648AE}"/>
              </a:ext>
            </a:extLst>
          </p:cNvPr>
          <p:cNvSpPr txBox="1"/>
          <p:nvPr/>
        </p:nvSpPr>
        <p:spPr>
          <a:xfrm>
            <a:off x="2307009" y="881255"/>
            <a:ext cx="418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×10</a:t>
            </a:r>
          </a:p>
        </p:txBody>
      </p:sp>
      <p:sp>
        <p:nvSpPr>
          <p:cNvPr id="164" name="Arc 163">
            <a:extLst>
              <a:ext uri="{FF2B5EF4-FFF2-40B4-BE49-F238E27FC236}">
                <a16:creationId xmlns:a16="http://schemas.microsoft.com/office/drawing/2014/main" id="{21BC2A4B-3FA5-ACBA-00BA-BD1A63291A51}"/>
              </a:ext>
            </a:extLst>
          </p:cNvPr>
          <p:cNvSpPr/>
          <p:nvPr/>
        </p:nvSpPr>
        <p:spPr>
          <a:xfrm>
            <a:off x="5323733" y="492327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0750DD01-D9D6-378B-A7A9-DAE9FEA4BD9C}"/>
              </a:ext>
            </a:extLst>
          </p:cNvPr>
          <p:cNvSpPr txBox="1"/>
          <p:nvPr/>
        </p:nvSpPr>
        <p:spPr>
          <a:xfrm>
            <a:off x="5629964" y="483285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×100</a:t>
            </a:r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CD6C6C38-B925-CDD8-102C-D8DACA1950BE}"/>
              </a:ext>
            </a:extLst>
          </p:cNvPr>
          <p:cNvSpPr/>
          <p:nvPr/>
        </p:nvSpPr>
        <p:spPr>
          <a:xfrm>
            <a:off x="3902633" y="3639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6FA4A8B2-CC55-8AAB-71CD-CD28B38B39CB}"/>
              </a:ext>
            </a:extLst>
          </p:cNvPr>
          <p:cNvSpPr/>
          <p:nvPr/>
        </p:nvSpPr>
        <p:spPr>
          <a:xfrm>
            <a:off x="4160425" y="3639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14A791FC-35FA-243D-00D5-625FA479EFBB}"/>
              </a:ext>
            </a:extLst>
          </p:cNvPr>
          <p:cNvSpPr/>
          <p:nvPr/>
        </p:nvSpPr>
        <p:spPr>
          <a:xfrm>
            <a:off x="4418217" y="3639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1704868A-3B69-A3A5-304E-A1C109B011B1}"/>
              </a:ext>
            </a:extLst>
          </p:cNvPr>
          <p:cNvSpPr/>
          <p:nvPr/>
        </p:nvSpPr>
        <p:spPr>
          <a:xfrm>
            <a:off x="4676009" y="3639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1F0B4625-09E1-8248-C7C7-EED6F29F8FD9}"/>
              </a:ext>
            </a:extLst>
          </p:cNvPr>
          <p:cNvSpPr/>
          <p:nvPr/>
        </p:nvSpPr>
        <p:spPr>
          <a:xfrm>
            <a:off x="4933800" y="3639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5CC40475-A01C-84A5-64F4-6B8EB4E1BC8B}"/>
              </a:ext>
            </a:extLst>
          </p:cNvPr>
          <p:cNvSpPr/>
          <p:nvPr/>
        </p:nvSpPr>
        <p:spPr>
          <a:xfrm>
            <a:off x="5191593" y="3639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75" name="Oval 174">
            <a:extLst>
              <a:ext uri="{FF2B5EF4-FFF2-40B4-BE49-F238E27FC236}">
                <a16:creationId xmlns:a16="http://schemas.microsoft.com/office/drawing/2014/main" id="{D6B1FBEE-4BE3-34CA-834A-E67E3D64909E}"/>
              </a:ext>
            </a:extLst>
          </p:cNvPr>
          <p:cNvSpPr/>
          <p:nvPr/>
        </p:nvSpPr>
        <p:spPr>
          <a:xfrm>
            <a:off x="5165398" y="473277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8FEB3765-40FA-340D-1645-057B78B2D7B9}"/>
              </a:ext>
            </a:extLst>
          </p:cNvPr>
          <p:cNvSpPr/>
          <p:nvPr/>
        </p:nvSpPr>
        <p:spPr>
          <a:xfrm>
            <a:off x="3902633" y="69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173F9A11-A3D3-B201-2538-36BDF2A36E81}"/>
              </a:ext>
            </a:extLst>
          </p:cNvPr>
          <p:cNvSpPr/>
          <p:nvPr/>
        </p:nvSpPr>
        <p:spPr>
          <a:xfrm>
            <a:off x="4160425" y="69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DC106FF1-CD4A-4B47-1B9B-92DF23679BD8}"/>
              </a:ext>
            </a:extLst>
          </p:cNvPr>
          <p:cNvSpPr/>
          <p:nvPr/>
        </p:nvSpPr>
        <p:spPr>
          <a:xfrm>
            <a:off x="4418217" y="69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5E9BB1F0-5B27-859C-DD6D-E0E718A621D6}"/>
              </a:ext>
            </a:extLst>
          </p:cNvPr>
          <p:cNvSpPr/>
          <p:nvPr/>
        </p:nvSpPr>
        <p:spPr>
          <a:xfrm>
            <a:off x="4676009" y="69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98DF075D-CFD2-B980-8345-669D15DD96A3}"/>
              </a:ext>
            </a:extLst>
          </p:cNvPr>
          <p:cNvSpPr/>
          <p:nvPr/>
        </p:nvSpPr>
        <p:spPr>
          <a:xfrm>
            <a:off x="4933800" y="69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733FD9F3-D73A-B05E-F0D8-54E88F4DB8CB}"/>
              </a:ext>
            </a:extLst>
          </p:cNvPr>
          <p:cNvSpPr/>
          <p:nvPr/>
        </p:nvSpPr>
        <p:spPr>
          <a:xfrm>
            <a:off x="5191593" y="69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84" name="Oval 183">
            <a:extLst>
              <a:ext uri="{FF2B5EF4-FFF2-40B4-BE49-F238E27FC236}">
                <a16:creationId xmlns:a16="http://schemas.microsoft.com/office/drawing/2014/main" id="{7CD790F6-868A-2741-4AE5-EDCD66A0B38D}"/>
              </a:ext>
            </a:extLst>
          </p:cNvPr>
          <p:cNvSpPr/>
          <p:nvPr/>
        </p:nvSpPr>
        <p:spPr>
          <a:xfrm>
            <a:off x="5165398" y="806652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9D8F23F7-CFA5-1837-8C91-BB7FFEEF1EDB}"/>
              </a:ext>
            </a:extLst>
          </p:cNvPr>
          <p:cNvSpPr/>
          <p:nvPr/>
        </p:nvSpPr>
        <p:spPr>
          <a:xfrm>
            <a:off x="3902633" y="103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4178DEF3-C95C-1246-698F-E97FE2ADA70E}"/>
              </a:ext>
            </a:extLst>
          </p:cNvPr>
          <p:cNvSpPr/>
          <p:nvPr/>
        </p:nvSpPr>
        <p:spPr>
          <a:xfrm>
            <a:off x="4160425" y="103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53074AF6-FDC2-BDAC-F823-DAF32D390414}"/>
              </a:ext>
            </a:extLst>
          </p:cNvPr>
          <p:cNvSpPr/>
          <p:nvPr/>
        </p:nvSpPr>
        <p:spPr>
          <a:xfrm>
            <a:off x="4418217" y="103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A6067DD6-D51C-39B8-AC02-D2D301BC6335}"/>
              </a:ext>
            </a:extLst>
          </p:cNvPr>
          <p:cNvSpPr/>
          <p:nvPr/>
        </p:nvSpPr>
        <p:spPr>
          <a:xfrm>
            <a:off x="4676009" y="103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0025B582-A83E-1ED9-3760-55447F7D6818}"/>
              </a:ext>
            </a:extLst>
          </p:cNvPr>
          <p:cNvSpPr/>
          <p:nvPr/>
        </p:nvSpPr>
        <p:spPr>
          <a:xfrm>
            <a:off x="4933800" y="103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5E7E34B3-A848-C0E9-E314-C5EE0B311512}"/>
              </a:ext>
            </a:extLst>
          </p:cNvPr>
          <p:cNvSpPr/>
          <p:nvPr/>
        </p:nvSpPr>
        <p:spPr>
          <a:xfrm>
            <a:off x="5191593" y="103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93" name="Oval 192">
            <a:extLst>
              <a:ext uri="{FF2B5EF4-FFF2-40B4-BE49-F238E27FC236}">
                <a16:creationId xmlns:a16="http://schemas.microsoft.com/office/drawing/2014/main" id="{F4CA1F6B-9914-DC68-9E91-8A15B85BC937}"/>
              </a:ext>
            </a:extLst>
          </p:cNvPr>
          <p:cNvSpPr/>
          <p:nvPr/>
        </p:nvSpPr>
        <p:spPr>
          <a:xfrm>
            <a:off x="5165398" y="1140027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94" name="Arc 193">
            <a:extLst>
              <a:ext uri="{FF2B5EF4-FFF2-40B4-BE49-F238E27FC236}">
                <a16:creationId xmlns:a16="http://schemas.microsoft.com/office/drawing/2014/main" id="{4E7AC21E-9A9E-EAC3-FFF3-BC5580D1CC98}"/>
              </a:ext>
            </a:extLst>
          </p:cNvPr>
          <p:cNvSpPr/>
          <p:nvPr/>
        </p:nvSpPr>
        <p:spPr>
          <a:xfrm>
            <a:off x="5323733" y="868564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86B355D1-2CFE-4616-390F-2FE276991512}"/>
              </a:ext>
            </a:extLst>
          </p:cNvPr>
          <p:cNvSpPr txBox="1"/>
          <p:nvPr/>
        </p:nvSpPr>
        <p:spPr>
          <a:xfrm>
            <a:off x="5629964" y="871730"/>
            <a:ext cx="418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÷10</a:t>
            </a:r>
          </a:p>
        </p:txBody>
      </p:sp>
      <p:sp>
        <p:nvSpPr>
          <p:cNvPr id="197" name="Arc 196">
            <a:extLst>
              <a:ext uri="{FF2B5EF4-FFF2-40B4-BE49-F238E27FC236}">
                <a16:creationId xmlns:a16="http://schemas.microsoft.com/office/drawing/2014/main" id="{76BD346C-C07B-23F7-3049-735A0FDE44FF}"/>
              </a:ext>
            </a:extLst>
          </p:cNvPr>
          <p:cNvSpPr/>
          <p:nvPr/>
        </p:nvSpPr>
        <p:spPr>
          <a:xfrm>
            <a:off x="8040263" y="492327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7C469E24-A9AE-5AE0-07D9-93FC6C4B1611}"/>
              </a:ext>
            </a:extLst>
          </p:cNvPr>
          <p:cNvSpPr txBox="1"/>
          <p:nvPr/>
        </p:nvSpPr>
        <p:spPr>
          <a:xfrm>
            <a:off x="8346494" y="483285"/>
            <a:ext cx="418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÷10</a:t>
            </a:r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B44C5DDD-49B5-909C-DEE9-D8A73F7CA23D}"/>
              </a:ext>
            </a:extLst>
          </p:cNvPr>
          <p:cNvSpPr/>
          <p:nvPr/>
        </p:nvSpPr>
        <p:spPr>
          <a:xfrm>
            <a:off x="6876955" y="3639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8055408B-DE2B-BB83-7E9B-BC629F06131B}"/>
              </a:ext>
            </a:extLst>
          </p:cNvPr>
          <p:cNvSpPr/>
          <p:nvPr/>
        </p:nvSpPr>
        <p:spPr>
          <a:xfrm>
            <a:off x="7134747" y="3639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5A9D061E-F7F0-C311-7006-886D45EDAB32}"/>
              </a:ext>
            </a:extLst>
          </p:cNvPr>
          <p:cNvSpPr/>
          <p:nvPr/>
        </p:nvSpPr>
        <p:spPr>
          <a:xfrm>
            <a:off x="7392539" y="3639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F4667CF6-3B3B-319E-10B1-E9EC7B941474}"/>
              </a:ext>
            </a:extLst>
          </p:cNvPr>
          <p:cNvSpPr/>
          <p:nvPr/>
        </p:nvSpPr>
        <p:spPr>
          <a:xfrm>
            <a:off x="7650330" y="3639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D208538B-FDEA-6E9F-839F-A6A600464C86}"/>
              </a:ext>
            </a:extLst>
          </p:cNvPr>
          <p:cNvSpPr/>
          <p:nvPr/>
        </p:nvSpPr>
        <p:spPr>
          <a:xfrm>
            <a:off x="7908123" y="3639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08" name="Oval 207">
            <a:extLst>
              <a:ext uri="{FF2B5EF4-FFF2-40B4-BE49-F238E27FC236}">
                <a16:creationId xmlns:a16="http://schemas.microsoft.com/office/drawing/2014/main" id="{CB217BA5-DD77-0687-70A5-A70E3884F13D}"/>
              </a:ext>
            </a:extLst>
          </p:cNvPr>
          <p:cNvSpPr/>
          <p:nvPr/>
        </p:nvSpPr>
        <p:spPr>
          <a:xfrm>
            <a:off x="7881928" y="473277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4DE60342-F7D0-05EB-452F-D2B1552F2DAA}"/>
              </a:ext>
            </a:extLst>
          </p:cNvPr>
          <p:cNvSpPr/>
          <p:nvPr/>
        </p:nvSpPr>
        <p:spPr>
          <a:xfrm>
            <a:off x="6876955" y="69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09822AEA-C03F-0FC7-ABCF-3C4382589F1E}"/>
              </a:ext>
            </a:extLst>
          </p:cNvPr>
          <p:cNvSpPr/>
          <p:nvPr/>
        </p:nvSpPr>
        <p:spPr>
          <a:xfrm>
            <a:off x="7134747" y="69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C8A741CB-1D4D-92D5-89D0-9D04B0B58C3E}"/>
              </a:ext>
            </a:extLst>
          </p:cNvPr>
          <p:cNvSpPr/>
          <p:nvPr/>
        </p:nvSpPr>
        <p:spPr>
          <a:xfrm>
            <a:off x="7392539" y="69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70F5A450-4CEA-1B56-CE01-34CB1FCBAEDA}"/>
              </a:ext>
            </a:extLst>
          </p:cNvPr>
          <p:cNvSpPr/>
          <p:nvPr/>
        </p:nvSpPr>
        <p:spPr>
          <a:xfrm>
            <a:off x="7650330" y="69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215" name="Rectangle 214">
            <a:extLst>
              <a:ext uri="{FF2B5EF4-FFF2-40B4-BE49-F238E27FC236}">
                <a16:creationId xmlns:a16="http://schemas.microsoft.com/office/drawing/2014/main" id="{B71F879D-9B7D-F9AB-0C2B-D193FD2C1EFD}"/>
              </a:ext>
            </a:extLst>
          </p:cNvPr>
          <p:cNvSpPr/>
          <p:nvPr/>
        </p:nvSpPr>
        <p:spPr>
          <a:xfrm>
            <a:off x="7908123" y="69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17" name="Oval 216">
            <a:extLst>
              <a:ext uri="{FF2B5EF4-FFF2-40B4-BE49-F238E27FC236}">
                <a16:creationId xmlns:a16="http://schemas.microsoft.com/office/drawing/2014/main" id="{E1DBBEBC-0B8D-DE12-0815-2BDA357E6F26}"/>
              </a:ext>
            </a:extLst>
          </p:cNvPr>
          <p:cNvSpPr/>
          <p:nvPr/>
        </p:nvSpPr>
        <p:spPr>
          <a:xfrm>
            <a:off x="7881928" y="806652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20" name="Rectangle 219">
            <a:extLst>
              <a:ext uri="{FF2B5EF4-FFF2-40B4-BE49-F238E27FC236}">
                <a16:creationId xmlns:a16="http://schemas.microsoft.com/office/drawing/2014/main" id="{22BB5CDA-B1D3-06E5-8784-6FCB7F89E151}"/>
              </a:ext>
            </a:extLst>
          </p:cNvPr>
          <p:cNvSpPr/>
          <p:nvPr/>
        </p:nvSpPr>
        <p:spPr>
          <a:xfrm>
            <a:off x="6876955" y="103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7E19329D-FB6A-873F-F266-4931C684AB27}"/>
              </a:ext>
            </a:extLst>
          </p:cNvPr>
          <p:cNvSpPr/>
          <p:nvPr/>
        </p:nvSpPr>
        <p:spPr>
          <a:xfrm>
            <a:off x="7134747" y="103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F163715F-858C-6BC0-CB8C-323AD4BF51EE}"/>
              </a:ext>
            </a:extLst>
          </p:cNvPr>
          <p:cNvSpPr/>
          <p:nvPr/>
        </p:nvSpPr>
        <p:spPr>
          <a:xfrm>
            <a:off x="7392539" y="103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EB6FFA8D-4300-67FA-1806-2D75C15E627F}"/>
              </a:ext>
            </a:extLst>
          </p:cNvPr>
          <p:cNvSpPr/>
          <p:nvPr/>
        </p:nvSpPr>
        <p:spPr>
          <a:xfrm>
            <a:off x="7650330" y="103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59CF37E7-18ED-1A46-A0A6-4EC014A19285}"/>
              </a:ext>
            </a:extLst>
          </p:cNvPr>
          <p:cNvSpPr/>
          <p:nvPr/>
        </p:nvSpPr>
        <p:spPr>
          <a:xfrm>
            <a:off x="7908123" y="103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226" name="Oval 225">
            <a:extLst>
              <a:ext uri="{FF2B5EF4-FFF2-40B4-BE49-F238E27FC236}">
                <a16:creationId xmlns:a16="http://schemas.microsoft.com/office/drawing/2014/main" id="{5F0C2A83-6B0E-0871-AC1A-E2ECE9A9EDF6}"/>
              </a:ext>
            </a:extLst>
          </p:cNvPr>
          <p:cNvSpPr/>
          <p:nvPr/>
        </p:nvSpPr>
        <p:spPr>
          <a:xfrm>
            <a:off x="7881928" y="1140027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27" name="Arc 226">
            <a:extLst>
              <a:ext uri="{FF2B5EF4-FFF2-40B4-BE49-F238E27FC236}">
                <a16:creationId xmlns:a16="http://schemas.microsoft.com/office/drawing/2014/main" id="{D13DA681-8693-96EC-7E8E-C16FC9A79874}"/>
              </a:ext>
            </a:extLst>
          </p:cNvPr>
          <p:cNvSpPr/>
          <p:nvPr/>
        </p:nvSpPr>
        <p:spPr>
          <a:xfrm>
            <a:off x="8040263" y="868564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922C17B4-2F19-C953-3028-1963FDCBF8A7}"/>
              </a:ext>
            </a:extLst>
          </p:cNvPr>
          <p:cNvSpPr txBox="1"/>
          <p:nvPr/>
        </p:nvSpPr>
        <p:spPr>
          <a:xfrm>
            <a:off x="8346494" y="871730"/>
            <a:ext cx="418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÷10</a:t>
            </a:r>
          </a:p>
        </p:txBody>
      </p:sp>
      <p:sp>
        <p:nvSpPr>
          <p:cNvPr id="300" name="Arc 299">
            <a:extLst>
              <a:ext uri="{FF2B5EF4-FFF2-40B4-BE49-F238E27FC236}">
                <a16:creationId xmlns:a16="http://schemas.microsoft.com/office/drawing/2014/main" id="{B3612BA9-0E8F-F424-6962-DC6CE5E9B818}"/>
              </a:ext>
            </a:extLst>
          </p:cNvPr>
          <p:cNvSpPr/>
          <p:nvPr/>
        </p:nvSpPr>
        <p:spPr>
          <a:xfrm>
            <a:off x="2115078" y="1759352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1" name="TextBox 300">
            <a:extLst>
              <a:ext uri="{FF2B5EF4-FFF2-40B4-BE49-F238E27FC236}">
                <a16:creationId xmlns:a16="http://schemas.microsoft.com/office/drawing/2014/main" id="{F4F39523-ECE5-8236-3816-1E7B68900EC4}"/>
              </a:ext>
            </a:extLst>
          </p:cNvPr>
          <p:cNvSpPr txBox="1"/>
          <p:nvPr/>
        </p:nvSpPr>
        <p:spPr>
          <a:xfrm>
            <a:off x="2421309" y="1750310"/>
            <a:ext cx="418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×10</a:t>
            </a:r>
          </a:p>
        </p:txBody>
      </p:sp>
      <p:sp>
        <p:nvSpPr>
          <p:cNvPr id="304" name="Rectangle 303">
            <a:extLst>
              <a:ext uri="{FF2B5EF4-FFF2-40B4-BE49-F238E27FC236}">
                <a16:creationId xmlns:a16="http://schemas.microsoft.com/office/drawing/2014/main" id="{969F8581-59E9-9C55-E863-BC26CE04CA4F}"/>
              </a:ext>
            </a:extLst>
          </p:cNvPr>
          <p:cNvSpPr/>
          <p:nvPr/>
        </p:nvSpPr>
        <p:spPr>
          <a:xfrm>
            <a:off x="693978" y="16310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05" name="Rectangle 304">
            <a:extLst>
              <a:ext uri="{FF2B5EF4-FFF2-40B4-BE49-F238E27FC236}">
                <a16:creationId xmlns:a16="http://schemas.microsoft.com/office/drawing/2014/main" id="{BF43446C-9047-F693-5F2A-4325D48D0E28}"/>
              </a:ext>
            </a:extLst>
          </p:cNvPr>
          <p:cNvSpPr/>
          <p:nvPr/>
        </p:nvSpPr>
        <p:spPr>
          <a:xfrm>
            <a:off x="951770" y="16310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06" name="Rectangle 305">
            <a:extLst>
              <a:ext uri="{FF2B5EF4-FFF2-40B4-BE49-F238E27FC236}">
                <a16:creationId xmlns:a16="http://schemas.microsoft.com/office/drawing/2014/main" id="{5691FBF6-32FA-061D-13EF-B215D451F6A8}"/>
              </a:ext>
            </a:extLst>
          </p:cNvPr>
          <p:cNvSpPr/>
          <p:nvPr/>
        </p:nvSpPr>
        <p:spPr>
          <a:xfrm>
            <a:off x="1209562" y="16310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DDB4620C-96F7-F16F-2ACA-D96E5B722D67}"/>
              </a:ext>
            </a:extLst>
          </p:cNvPr>
          <p:cNvSpPr/>
          <p:nvPr/>
        </p:nvSpPr>
        <p:spPr>
          <a:xfrm>
            <a:off x="1467354" y="16310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08" name="Rectangle 307">
            <a:extLst>
              <a:ext uri="{FF2B5EF4-FFF2-40B4-BE49-F238E27FC236}">
                <a16:creationId xmlns:a16="http://schemas.microsoft.com/office/drawing/2014/main" id="{50BCEA67-4ADB-EE51-AAD2-A55DB2920314}"/>
              </a:ext>
            </a:extLst>
          </p:cNvPr>
          <p:cNvSpPr/>
          <p:nvPr/>
        </p:nvSpPr>
        <p:spPr>
          <a:xfrm>
            <a:off x="1725145" y="16310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309" name="Rectangle 308">
            <a:extLst>
              <a:ext uri="{FF2B5EF4-FFF2-40B4-BE49-F238E27FC236}">
                <a16:creationId xmlns:a16="http://schemas.microsoft.com/office/drawing/2014/main" id="{849386A8-B523-E5D0-858C-40DA5A150469}"/>
              </a:ext>
            </a:extLst>
          </p:cNvPr>
          <p:cNvSpPr/>
          <p:nvPr/>
        </p:nvSpPr>
        <p:spPr>
          <a:xfrm>
            <a:off x="1982938" y="16310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11" name="Oval 310">
            <a:extLst>
              <a:ext uri="{FF2B5EF4-FFF2-40B4-BE49-F238E27FC236}">
                <a16:creationId xmlns:a16="http://schemas.microsoft.com/office/drawing/2014/main" id="{F3E1679A-1594-759C-D609-6964D7C72CF0}"/>
              </a:ext>
            </a:extLst>
          </p:cNvPr>
          <p:cNvSpPr/>
          <p:nvPr/>
        </p:nvSpPr>
        <p:spPr>
          <a:xfrm>
            <a:off x="1956743" y="1740302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13" name="Rectangle 312">
            <a:extLst>
              <a:ext uri="{FF2B5EF4-FFF2-40B4-BE49-F238E27FC236}">
                <a16:creationId xmlns:a16="http://schemas.microsoft.com/office/drawing/2014/main" id="{CC59E5A0-2B1B-1EF4-95DC-DBB23B162158}"/>
              </a:ext>
            </a:extLst>
          </p:cNvPr>
          <p:cNvSpPr/>
          <p:nvPr/>
        </p:nvSpPr>
        <p:spPr>
          <a:xfrm>
            <a:off x="693978" y="19643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14" name="Rectangle 313">
            <a:extLst>
              <a:ext uri="{FF2B5EF4-FFF2-40B4-BE49-F238E27FC236}">
                <a16:creationId xmlns:a16="http://schemas.microsoft.com/office/drawing/2014/main" id="{27941B44-7707-4C96-DE30-C678FF03ECC0}"/>
              </a:ext>
            </a:extLst>
          </p:cNvPr>
          <p:cNvSpPr/>
          <p:nvPr/>
        </p:nvSpPr>
        <p:spPr>
          <a:xfrm>
            <a:off x="951770" y="19643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15" name="Rectangle 314">
            <a:extLst>
              <a:ext uri="{FF2B5EF4-FFF2-40B4-BE49-F238E27FC236}">
                <a16:creationId xmlns:a16="http://schemas.microsoft.com/office/drawing/2014/main" id="{0DBD7A93-BAB7-8E70-FB9D-6A17373DF86C}"/>
              </a:ext>
            </a:extLst>
          </p:cNvPr>
          <p:cNvSpPr/>
          <p:nvPr/>
        </p:nvSpPr>
        <p:spPr>
          <a:xfrm>
            <a:off x="1209562" y="19643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16" name="Rectangle 315">
            <a:extLst>
              <a:ext uri="{FF2B5EF4-FFF2-40B4-BE49-F238E27FC236}">
                <a16:creationId xmlns:a16="http://schemas.microsoft.com/office/drawing/2014/main" id="{A5893013-8346-A921-A89D-CD52475F386F}"/>
              </a:ext>
            </a:extLst>
          </p:cNvPr>
          <p:cNvSpPr/>
          <p:nvPr/>
        </p:nvSpPr>
        <p:spPr>
          <a:xfrm>
            <a:off x="1467354" y="19643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8</a:t>
            </a:r>
          </a:p>
        </p:txBody>
      </p:sp>
      <p:sp>
        <p:nvSpPr>
          <p:cNvPr id="317" name="Rectangle 316">
            <a:extLst>
              <a:ext uri="{FF2B5EF4-FFF2-40B4-BE49-F238E27FC236}">
                <a16:creationId xmlns:a16="http://schemas.microsoft.com/office/drawing/2014/main" id="{506E752A-F968-E82E-DCD8-D9114528A5BC}"/>
              </a:ext>
            </a:extLst>
          </p:cNvPr>
          <p:cNvSpPr/>
          <p:nvPr/>
        </p:nvSpPr>
        <p:spPr>
          <a:xfrm>
            <a:off x="1725145" y="19643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318" name="Rectangle 317">
            <a:extLst>
              <a:ext uri="{FF2B5EF4-FFF2-40B4-BE49-F238E27FC236}">
                <a16:creationId xmlns:a16="http://schemas.microsoft.com/office/drawing/2014/main" id="{6D857831-AEE4-598E-49EF-11C6847D55C9}"/>
              </a:ext>
            </a:extLst>
          </p:cNvPr>
          <p:cNvSpPr/>
          <p:nvPr/>
        </p:nvSpPr>
        <p:spPr>
          <a:xfrm>
            <a:off x="1982938" y="19643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20" name="Oval 319">
            <a:extLst>
              <a:ext uri="{FF2B5EF4-FFF2-40B4-BE49-F238E27FC236}">
                <a16:creationId xmlns:a16="http://schemas.microsoft.com/office/drawing/2014/main" id="{13EA02E5-9DC9-EF1B-56F4-12F14158EB7B}"/>
              </a:ext>
            </a:extLst>
          </p:cNvPr>
          <p:cNvSpPr/>
          <p:nvPr/>
        </p:nvSpPr>
        <p:spPr>
          <a:xfrm>
            <a:off x="1956743" y="2073677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22" name="Rectangle 321">
            <a:extLst>
              <a:ext uri="{FF2B5EF4-FFF2-40B4-BE49-F238E27FC236}">
                <a16:creationId xmlns:a16="http://schemas.microsoft.com/office/drawing/2014/main" id="{38EDCF4E-6614-F9BA-3254-19BA2A145F0F}"/>
              </a:ext>
            </a:extLst>
          </p:cNvPr>
          <p:cNvSpPr/>
          <p:nvPr/>
        </p:nvSpPr>
        <p:spPr>
          <a:xfrm>
            <a:off x="693978" y="22977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23" name="Rectangle 322">
            <a:extLst>
              <a:ext uri="{FF2B5EF4-FFF2-40B4-BE49-F238E27FC236}">
                <a16:creationId xmlns:a16="http://schemas.microsoft.com/office/drawing/2014/main" id="{FCCA650B-012E-04D3-5D8A-CA249F4C1A60}"/>
              </a:ext>
            </a:extLst>
          </p:cNvPr>
          <p:cNvSpPr/>
          <p:nvPr/>
        </p:nvSpPr>
        <p:spPr>
          <a:xfrm>
            <a:off x="951770" y="22977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8</a:t>
            </a:r>
          </a:p>
        </p:txBody>
      </p:sp>
      <p:sp>
        <p:nvSpPr>
          <p:cNvPr id="324" name="Rectangle 323">
            <a:extLst>
              <a:ext uri="{FF2B5EF4-FFF2-40B4-BE49-F238E27FC236}">
                <a16:creationId xmlns:a16="http://schemas.microsoft.com/office/drawing/2014/main" id="{CC38648E-FFB5-7E3F-5F61-F09350E4C820}"/>
              </a:ext>
            </a:extLst>
          </p:cNvPr>
          <p:cNvSpPr/>
          <p:nvPr/>
        </p:nvSpPr>
        <p:spPr>
          <a:xfrm>
            <a:off x="1209562" y="22977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325" name="Rectangle 324">
            <a:extLst>
              <a:ext uri="{FF2B5EF4-FFF2-40B4-BE49-F238E27FC236}">
                <a16:creationId xmlns:a16="http://schemas.microsoft.com/office/drawing/2014/main" id="{FF2323AC-58A6-D97D-1F68-FF8BE4952694}"/>
              </a:ext>
            </a:extLst>
          </p:cNvPr>
          <p:cNvSpPr/>
          <p:nvPr/>
        </p:nvSpPr>
        <p:spPr>
          <a:xfrm>
            <a:off x="1467354" y="22977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326" name="Rectangle 325">
            <a:extLst>
              <a:ext uri="{FF2B5EF4-FFF2-40B4-BE49-F238E27FC236}">
                <a16:creationId xmlns:a16="http://schemas.microsoft.com/office/drawing/2014/main" id="{5F0DFBF6-6360-BE36-6019-D67BCE098641}"/>
              </a:ext>
            </a:extLst>
          </p:cNvPr>
          <p:cNvSpPr/>
          <p:nvPr/>
        </p:nvSpPr>
        <p:spPr>
          <a:xfrm>
            <a:off x="1725145" y="22977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327" name="Rectangle 326">
            <a:extLst>
              <a:ext uri="{FF2B5EF4-FFF2-40B4-BE49-F238E27FC236}">
                <a16:creationId xmlns:a16="http://schemas.microsoft.com/office/drawing/2014/main" id="{F4FFC95F-631F-22DD-C7FF-34824EE04793}"/>
              </a:ext>
            </a:extLst>
          </p:cNvPr>
          <p:cNvSpPr/>
          <p:nvPr/>
        </p:nvSpPr>
        <p:spPr>
          <a:xfrm>
            <a:off x="1982938" y="22977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29" name="Oval 328">
            <a:extLst>
              <a:ext uri="{FF2B5EF4-FFF2-40B4-BE49-F238E27FC236}">
                <a16:creationId xmlns:a16="http://schemas.microsoft.com/office/drawing/2014/main" id="{C1A93837-70F0-9EB5-1F0D-5B459C6083E2}"/>
              </a:ext>
            </a:extLst>
          </p:cNvPr>
          <p:cNvSpPr/>
          <p:nvPr/>
        </p:nvSpPr>
        <p:spPr>
          <a:xfrm>
            <a:off x="1956743" y="2407052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30" name="Arc 329">
            <a:extLst>
              <a:ext uri="{FF2B5EF4-FFF2-40B4-BE49-F238E27FC236}">
                <a16:creationId xmlns:a16="http://schemas.microsoft.com/office/drawing/2014/main" id="{AA645647-518E-7C72-4F41-B7BB3F5C73D2}"/>
              </a:ext>
            </a:extLst>
          </p:cNvPr>
          <p:cNvSpPr/>
          <p:nvPr/>
        </p:nvSpPr>
        <p:spPr>
          <a:xfrm>
            <a:off x="2115078" y="2135589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1" name="TextBox 330">
            <a:extLst>
              <a:ext uri="{FF2B5EF4-FFF2-40B4-BE49-F238E27FC236}">
                <a16:creationId xmlns:a16="http://schemas.microsoft.com/office/drawing/2014/main" id="{DCB0CB8E-468C-FFB9-7DF0-78DA2B034EBB}"/>
              </a:ext>
            </a:extLst>
          </p:cNvPr>
          <p:cNvSpPr txBox="1"/>
          <p:nvPr/>
        </p:nvSpPr>
        <p:spPr>
          <a:xfrm>
            <a:off x="2421309" y="2138755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×100</a:t>
            </a:r>
          </a:p>
        </p:txBody>
      </p:sp>
      <p:sp>
        <p:nvSpPr>
          <p:cNvPr id="268" name="Arc 267">
            <a:extLst>
              <a:ext uri="{FF2B5EF4-FFF2-40B4-BE49-F238E27FC236}">
                <a16:creationId xmlns:a16="http://schemas.microsoft.com/office/drawing/2014/main" id="{F0C0FA61-16CB-CD26-EF30-0C81F5763E34}"/>
              </a:ext>
            </a:extLst>
          </p:cNvPr>
          <p:cNvSpPr/>
          <p:nvPr/>
        </p:nvSpPr>
        <p:spPr>
          <a:xfrm>
            <a:off x="5621390" y="1765702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1D297A24-8DB4-6505-1544-763EBEF1980C}"/>
              </a:ext>
            </a:extLst>
          </p:cNvPr>
          <p:cNvSpPr txBox="1"/>
          <p:nvPr/>
        </p:nvSpPr>
        <p:spPr>
          <a:xfrm>
            <a:off x="5927621" y="1756660"/>
            <a:ext cx="418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÷10</a:t>
            </a:r>
          </a:p>
        </p:txBody>
      </p:sp>
      <p:sp>
        <p:nvSpPr>
          <p:cNvPr id="273" name="Rectangle 272">
            <a:extLst>
              <a:ext uri="{FF2B5EF4-FFF2-40B4-BE49-F238E27FC236}">
                <a16:creationId xmlns:a16="http://schemas.microsoft.com/office/drawing/2014/main" id="{102394BF-2D69-5165-ECD6-A6247918CD58}"/>
              </a:ext>
            </a:extLst>
          </p:cNvPr>
          <p:cNvSpPr/>
          <p:nvPr/>
        </p:nvSpPr>
        <p:spPr>
          <a:xfrm>
            <a:off x="4198525" y="163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74" name="Rectangle 273">
            <a:extLst>
              <a:ext uri="{FF2B5EF4-FFF2-40B4-BE49-F238E27FC236}">
                <a16:creationId xmlns:a16="http://schemas.microsoft.com/office/drawing/2014/main" id="{86644842-616B-B8D9-EC2F-CD4F411765CC}"/>
              </a:ext>
            </a:extLst>
          </p:cNvPr>
          <p:cNvSpPr/>
          <p:nvPr/>
        </p:nvSpPr>
        <p:spPr>
          <a:xfrm>
            <a:off x="4456317" y="163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75" name="Rectangle 274">
            <a:extLst>
              <a:ext uri="{FF2B5EF4-FFF2-40B4-BE49-F238E27FC236}">
                <a16:creationId xmlns:a16="http://schemas.microsoft.com/office/drawing/2014/main" id="{BFEFC56C-726E-82F7-4495-F34B353CE981}"/>
              </a:ext>
            </a:extLst>
          </p:cNvPr>
          <p:cNvSpPr/>
          <p:nvPr/>
        </p:nvSpPr>
        <p:spPr>
          <a:xfrm>
            <a:off x="4714109" y="163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76" name="Rectangle 275">
            <a:extLst>
              <a:ext uri="{FF2B5EF4-FFF2-40B4-BE49-F238E27FC236}">
                <a16:creationId xmlns:a16="http://schemas.microsoft.com/office/drawing/2014/main" id="{60DCEABD-28E5-3304-1E3C-337B014BF07F}"/>
              </a:ext>
            </a:extLst>
          </p:cNvPr>
          <p:cNvSpPr/>
          <p:nvPr/>
        </p:nvSpPr>
        <p:spPr>
          <a:xfrm>
            <a:off x="4971900" y="163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77" name="Rectangle 276">
            <a:extLst>
              <a:ext uri="{FF2B5EF4-FFF2-40B4-BE49-F238E27FC236}">
                <a16:creationId xmlns:a16="http://schemas.microsoft.com/office/drawing/2014/main" id="{CDB66F51-51C8-411C-E01D-221A420590FE}"/>
              </a:ext>
            </a:extLst>
          </p:cNvPr>
          <p:cNvSpPr/>
          <p:nvPr/>
        </p:nvSpPr>
        <p:spPr>
          <a:xfrm>
            <a:off x="5229693" y="163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78" name="Rectangle 277">
            <a:extLst>
              <a:ext uri="{FF2B5EF4-FFF2-40B4-BE49-F238E27FC236}">
                <a16:creationId xmlns:a16="http://schemas.microsoft.com/office/drawing/2014/main" id="{2781D7F4-FDC1-4747-9BC6-24AA8DE7349C}"/>
              </a:ext>
            </a:extLst>
          </p:cNvPr>
          <p:cNvSpPr/>
          <p:nvPr/>
        </p:nvSpPr>
        <p:spPr>
          <a:xfrm>
            <a:off x="5487484" y="163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79" name="Oval 278">
            <a:extLst>
              <a:ext uri="{FF2B5EF4-FFF2-40B4-BE49-F238E27FC236}">
                <a16:creationId xmlns:a16="http://schemas.microsoft.com/office/drawing/2014/main" id="{519E36B1-C068-ACEB-7215-81F3F1E521F6}"/>
              </a:ext>
            </a:extLst>
          </p:cNvPr>
          <p:cNvSpPr/>
          <p:nvPr/>
        </p:nvSpPr>
        <p:spPr>
          <a:xfrm>
            <a:off x="5203498" y="1746652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82" name="Rectangle 281">
            <a:extLst>
              <a:ext uri="{FF2B5EF4-FFF2-40B4-BE49-F238E27FC236}">
                <a16:creationId xmlns:a16="http://schemas.microsoft.com/office/drawing/2014/main" id="{735E63A5-5514-5E30-5ABE-665F2C4B48E1}"/>
              </a:ext>
            </a:extLst>
          </p:cNvPr>
          <p:cNvSpPr/>
          <p:nvPr/>
        </p:nvSpPr>
        <p:spPr>
          <a:xfrm>
            <a:off x="4198525" y="197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83" name="Rectangle 282">
            <a:extLst>
              <a:ext uri="{FF2B5EF4-FFF2-40B4-BE49-F238E27FC236}">
                <a16:creationId xmlns:a16="http://schemas.microsoft.com/office/drawing/2014/main" id="{7D27BF9C-525C-602A-B01D-90814EE3A8BF}"/>
              </a:ext>
            </a:extLst>
          </p:cNvPr>
          <p:cNvSpPr/>
          <p:nvPr/>
        </p:nvSpPr>
        <p:spPr>
          <a:xfrm>
            <a:off x="4456317" y="197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84" name="Rectangle 283">
            <a:extLst>
              <a:ext uri="{FF2B5EF4-FFF2-40B4-BE49-F238E27FC236}">
                <a16:creationId xmlns:a16="http://schemas.microsoft.com/office/drawing/2014/main" id="{27D02089-3861-7923-835A-1A5663B5ED71}"/>
              </a:ext>
            </a:extLst>
          </p:cNvPr>
          <p:cNvSpPr/>
          <p:nvPr/>
        </p:nvSpPr>
        <p:spPr>
          <a:xfrm>
            <a:off x="4714109" y="197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85" name="Rectangle 284">
            <a:extLst>
              <a:ext uri="{FF2B5EF4-FFF2-40B4-BE49-F238E27FC236}">
                <a16:creationId xmlns:a16="http://schemas.microsoft.com/office/drawing/2014/main" id="{132D6D61-10BA-7FFF-1946-40ACC4D4C75D}"/>
              </a:ext>
            </a:extLst>
          </p:cNvPr>
          <p:cNvSpPr/>
          <p:nvPr/>
        </p:nvSpPr>
        <p:spPr>
          <a:xfrm>
            <a:off x="4971900" y="197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286" name="Rectangle 285">
            <a:extLst>
              <a:ext uri="{FF2B5EF4-FFF2-40B4-BE49-F238E27FC236}">
                <a16:creationId xmlns:a16="http://schemas.microsoft.com/office/drawing/2014/main" id="{FE111BD6-869B-CD7F-9592-894CCA8CA593}"/>
              </a:ext>
            </a:extLst>
          </p:cNvPr>
          <p:cNvSpPr/>
          <p:nvPr/>
        </p:nvSpPr>
        <p:spPr>
          <a:xfrm>
            <a:off x="5229693" y="197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6</a:t>
            </a:r>
          </a:p>
        </p:txBody>
      </p:sp>
      <p:sp>
        <p:nvSpPr>
          <p:cNvPr id="287" name="Rectangle 286">
            <a:extLst>
              <a:ext uri="{FF2B5EF4-FFF2-40B4-BE49-F238E27FC236}">
                <a16:creationId xmlns:a16="http://schemas.microsoft.com/office/drawing/2014/main" id="{01A69C6E-DEA8-3FA5-525E-F1E3DCA1B920}"/>
              </a:ext>
            </a:extLst>
          </p:cNvPr>
          <p:cNvSpPr/>
          <p:nvPr/>
        </p:nvSpPr>
        <p:spPr>
          <a:xfrm>
            <a:off x="5487484" y="197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88" name="Oval 287">
            <a:extLst>
              <a:ext uri="{FF2B5EF4-FFF2-40B4-BE49-F238E27FC236}">
                <a16:creationId xmlns:a16="http://schemas.microsoft.com/office/drawing/2014/main" id="{D76D8F4E-8680-59AC-0B14-AF1F93FC3E8D}"/>
              </a:ext>
            </a:extLst>
          </p:cNvPr>
          <p:cNvSpPr/>
          <p:nvPr/>
        </p:nvSpPr>
        <p:spPr>
          <a:xfrm>
            <a:off x="5203498" y="2080027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91" name="Rectangle 290">
            <a:extLst>
              <a:ext uri="{FF2B5EF4-FFF2-40B4-BE49-F238E27FC236}">
                <a16:creationId xmlns:a16="http://schemas.microsoft.com/office/drawing/2014/main" id="{AA915785-53B5-C115-D94D-F6FC8BEDAFF6}"/>
              </a:ext>
            </a:extLst>
          </p:cNvPr>
          <p:cNvSpPr/>
          <p:nvPr/>
        </p:nvSpPr>
        <p:spPr>
          <a:xfrm>
            <a:off x="4198525" y="230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92" name="Rectangle 291">
            <a:extLst>
              <a:ext uri="{FF2B5EF4-FFF2-40B4-BE49-F238E27FC236}">
                <a16:creationId xmlns:a16="http://schemas.microsoft.com/office/drawing/2014/main" id="{766D8B9E-C935-614C-3C7A-46DA619C9A09}"/>
              </a:ext>
            </a:extLst>
          </p:cNvPr>
          <p:cNvSpPr/>
          <p:nvPr/>
        </p:nvSpPr>
        <p:spPr>
          <a:xfrm>
            <a:off x="4456317" y="230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293" name="Rectangle 292">
            <a:extLst>
              <a:ext uri="{FF2B5EF4-FFF2-40B4-BE49-F238E27FC236}">
                <a16:creationId xmlns:a16="http://schemas.microsoft.com/office/drawing/2014/main" id="{87FAC670-C79A-9A8E-C3CB-115CD3A6DB6F}"/>
              </a:ext>
            </a:extLst>
          </p:cNvPr>
          <p:cNvSpPr/>
          <p:nvPr/>
        </p:nvSpPr>
        <p:spPr>
          <a:xfrm>
            <a:off x="4714109" y="230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94" name="Rectangle 293">
            <a:extLst>
              <a:ext uri="{FF2B5EF4-FFF2-40B4-BE49-F238E27FC236}">
                <a16:creationId xmlns:a16="http://schemas.microsoft.com/office/drawing/2014/main" id="{BC6449CA-8CF5-47BC-C08F-9FE18CFBD9A9}"/>
              </a:ext>
            </a:extLst>
          </p:cNvPr>
          <p:cNvSpPr/>
          <p:nvPr/>
        </p:nvSpPr>
        <p:spPr>
          <a:xfrm>
            <a:off x="4971900" y="230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295" name="Rectangle 294">
            <a:extLst>
              <a:ext uri="{FF2B5EF4-FFF2-40B4-BE49-F238E27FC236}">
                <a16:creationId xmlns:a16="http://schemas.microsoft.com/office/drawing/2014/main" id="{929A8C8D-4057-777B-FD05-21BF586AF4E8}"/>
              </a:ext>
            </a:extLst>
          </p:cNvPr>
          <p:cNvSpPr/>
          <p:nvPr/>
        </p:nvSpPr>
        <p:spPr>
          <a:xfrm>
            <a:off x="5229693" y="230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96" name="Rectangle 295">
            <a:extLst>
              <a:ext uri="{FF2B5EF4-FFF2-40B4-BE49-F238E27FC236}">
                <a16:creationId xmlns:a16="http://schemas.microsoft.com/office/drawing/2014/main" id="{9472F386-0E7A-C198-98DC-B8C5247C66F7}"/>
              </a:ext>
            </a:extLst>
          </p:cNvPr>
          <p:cNvSpPr/>
          <p:nvPr/>
        </p:nvSpPr>
        <p:spPr>
          <a:xfrm>
            <a:off x="5487484" y="230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97" name="Oval 296">
            <a:extLst>
              <a:ext uri="{FF2B5EF4-FFF2-40B4-BE49-F238E27FC236}">
                <a16:creationId xmlns:a16="http://schemas.microsoft.com/office/drawing/2014/main" id="{B561C8EE-DAD2-3AEA-CCF0-8D5D63BFCA4F}"/>
              </a:ext>
            </a:extLst>
          </p:cNvPr>
          <p:cNvSpPr/>
          <p:nvPr/>
        </p:nvSpPr>
        <p:spPr>
          <a:xfrm>
            <a:off x="5203498" y="2413402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98" name="Arc 297">
            <a:extLst>
              <a:ext uri="{FF2B5EF4-FFF2-40B4-BE49-F238E27FC236}">
                <a16:creationId xmlns:a16="http://schemas.microsoft.com/office/drawing/2014/main" id="{E30E8E84-05F6-8968-ED1A-9205936A865D}"/>
              </a:ext>
            </a:extLst>
          </p:cNvPr>
          <p:cNvSpPr/>
          <p:nvPr/>
        </p:nvSpPr>
        <p:spPr>
          <a:xfrm>
            <a:off x="5621390" y="2141939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9" name="TextBox 298">
            <a:extLst>
              <a:ext uri="{FF2B5EF4-FFF2-40B4-BE49-F238E27FC236}">
                <a16:creationId xmlns:a16="http://schemas.microsoft.com/office/drawing/2014/main" id="{06A72D03-164E-46D6-60C8-0CFE6A6124AB}"/>
              </a:ext>
            </a:extLst>
          </p:cNvPr>
          <p:cNvSpPr txBox="1"/>
          <p:nvPr/>
        </p:nvSpPr>
        <p:spPr>
          <a:xfrm>
            <a:off x="5927621" y="2145105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×100</a:t>
            </a:r>
          </a:p>
        </p:txBody>
      </p:sp>
      <p:sp>
        <p:nvSpPr>
          <p:cNvPr id="236" name="Arc 235">
            <a:extLst>
              <a:ext uri="{FF2B5EF4-FFF2-40B4-BE49-F238E27FC236}">
                <a16:creationId xmlns:a16="http://schemas.microsoft.com/office/drawing/2014/main" id="{2CAACDED-F7B5-5237-109E-80EC2D9DDE40}"/>
              </a:ext>
            </a:extLst>
          </p:cNvPr>
          <p:cNvSpPr/>
          <p:nvPr/>
        </p:nvSpPr>
        <p:spPr>
          <a:xfrm>
            <a:off x="8707013" y="1765702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25D78A96-A021-FBAB-A910-CBAD491888E7}"/>
              </a:ext>
            </a:extLst>
          </p:cNvPr>
          <p:cNvSpPr txBox="1"/>
          <p:nvPr/>
        </p:nvSpPr>
        <p:spPr>
          <a:xfrm>
            <a:off x="9013244" y="1756660"/>
            <a:ext cx="418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×10</a:t>
            </a:r>
          </a:p>
        </p:txBody>
      </p:sp>
      <p:sp>
        <p:nvSpPr>
          <p:cNvPr id="240" name="Rectangle 239">
            <a:extLst>
              <a:ext uri="{FF2B5EF4-FFF2-40B4-BE49-F238E27FC236}">
                <a16:creationId xmlns:a16="http://schemas.microsoft.com/office/drawing/2014/main" id="{6F615B7B-0D35-40E0-9C14-9B31AD596516}"/>
              </a:ext>
            </a:extLst>
          </p:cNvPr>
          <p:cNvSpPr/>
          <p:nvPr/>
        </p:nvSpPr>
        <p:spPr>
          <a:xfrm>
            <a:off x="7285913" y="163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C3793639-EE98-DB63-9FA9-F35825B00FF9}"/>
              </a:ext>
            </a:extLst>
          </p:cNvPr>
          <p:cNvSpPr/>
          <p:nvPr/>
        </p:nvSpPr>
        <p:spPr>
          <a:xfrm>
            <a:off x="7543705" y="163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A6A18EAE-A597-FF9F-9647-9B4203E42048}"/>
              </a:ext>
            </a:extLst>
          </p:cNvPr>
          <p:cNvSpPr/>
          <p:nvPr/>
        </p:nvSpPr>
        <p:spPr>
          <a:xfrm>
            <a:off x="7801497" y="163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43" name="Rectangle 242">
            <a:extLst>
              <a:ext uri="{FF2B5EF4-FFF2-40B4-BE49-F238E27FC236}">
                <a16:creationId xmlns:a16="http://schemas.microsoft.com/office/drawing/2014/main" id="{CB4C6E71-44B4-9176-0D7A-7DD07E3F63A6}"/>
              </a:ext>
            </a:extLst>
          </p:cNvPr>
          <p:cNvSpPr/>
          <p:nvPr/>
        </p:nvSpPr>
        <p:spPr>
          <a:xfrm>
            <a:off x="8059289" y="163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44" name="Rectangle 243">
            <a:extLst>
              <a:ext uri="{FF2B5EF4-FFF2-40B4-BE49-F238E27FC236}">
                <a16:creationId xmlns:a16="http://schemas.microsoft.com/office/drawing/2014/main" id="{0F12D614-BF87-9E59-8F20-812B56B5E222}"/>
              </a:ext>
            </a:extLst>
          </p:cNvPr>
          <p:cNvSpPr/>
          <p:nvPr/>
        </p:nvSpPr>
        <p:spPr>
          <a:xfrm>
            <a:off x="8317080" y="163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6833984C-E1C7-6E5E-AF2A-C7BD21137E28}"/>
              </a:ext>
            </a:extLst>
          </p:cNvPr>
          <p:cNvSpPr/>
          <p:nvPr/>
        </p:nvSpPr>
        <p:spPr>
          <a:xfrm>
            <a:off x="8574873" y="163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47" name="Oval 246">
            <a:extLst>
              <a:ext uri="{FF2B5EF4-FFF2-40B4-BE49-F238E27FC236}">
                <a16:creationId xmlns:a16="http://schemas.microsoft.com/office/drawing/2014/main" id="{37D44BC5-498B-265C-39B1-D575E7F833EB}"/>
              </a:ext>
            </a:extLst>
          </p:cNvPr>
          <p:cNvSpPr/>
          <p:nvPr/>
        </p:nvSpPr>
        <p:spPr>
          <a:xfrm>
            <a:off x="8548678" y="1746652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49" name="Rectangle 248">
            <a:extLst>
              <a:ext uri="{FF2B5EF4-FFF2-40B4-BE49-F238E27FC236}">
                <a16:creationId xmlns:a16="http://schemas.microsoft.com/office/drawing/2014/main" id="{FDA27EB4-9BDD-B232-B5B4-12593F519886}"/>
              </a:ext>
            </a:extLst>
          </p:cNvPr>
          <p:cNvSpPr/>
          <p:nvPr/>
        </p:nvSpPr>
        <p:spPr>
          <a:xfrm>
            <a:off x="7285913" y="197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50" name="Rectangle 249">
            <a:extLst>
              <a:ext uri="{FF2B5EF4-FFF2-40B4-BE49-F238E27FC236}">
                <a16:creationId xmlns:a16="http://schemas.microsoft.com/office/drawing/2014/main" id="{0A0FB626-E171-8AE0-846D-BE365DBD59E7}"/>
              </a:ext>
            </a:extLst>
          </p:cNvPr>
          <p:cNvSpPr/>
          <p:nvPr/>
        </p:nvSpPr>
        <p:spPr>
          <a:xfrm>
            <a:off x="7543705" y="197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9</a:t>
            </a:r>
          </a:p>
        </p:txBody>
      </p:sp>
      <p:sp>
        <p:nvSpPr>
          <p:cNvPr id="251" name="Rectangle 250">
            <a:extLst>
              <a:ext uri="{FF2B5EF4-FFF2-40B4-BE49-F238E27FC236}">
                <a16:creationId xmlns:a16="http://schemas.microsoft.com/office/drawing/2014/main" id="{CF09C59C-7B08-88A8-CF95-4A3676818E27}"/>
              </a:ext>
            </a:extLst>
          </p:cNvPr>
          <p:cNvSpPr/>
          <p:nvPr/>
        </p:nvSpPr>
        <p:spPr>
          <a:xfrm>
            <a:off x="7801497" y="197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252" name="Rectangle 251">
            <a:extLst>
              <a:ext uri="{FF2B5EF4-FFF2-40B4-BE49-F238E27FC236}">
                <a16:creationId xmlns:a16="http://schemas.microsoft.com/office/drawing/2014/main" id="{B84E1FF3-68C6-0343-CE1D-5A5333B0C70F}"/>
              </a:ext>
            </a:extLst>
          </p:cNvPr>
          <p:cNvSpPr/>
          <p:nvPr/>
        </p:nvSpPr>
        <p:spPr>
          <a:xfrm>
            <a:off x="8059289" y="197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253" name="Rectangle 252">
            <a:extLst>
              <a:ext uri="{FF2B5EF4-FFF2-40B4-BE49-F238E27FC236}">
                <a16:creationId xmlns:a16="http://schemas.microsoft.com/office/drawing/2014/main" id="{005E5AC7-242D-3BCB-E1A2-70D1E07506D7}"/>
              </a:ext>
            </a:extLst>
          </p:cNvPr>
          <p:cNvSpPr/>
          <p:nvPr/>
        </p:nvSpPr>
        <p:spPr>
          <a:xfrm>
            <a:off x="8317080" y="197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254" name="Rectangle 253">
            <a:extLst>
              <a:ext uri="{FF2B5EF4-FFF2-40B4-BE49-F238E27FC236}">
                <a16:creationId xmlns:a16="http://schemas.microsoft.com/office/drawing/2014/main" id="{6A0B5BA8-ED0E-8181-9DA3-A16E08A372A0}"/>
              </a:ext>
            </a:extLst>
          </p:cNvPr>
          <p:cNvSpPr/>
          <p:nvPr/>
        </p:nvSpPr>
        <p:spPr>
          <a:xfrm>
            <a:off x="8574873" y="197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56" name="Oval 255">
            <a:extLst>
              <a:ext uri="{FF2B5EF4-FFF2-40B4-BE49-F238E27FC236}">
                <a16:creationId xmlns:a16="http://schemas.microsoft.com/office/drawing/2014/main" id="{A17F4ADE-63C4-772E-09C2-A85E0A3DD7F3}"/>
              </a:ext>
            </a:extLst>
          </p:cNvPr>
          <p:cNvSpPr/>
          <p:nvPr/>
        </p:nvSpPr>
        <p:spPr>
          <a:xfrm>
            <a:off x="8548678" y="2080027"/>
            <a:ext cx="52388" cy="52388"/>
          </a:xfrm>
          <a:prstGeom prst="ellipse">
            <a:avLst/>
          </a:prstGeom>
          <a:solidFill>
            <a:srgbClr val="0070C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58" name="Rectangle 257">
            <a:extLst>
              <a:ext uri="{FF2B5EF4-FFF2-40B4-BE49-F238E27FC236}">
                <a16:creationId xmlns:a16="http://schemas.microsoft.com/office/drawing/2014/main" id="{C634E3BD-E459-A8CD-64E6-3FDAD06840AF}"/>
              </a:ext>
            </a:extLst>
          </p:cNvPr>
          <p:cNvSpPr/>
          <p:nvPr/>
        </p:nvSpPr>
        <p:spPr>
          <a:xfrm>
            <a:off x="7285913" y="230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59" name="Rectangle 258">
            <a:extLst>
              <a:ext uri="{FF2B5EF4-FFF2-40B4-BE49-F238E27FC236}">
                <a16:creationId xmlns:a16="http://schemas.microsoft.com/office/drawing/2014/main" id="{387C2AAD-79AA-5E59-D434-C8EE4A20246F}"/>
              </a:ext>
            </a:extLst>
          </p:cNvPr>
          <p:cNvSpPr/>
          <p:nvPr/>
        </p:nvSpPr>
        <p:spPr>
          <a:xfrm>
            <a:off x="7543705" y="230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60" name="Rectangle 259">
            <a:extLst>
              <a:ext uri="{FF2B5EF4-FFF2-40B4-BE49-F238E27FC236}">
                <a16:creationId xmlns:a16="http://schemas.microsoft.com/office/drawing/2014/main" id="{082D3E60-E433-1D7C-1397-BDC3FE3E97A5}"/>
              </a:ext>
            </a:extLst>
          </p:cNvPr>
          <p:cNvSpPr/>
          <p:nvPr/>
        </p:nvSpPr>
        <p:spPr>
          <a:xfrm>
            <a:off x="7801497" y="230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61" name="Rectangle 260">
            <a:extLst>
              <a:ext uri="{FF2B5EF4-FFF2-40B4-BE49-F238E27FC236}">
                <a16:creationId xmlns:a16="http://schemas.microsoft.com/office/drawing/2014/main" id="{FF1A2A6C-220C-28F8-8826-B29C3FAE1F92}"/>
              </a:ext>
            </a:extLst>
          </p:cNvPr>
          <p:cNvSpPr/>
          <p:nvPr/>
        </p:nvSpPr>
        <p:spPr>
          <a:xfrm>
            <a:off x="8059289" y="230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9</a:t>
            </a:r>
          </a:p>
        </p:txBody>
      </p:sp>
      <p:sp>
        <p:nvSpPr>
          <p:cNvPr id="262" name="Rectangle 261">
            <a:extLst>
              <a:ext uri="{FF2B5EF4-FFF2-40B4-BE49-F238E27FC236}">
                <a16:creationId xmlns:a16="http://schemas.microsoft.com/office/drawing/2014/main" id="{FEF71E84-F2BE-78E5-8004-C03B2D557551}"/>
              </a:ext>
            </a:extLst>
          </p:cNvPr>
          <p:cNvSpPr/>
          <p:nvPr/>
        </p:nvSpPr>
        <p:spPr>
          <a:xfrm>
            <a:off x="8317080" y="230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263" name="Rectangle 262">
            <a:extLst>
              <a:ext uri="{FF2B5EF4-FFF2-40B4-BE49-F238E27FC236}">
                <a16:creationId xmlns:a16="http://schemas.microsoft.com/office/drawing/2014/main" id="{DFFE2A65-F444-B79A-9A68-43CFFE177979}"/>
              </a:ext>
            </a:extLst>
          </p:cNvPr>
          <p:cNvSpPr/>
          <p:nvPr/>
        </p:nvSpPr>
        <p:spPr>
          <a:xfrm>
            <a:off x="8574873" y="230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65" name="Oval 264">
            <a:extLst>
              <a:ext uri="{FF2B5EF4-FFF2-40B4-BE49-F238E27FC236}">
                <a16:creationId xmlns:a16="http://schemas.microsoft.com/office/drawing/2014/main" id="{A9FD9394-3666-BFE3-CB0C-05EE81C27CCD}"/>
              </a:ext>
            </a:extLst>
          </p:cNvPr>
          <p:cNvSpPr/>
          <p:nvPr/>
        </p:nvSpPr>
        <p:spPr>
          <a:xfrm>
            <a:off x="8548678" y="2413402"/>
            <a:ext cx="52388" cy="52388"/>
          </a:xfrm>
          <a:prstGeom prst="ellipse">
            <a:avLst/>
          </a:prstGeom>
          <a:solidFill>
            <a:srgbClr val="0070C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66" name="Arc 265">
            <a:extLst>
              <a:ext uri="{FF2B5EF4-FFF2-40B4-BE49-F238E27FC236}">
                <a16:creationId xmlns:a16="http://schemas.microsoft.com/office/drawing/2014/main" id="{98C8248C-629A-096D-A7BD-FEDA1D813A7E}"/>
              </a:ext>
            </a:extLst>
          </p:cNvPr>
          <p:cNvSpPr/>
          <p:nvPr/>
        </p:nvSpPr>
        <p:spPr>
          <a:xfrm>
            <a:off x="8707013" y="2141939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7" name="TextBox 266">
            <a:extLst>
              <a:ext uri="{FF2B5EF4-FFF2-40B4-BE49-F238E27FC236}">
                <a16:creationId xmlns:a16="http://schemas.microsoft.com/office/drawing/2014/main" id="{4768BB5E-BCB6-D05D-6BAF-6C3E95D90807}"/>
              </a:ext>
            </a:extLst>
          </p:cNvPr>
          <p:cNvSpPr txBox="1"/>
          <p:nvPr/>
        </p:nvSpPr>
        <p:spPr>
          <a:xfrm>
            <a:off x="9013244" y="2145105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÷100</a:t>
            </a:r>
          </a:p>
        </p:txBody>
      </p:sp>
      <p:sp>
        <p:nvSpPr>
          <p:cNvPr id="400" name="Arc 399">
            <a:extLst>
              <a:ext uri="{FF2B5EF4-FFF2-40B4-BE49-F238E27FC236}">
                <a16:creationId xmlns:a16="http://schemas.microsoft.com/office/drawing/2014/main" id="{52F62071-19DD-8347-7875-05D7E9CE53BA}"/>
              </a:ext>
            </a:extLst>
          </p:cNvPr>
          <p:cNvSpPr/>
          <p:nvPr/>
        </p:nvSpPr>
        <p:spPr>
          <a:xfrm>
            <a:off x="2323835" y="3039077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1" name="TextBox 400">
            <a:extLst>
              <a:ext uri="{FF2B5EF4-FFF2-40B4-BE49-F238E27FC236}">
                <a16:creationId xmlns:a16="http://schemas.microsoft.com/office/drawing/2014/main" id="{E4DD983E-9B17-25ED-FF77-A157834F5E8E}"/>
              </a:ext>
            </a:extLst>
          </p:cNvPr>
          <p:cNvSpPr txBox="1"/>
          <p:nvPr/>
        </p:nvSpPr>
        <p:spPr>
          <a:xfrm>
            <a:off x="2630066" y="3030035"/>
            <a:ext cx="5757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×1000</a:t>
            </a:r>
          </a:p>
        </p:txBody>
      </p:sp>
      <p:sp>
        <p:nvSpPr>
          <p:cNvPr id="403" name="Rectangle 402">
            <a:extLst>
              <a:ext uri="{FF2B5EF4-FFF2-40B4-BE49-F238E27FC236}">
                <a16:creationId xmlns:a16="http://schemas.microsoft.com/office/drawing/2014/main" id="{71FC9C5A-1809-DF41-263E-DC3D17CA28E9}"/>
              </a:ext>
            </a:extLst>
          </p:cNvPr>
          <p:cNvSpPr/>
          <p:nvPr/>
        </p:nvSpPr>
        <p:spPr>
          <a:xfrm>
            <a:off x="385386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04" name="Rectangle 403">
            <a:extLst>
              <a:ext uri="{FF2B5EF4-FFF2-40B4-BE49-F238E27FC236}">
                <a16:creationId xmlns:a16="http://schemas.microsoft.com/office/drawing/2014/main" id="{04780C4D-88B1-04A6-B597-DC6BD1FB1A3D}"/>
              </a:ext>
            </a:extLst>
          </p:cNvPr>
          <p:cNvSpPr/>
          <p:nvPr/>
        </p:nvSpPr>
        <p:spPr>
          <a:xfrm>
            <a:off x="643178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05" name="Rectangle 404">
            <a:extLst>
              <a:ext uri="{FF2B5EF4-FFF2-40B4-BE49-F238E27FC236}">
                <a16:creationId xmlns:a16="http://schemas.microsoft.com/office/drawing/2014/main" id="{F236E970-0C20-E800-9AA0-708182EC8B81}"/>
              </a:ext>
            </a:extLst>
          </p:cNvPr>
          <p:cNvSpPr/>
          <p:nvPr/>
        </p:nvSpPr>
        <p:spPr>
          <a:xfrm>
            <a:off x="900970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06" name="Rectangle 405">
            <a:extLst>
              <a:ext uri="{FF2B5EF4-FFF2-40B4-BE49-F238E27FC236}">
                <a16:creationId xmlns:a16="http://schemas.microsoft.com/office/drawing/2014/main" id="{3BF99079-852F-FE94-E9D3-3493FF2C27CA}"/>
              </a:ext>
            </a:extLst>
          </p:cNvPr>
          <p:cNvSpPr/>
          <p:nvPr/>
        </p:nvSpPr>
        <p:spPr>
          <a:xfrm>
            <a:off x="1158762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07" name="Rectangle 406">
            <a:extLst>
              <a:ext uri="{FF2B5EF4-FFF2-40B4-BE49-F238E27FC236}">
                <a16:creationId xmlns:a16="http://schemas.microsoft.com/office/drawing/2014/main" id="{FEDEF549-B403-3554-F607-B39A74B2C57A}"/>
              </a:ext>
            </a:extLst>
          </p:cNvPr>
          <p:cNvSpPr/>
          <p:nvPr/>
        </p:nvSpPr>
        <p:spPr>
          <a:xfrm>
            <a:off x="1416554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08" name="Rectangle 407">
            <a:extLst>
              <a:ext uri="{FF2B5EF4-FFF2-40B4-BE49-F238E27FC236}">
                <a16:creationId xmlns:a16="http://schemas.microsoft.com/office/drawing/2014/main" id="{FE099DBD-4530-B169-81BB-E06E2525AA5A}"/>
              </a:ext>
            </a:extLst>
          </p:cNvPr>
          <p:cNvSpPr/>
          <p:nvPr/>
        </p:nvSpPr>
        <p:spPr>
          <a:xfrm>
            <a:off x="1674345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09" name="Rectangle 408">
            <a:extLst>
              <a:ext uri="{FF2B5EF4-FFF2-40B4-BE49-F238E27FC236}">
                <a16:creationId xmlns:a16="http://schemas.microsoft.com/office/drawing/2014/main" id="{273B55DF-844C-1778-9706-CFCE68166016}"/>
              </a:ext>
            </a:extLst>
          </p:cNvPr>
          <p:cNvSpPr/>
          <p:nvPr/>
        </p:nvSpPr>
        <p:spPr>
          <a:xfrm>
            <a:off x="1932138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410" name="Rectangle 409">
            <a:extLst>
              <a:ext uri="{FF2B5EF4-FFF2-40B4-BE49-F238E27FC236}">
                <a16:creationId xmlns:a16="http://schemas.microsoft.com/office/drawing/2014/main" id="{C19AB50F-1DF5-26CD-E821-CD434CD71874}"/>
              </a:ext>
            </a:extLst>
          </p:cNvPr>
          <p:cNvSpPr/>
          <p:nvPr/>
        </p:nvSpPr>
        <p:spPr>
          <a:xfrm>
            <a:off x="2189929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11" name="Oval 410">
            <a:extLst>
              <a:ext uri="{FF2B5EF4-FFF2-40B4-BE49-F238E27FC236}">
                <a16:creationId xmlns:a16="http://schemas.microsoft.com/office/drawing/2014/main" id="{FDE7E0EF-265F-5284-40AA-04E09241A098}"/>
              </a:ext>
            </a:extLst>
          </p:cNvPr>
          <p:cNvSpPr/>
          <p:nvPr/>
        </p:nvSpPr>
        <p:spPr>
          <a:xfrm>
            <a:off x="1905943" y="3020027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12" name="Rectangle 411">
            <a:extLst>
              <a:ext uri="{FF2B5EF4-FFF2-40B4-BE49-F238E27FC236}">
                <a16:creationId xmlns:a16="http://schemas.microsoft.com/office/drawing/2014/main" id="{944667F2-653C-33C8-6F3C-C645C3A29E65}"/>
              </a:ext>
            </a:extLst>
          </p:cNvPr>
          <p:cNvSpPr/>
          <p:nvPr/>
        </p:nvSpPr>
        <p:spPr>
          <a:xfrm>
            <a:off x="385386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13" name="Rectangle 412">
            <a:extLst>
              <a:ext uri="{FF2B5EF4-FFF2-40B4-BE49-F238E27FC236}">
                <a16:creationId xmlns:a16="http://schemas.microsoft.com/office/drawing/2014/main" id="{5E2E1876-6F21-DBB8-7521-080F8E5B0462}"/>
              </a:ext>
            </a:extLst>
          </p:cNvPr>
          <p:cNvSpPr/>
          <p:nvPr/>
        </p:nvSpPr>
        <p:spPr>
          <a:xfrm>
            <a:off x="643178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14" name="Rectangle 413">
            <a:extLst>
              <a:ext uri="{FF2B5EF4-FFF2-40B4-BE49-F238E27FC236}">
                <a16:creationId xmlns:a16="http://schemas.microsoft.com/office/drawing/2014/main" id="{B8481FD4-66B9-B9E6-D7F3-60D264E3C628}"/>
              </a:ext>
            </a:extLst>
          </p:cNvPr>
          <p:cNvSpPr/>
          <p:nvPr/>
        </p:nvSpPr>
        <p:spPr>
          <a:xfrm>
            <a:off x="900970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415" name="Rectangle 414">
            <a:extLst>
              <a:ext uri="{FF2B5EF4-FFF2-40B4-BE49-F238E27FC236}">
                <a16:creationId xmlns:a16="http://schemas.microsoft.com/office/drawing/2014/main" id="{A0AA470E-107A-AD53-9E48-5B6FC60E5F4C}"/>
              </a:ext>
            </a:extLst>
          </p:cNvPr>
          <p:cNvSpPr/>
          <p:nvPr/>
        </p:nvSpPr>
        <p:spPr>
          <a:xfrm>
            <a:off x="1158762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416" name="Rectangle 415">
            <a:extLst>
              <a:ext uri="{FF2B5EF4-FFF2-40B4-BE49-F238E27FC236}">
                <a16:creationId xmlns:a16="http://schemas.microsoft.com/office/drawing/2014/main" id="{B63DC9AA-E875-D137-8884-84ED087F5D5B}"/>
              </a:ext>
            </a:extLst>
          </p:cNvPr>
          <p:cNvSpPr/>
          <p:nvPr/>
        </p:nvSpPr>
        <p:spPr>
          <a:xfrm>
            <a:off x="1416554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417" name="Rectangle 416">
            <a:extLst>
              <a:ext uri="{FF2B5EF4-FFF2-40B4-BE49-F238E27FC236}">
                <a16:creationId xmlns:a16="http://schemas.microsoft.com/office/drawing/2014/main" id="{D85A3B72-759B-B33C-AF55-28E1E7A677E2}"/>
              </a:ext>
            </a:extLst>
          </p:cNvPr>
          <p:cNvSpPr/>
          <p:nvPr/>
        </p:nvSpPr>
        <p:spPr>
          <a:xfrm>
            <a:off x="1674345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418" name="Rectangle 417">
            <a:extLst>
              <a:ext uri="{FF2B5EF4-FFF2-40B4-BE49-F238E27FC236}">
                <a16:creationId xmlns:a16="http://schemas.microsoft.com/office/drawing/2014/main" id="{88703CD3-4BAE-DA33-CD51-ABA78BC0AB04}"/>
              </a:ext>
            </a:extLst>
          </p:cNvPr>
          <p:cNvSpPr/>
          <p:nvPr/>
        </p:nvSpPr>
        <p:spPr>
          <a:xfrm>
            <a:off x="1932138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19" name="Rectangle 418">
            <a:extLst>
              <a:ext uri="{FF2B5EF4-FFF2-40B4-BE49-F238E27FC236}">
                <a16:creationId xmlns:a16="http://schemas.microsoft.com/office/drawing/2014/main" id="{B2CCB14F-1803-9CAC-7BDF-824EC872CF72}"/>
              </a:ext>
            </a:extLst>
          </p:cNvPr>
          <p:cNvSpPr/>
          <p:nvPr/>
        </p:nvSpPr>
        <p:spPr>
          <a:xfrm>
            <a:off x="2189929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20" name="Oval 419">
            <a:extLst>
              <a:ext uri="{FF2B5EF4-FFF2-40B4-BE49-F238E27FC236}">
                <a16:creationId xmlns:a16="http://schemas.microsoft.com/office/drawing/2014/main" id="{5F2843DB-2F33-0FCA-2531-9641AB893AC5}"/>
              </a:ext>
            </a:extLst>
          </p:cNvPr>
          <p:cNvSpPr/>
          <p:nvPr/>
        </p:nvSpPr>
        <p:spPr>
          <a:xfrm>
            <a:off x="1905943" y="3353402"/>
            <a:ext cx="52388" cy="52388"/>
          </a:xfrm>
          <a:prstGeom prst="ellipse">
            <a:avLst/>
          </a:prstGeom>
          <a:solidFill>
            <a:srgbClr val="0070C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21" name="Rectangle 420">
            <a:extLst>
              <a:ext uri="{FF2B5EF4-FFF2-40B4-BE49-F238E27FC236}">
                <a16:creationId xmlns:a16="http://schemas.microsoft.com/office/drawing/2014/main" id="{7167ECF8-51F3-10F9-D855-8BB2032611FA}"/>
              </a:ext>
            </a:extLst>
          </p:cNvPr>
          <p:cNvSpPr/>
          <p:nvPr/>
        </p:nvSpPr>
        <p:spPr>
          <a:xfrm>
            <a:off x="385386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22" name="Rectangle 421">
            <a:extLst>
              <a:ext uri="{FF2B5EF4-FFF2-40B4-BE49-F238E27FC236}">
                <a16:creationId xmlns:a16="http://schemas.microsoft.com/office/drawing/2014/main" id="{1ED1B80A-5214-8331-E595-3455A2B7BB1B}"/>
              </a:ext>
            </a:extLst>
          </p:cNvPr>
          <p:cNvSpPr/>
          <p:nvPr/>
        </p:nvSpPr>
        <p:spPr>
          <a:xfrm>
            <a:off x="643178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23" name="Rectangle 422">
            <a:extLst>
              <a:ext uri="{FF2B5EF4-FFF2-40B4-BE49-F238E27FC236}">
                <a16:creationId xmlns:a16="http://schemas.microsoft.com/office/drawing/2014/main" id="{312F066F-2565-2E5A-7756-4B4733CC1E12}"/>
              </a:ext>
            </a:extLst>
          </p:cNvPr>
          <p:cNvSpPr/>
          <p:nvPr/>
        </p:nvSpPr>
        <p:spPr>
          <a:xfrm>
            <a:off x="900970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24" name="Rectangle 423">
            <a:extLst>
              <a:ext uri="{FF2B5EF4-FFF2-40B4-BE49-F238E27FC236}">
                <a16:creationId xmlns:a16="http://schemas.microsoft.com/office/drawing/2014/main" id="{3459A0E0-174A-3739-DC2A-7D4C49274A69}"/>
              </a:ext>
            </a:extLst>
          </p:cNvPr>
          <p:cNvSpPr/>
          <p:nvPr/>
        </p:nvSpPr>
        <p:spPr>
          <a:xfrm>
            <a:off x="1158762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425" name="Rectangle 424">
            <a:extLst>
              <a:ext uri="{FF2B5EF4-FFF2-40B4-BE49-F238E27FC236}">
                <a16:creationId xmlns:a16="http://schemas.microsoft.com/office/drawing/2014/main" id="{AEE6F373-91C5-AB68-129B-A75918D675A2}"/>
              </a:ext>
            </a:extLst>
          </p:cNvPr>
          <p:cNvSpPr/>
          <p:nvPr/>
        </p:nvSpPr>
        <p:spPr>
          <a:xfrm>
            <a:off x="1416554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426" name="Rectangle 425">
            <a:extLst>
              <a:ext uri="{FF2B5EF4-FFF2-40B4-BE49-F238E27FC236}">
                <a16:creationId xmlns:a16="http://schemas.microsoft.com/office/drawing/2014/main" id="{11D8ABD7-829A-1282-0A06-F7F6AB6C7C84}"/>
              </a:ext>
            </a:extLst>
          </p:cNvPr>
          <p:cNvSpPr/>
          <p:nvPr/>
        </p:nvSpPr>
        <p:spPr>
          <a:xfrm>
            <a:off x="1674345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427" name="Rectangle 426">
            <a:extLst>
              <a:ext uri="{FF2B5EF4-FFF2-40B4-BE49-F238E27FC236}">
                <a16:creationId xmlns:a16="http://schemas.microsoft.com/office/drawing/2014/main" id="{4263E13D-C898-13D3-AAB8-1AE614D6E9FF}"/>
              </a:ext>
            </a:extLst>
          </p:cNvPr>
          <p:cNvSpPr/>
          <p:nvPr/>
        </p:nvSpPr>
        <p:spPr>
          <a:xfrm>
            <a:off x="1932138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28" name="Rectangle 427">
            <a:extLst>
              <a:ext uri="{FF2B5EF4-FFF2-40B4-BE49-F238E27FC236}">
                <a16:creationId xmlns:a16="http://schemas.microsoft.com/office/drawing/2014/main" id="{852786D1-F279-524B-AF0B-31E1493277C7}"/>
              </a:ext>
            </a:extLst>
          </p:cNvPr>
          <p:cNvSpPr/>
          <p:nvPr/>
        </p:nvSpPr>
        <p:spPr>
          <a:xfrm>
            <a:off x="2189929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29" name="Oval 428">
            <a:extLst>
              <a:ext uri="{FF2B5EF4-FFF2-40B4-BE49-F238E27FC236}">
                <a16:creationId xmlns:a16="http://schemas.microsoft.com/office/drawing/2014/main" id="{0950DA23-167A-609B-33B9-F54E0B4F28F2}"/>
              </a:ext>
            </a:extLst>
          </p:cNvPr>
          <p:cNvSpPr/>
          <p:nvPr/>
        </p:nvSpPr>
        <p:spPr>
          <a:xfrm>
            <a:off x="1905943" y="3686777"/>
            <a:ext cx="52388" cy="52388"/>
          </a:xfrm>
          <a:prstGeom prst="ellipse">
            <a:avLst/>
          </a:prstGeom>
          <a:solidFill>
            <a:srgbClr val="0070C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30" name="Arc 429">
            <a:extLst>
              <a:ext uri="{FF2B5EF4-FFF2-40B4-BE49-F238E27FC236}">
                <a16:creationId xmlns:a16="http://schemas.microsoft.com/office/drawing/2014/main" id="{BDD9B3D3-A497-B11B-98CF-F3AB953B6FAC}"/>
              </a:ext>
            </a:extLst>
          </p:cNvPr>
          <p:cNvSpPr/>
          <p:nvPr/>
        </p:nvSpPr>
        <p:spPr>
          <a:xfrm>
            <a:off x="2323835" y="3415314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1" name="TextBox 430">
            <a:extLst>
              <a:ext uri="{FF2B5EF4-FFF2-40B4-BE49-F238E27FC236}">
                <a16:creationId xmlns:a16="http://schemas.microsoft.com/office/drawing/2014/main" id="{DF09A9B9-99FC-4383-5538-8FC4C36911B5}"/>
              </a:ext>
            </a:extLst>
          </p:cNvPr>
          <p:cNvSpPr txBox="1"/>
          <p:nvPr/>
        </p:nvSpPr>
        <p:spPr>
          <a:xfrm>
            <a:off x="2630066" y="3418480"/>
            <a:ext cx="418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÷10</a:t>
            </a:r>
          </a:p>
        </p:txBody>
      </p:sp>
      <p:sp>
        <p:nvSpPr>
          <p:cNvPr id="368" name="Arc 367">
            <a:extLst>
              <a:ext uri="{FF2B5EF4-FFF2-40B4-BE49-F238E27FC236}">
                <a16:creationId xmlns:a16="http://schemas.microsoft.com/office/drawing/2014/main" id="{47AD1536-5B42-A217-2D7C-9417B398EF27}"/>
              </a:ext>
            </a:extLst>
          </p:cNvPr>
          <p:cNvSpPr/>
          <p:nvPr/>
        </p:nvSpPr>
        <p:spPr>
          <a:xfrm>
            <a:off x="5364215" y="3039077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9" name="TextBox 368">
            <a:extLst>
              <a:ext uri="{FF2B5EF4-FFF2-40B4-BE49-F238E27FC236}">
                <a16:creationId xmlns:a16="http://schemas.microsoft.com/office/drawing/2014/main" id="{79FCCBEA-A701-9BEB-7AF3-56346BFE25B0}"/>
              </a:ext>
            </a:extLst>
          </p:cNvPr>
          <p:cNvSpPr txBox="1"/>
          <p:nvPr/>
        </p:nvSpPr>
        <p:spPr>
          <a:xfrm>
            <a:off x="5670446" y="3030035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÷100</a:t>
            </a:r>
          </a:p>
        </p:txBody>
      </p:sp>
      <p:sp>
        <p:nvSpPr>
          <p:cNvPr id="373" name="Rectangle 372">
            <a:extLst>
              <a:ext uri="{FF2B5EF4-FFF2-40B4-BE49-F238E27FC236}">
                <a16:creationId xmlns:a16="http://schemas.microsoft.com/office/drawing/2014/main" id="{E994595E-D46A-6D29-B708-B8C6BE960557}"/>
              </a:ext>
            </a:extLst>
          </p:cNvPr>
          <p:cNvSpPr/>
          <p:nvPr/>
        </p:nvSpPr>
        <p:spPr>
          <a:xfrm>
            <a:off x="3941350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74" name="Rectangle 373">
            <a:extLst>
              <a:ext uri="{FF2B5EF4-FFF2-40B4-BE49-F238E27FC236}">
                <a16:creationId xmlns:a16="http://schemas.microsoft.com/office/drawing/2014/main" id="{68883CDE-A33E-D4DD-A9ED-2A200DE6DA1C}"/>
              </a:ext>
            </a:extLst>
          </p:cNvPr>
          <p:cNvSpPr/>
          <p:nvPr/>
        </p:nvSpPr>
        <p:spPr>
          <a:xfrm>
            <a:off x="4199142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75" name="Rectangle 374">
            <a:extLst>
              <a:ext uri="{FF2B5EF4-FFF2-40B4-BE49-F238E27FC236}">
                <a16:creationId xmlns:a16="http://schemas.microsoft.com/office/drawing/2014/main" id="{A4236E97-C427-13CE-F91D-8754B7D1A0B5}"/>
              </a:ext>
            </a:extLst>
          </p:cNvPr>
          <p:cNvSpPr/>
          <p:nvPr/>
        </p:nvSpPr>
        <p:spPr>
          <a:xfrm>
            <a:off x="4456934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76" name="Rectangle 375">
            <a:extLst>
              <a:ext uri="{FF2B5EF4-FFF2-40B4-BE49-F238E27FC236}">
                <a16:creationId xmlns:a16="http://schemas.microsoft.com/office/drawing/2014/main" id="{C25D357D-02CB-5913-4DB0-F0E89516692A}"/>
              </a:ext>
            </a:extLst>
          </p:cNvPr>
          <p:cNvSpPr/>
          <p:nvPr/>
        </p:nvSpPr>
        <p:spPr>
          <a:xfrm>
            <a:off x="4714725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77" name="Rectangle 376">
            <a:extLst>
              <a:ext uri="{FF2B5EF4-FFF2-40B4-BE49-F238E27FC236}">
                <a16:creationId xmlns:a16="http://schemas.microsoft.com/office/drawing/2014/main" id="{90E7EDE8-88A6-E5FD-81B2-1B964087D4CF}"/>
              </a:ext>
            </a:extLst>
          </p:cNvPr>
          <p:cNvSpPr/>
          <p:nvPr/>
        </p:nvSpPr>
        <p:spPr>
          <a:xfrm>
            <a:off x="4972518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78" name="Rectangle 377">
            <a:extLst>
              <a:ext uri="{FF2B5EF4-FFF2-40B4-BE49-F238E27FC236}">
                <a16:creationId xmlns:a16="http://schemas.microsoft.com/office/drawing/2014/main" id="{8119B89B-D737-1516-31F6-D0C711FBC395}"/>
              </a:ext>
            </a:extLst>
          </p:cNvPr>
          <p:cNvSpPr/>
          <p:nvPr/>
        </p:nvSpPr>
        <p:spPr>
          <a:xfrm>
            <a:off x="5230309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79" name="Oval 378">
            <a:extLst>
              <a:ext uri="{FF2B5EF4-FFF2-40B4-BE49-F238E27FC236}">
                <a16:creationId xmlns:a16="http://schemas.microsoft.com/office/drawing/2014/main" id="{344DD623-7799-D0BB-F47E-5DA1120A64A5}"/>
              </a:ext>
            </a:extLst>
          </p:cNvPr>
          <p:cNvSpPr/>
          <p:nvPr/>
        </p:nvSpPr>
        <p:spPr>
          <a:xfrm>
            <a:off x="4946323" y="3020027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82" name="Rectangle 381">
            <a:extLst>
              <a:ext uri="{FF2B5EF4-FFF2-40B4-BE49-F238E27FC236}">
                <a16:creationId xmlns:a16="http://schemas.microsoft.com/office/drawing/2014/main" id="{0B05FDE9-86EB-5555-385F-9BB2BC828032}"/>
              </a:ext>
            </a:extLst>
          </p:cNvPr>
          <p:cNvSpPr/>
          <p:nvPr/>
        </p:nvSpPr>
        <p:spPr>
          <a:xfrm>
            <a:off x="3941350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83" name="Rectangle 382">
            <a:extLst>
              <a:ext uri="{FF2B5EF4-FFF2-40B4-BE49-F238E27FC236}">
                <a16:creationId xmlns:a16="http://schemas.microsoft.com/office/drawing/2014/main" id="{5A86724A-E094-9111-1022-226229DFC3EB}"/>
              </a:ext>
            </a:extLst>
          </p:cNvPr>
          <p:cNvSpPr/>
          <p:nvPr/>
        </p:nvSpPr>
        <p:spPr>
          <a:xfrm>
            <a:off x="4199142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84" name="Rectangle 383">
            <a:extLst>
              <a:ext uri="{FF2B5EF4-FFF2-40B4-BE49-F238E27FC236}">
                <a16:creationId xmlns:a16="http://schemas.microsoft.com/office/drawing/2014/main" id="{FCDD3D6C-E305-956D-FF34-7750EE7FA4D2}"/>
              </a:ext>
            </a:extLst>
          </p:cNvPr>
          <p:cNvSpPr/>
          <p:nvPr/>
        </p:nvSpPr>
        <p:spPr>
          <a:xfrm>
            <a:off x="4456934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85" name="Rectangle 384">
            <a:extLst>
              <a:ext uri="{FF2B5EF4-FFF2-40B4-BE49-F238E27FC236}">
                <a16:creationId xmlns:a16="http://schemas.microsoft.com/office/drawing/2014/main" id="{0875645D-ED32-AFAC-6A52-1866CE0C9BE1}"/>
              </a:ext>
            </a:extLst>
          </p:cNvPr>
          <p:cNvSpPr/>
          <p:nvPr/>
        </p:nvSpPr>
        <p:spPr>
          <a:xfrm>
            <a:off x="4714725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86" name="Rectangle 385">
            <a:extLst>
              <a:ext uri="{FF2B5EF4-FFF2-40B4-BE49-F238E27FC236}">
                <a16:creationId xmlns:a16="http://schemas.microsoft.com/office/drawing/2014/main" id="{9C2F3936-0073-92A3-09AE-B4A9D465DD8B}"/>
              </a:ext>
            </a:extLst>
          </p:cNvPr>
          <p:cNvSpPr/>
          <p:nvPr/>
        </p:nvSpPr>
        <p:spPr>
          <a:xfrm>
            <a:off x="4972518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387" name="Rectangle 386">
            <a:extLst>
              <a:ext uri="{FF2B5EF4-FFF2-40B4-BE49-F238E27FC236}">
                <a16:creationId xmlns:a16="http://schemas.microsoft.com/office/drawing/2014/main" id="{3C13F3E9-C6F8-7AFE-E09F-B33615BE03D7}"/>
              </a:ext>
            </a:extLst>
          </p:cNvPr>
          <p:cNvSpPr/>
          <p:nvPr/>
        </p:nvSpPr>
        <p:spPr>
          <a:xfrm>
            <a:off x="5230309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388" name="Oval 387">
            <a:extLst>
              <a:ext uri="{FF2B5EF4-FFF2-40B4-BE49-F238E27FC236}">
                <a16:creationId xmlns:a16="http://schemas.microsoft.com/office/drawing/2014/main" id="{043F3FF0-C7EB-AE63-C38F-BA414C1B4135}"/>
              </a:ext>
            </a:extLst>
          </p:cNvPr>
          <p:cNvSpPr/>
          <p:nvPr/>
        </p:nvSpPr>
        <p:spPr>
          <a:xfrm>
            <a:off x="4946323" y="3353402"/>
            <a:ext cx="52388" cy="52388"/>
          </a:xfrm>
          <a:prstGeom prst="ellipse">
            <a:avLst/>
          </a:prstGeom>
          <a:solidFill>
            <a:srgbClr val="0070C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91" name="Rectangle 390">
            <a:extLst>
              <a:ext uri="{FF2B5EF4-FFF2-40B4-BE49-F238E27FC236}">
                <a16:creationId xmlns:a16="http://schemas.microsoft.com/office/drawing/2014/main" id="{F19C1AB6-DC84-3173-60F4-A395628BB26B}"/>
              </a:ext>
            </a:extLst>
          </p:cNvPr>
          <p:cNvSpPr/>
          <p:nvPr/>
        </p:nvSpPr>
        <p:spPr>
          <a:xfrm>
            <a:off x="3941350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92" name="Rectangle 391">
            <a:extLst>
              <a:ext uri="{FF2B5EF4-FFF2-40B4-BE49-F238E27FC236}">
                <a16:creationId xmlns:a16="http://schemas.microsoft.com/office/drawing/2014/main" id="{C12B335C-A196-1BAC-B50F-B918510FA44B}"/>
              </a:ext>
            </a:extLst>
          </p:cNvPr>
          <p:cNvSpPr/>
          <p:nvPr/>
        </p:nvSpPr>
        <p:spPr>
          <a:xfrm>
            <a:off x="4199142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93" name="Rectangle 392">
            <a:extLst>
              <a:ext uri="{FF2B5EF4-FFF2-40B4-BE49-F238E27FC236}">
                <a16:creationId xmlns:a16="http://schemas.microsoft.com/office/drawing/2014/main" id="{23679018-986A-285C-3ED4-364E132FCBEB}"/>
              </a:ext>
            </a:extLst>
          </p:cNvPr>
          <p:cNvSpPr/>
          <p:nvPr/>
        </p:nvSpPr>
        <p:spPr>
          <a:xfrm>
            <a:off x="4456934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394" name="Rectangle 393">
            <a:extLst>
              <a:ext uri="{FF2B5EF4-FFF2-40B4-BE49-F238E27FC236}">
                <a16:creationId xmlns:a16="http://schemas.microsoft.com/office/drawing/2014/main" id="{E94A4553-E2A2-4750-0DA7-7956448B3743}"/>
              </a:ext>
            </a:extLst>
          </p:cNvPr>
          <p:cNvSpPr/>
          <p:nvPr/>
        </p:nvSpPr>
        <p:spPr>
          <a:xfrm>
            <a:off x="4714725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95" name="Rectangle 394">
            <a:extLst>
              <a:ext uri="{FF2B5EF4-FFF2-40B4-BE49-F238E27FC236}">
                <a16:creationId xmlns:a16="http://schemas.microsoft.com/office/drawing/2014/main" id="{17D17E41-3A9B-0FE5-B9AE-259B31D83CC2}"/>
              </a:ext>
            </a:extLst>
          </p:cNvPr>
          <p:cNvSpPr/>
          <p:nvPr/>
        </p:nvSpPr>
        <p:spPr>
          <a:xfrm>
            <a:off x="4972518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96" name="Rectangle 395">
            <a:extLst>
              <a:ext uri="{FF2B5EF4-FFF2-40B4-BE49-F238E27FC236}">
                <a16:creationId xmlns:a16="http://schemas.microsoft.com/office/drawing/2014/main" id="{95A2F0A1-87AC-B03B-BC31-25129850AE77}"/>
              </a:ext>
            </a:extLst>
          </p:cNvPr>
          <p:cNvSpPr/>
          <p:nvPr/>
        </p:nvSpPr>
        <p:spPr>
          <a:xfrm>
            <a:off x="5230309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97" name="Oval 396">
            <a:extLst>
              <a:ext uri="{FF2B5EF4-FFF2-40B4-BE49-F238E27FC236}">
                <a16:creationId xmlns:a16="http://schemas.microsoft.com/office/drawing/2014/main" id="{785D3377-B65C-7EF2-CDAD-91118A0F5644}"/>
              </a:ext>
            </a:extLst>
          </p:cNvPr>
          <p:cNvSpPr/>
          <p:nvPr/>
        </p:nvSpPr>
        <p:spPr>
          <a:xfrm>
            <a:off x="4946323" y="3686777"/>
            <a:ext cx="52388" cy="52388"/>
          </a:xfrm>
          <a:prstGeom prst="ellipse">
            <a:avLst/>
          </a:prstGeom>
          <a:solidFill>
            <a:srgbClr val="0070C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98" name="Arc 397">
            <a:extLst>
              <a:ext uri="{FF2B5EF4-FFF2-40B4-BE49-F238E27FC236}">
                <a16:creationId xmlns:a16="http://schemas.microsoft.com/office/drawing/2014/main" id="{F1424CE0-630B-5321-2840-0C3774C4B37A}"/>
              </a:ext>
            </a:extLst>
          </p:cNvPr>
          <p:cNvSpPr/>
          <p:nvPr/>
        </p:nvSpPr>
        <p:spPr>
          <a:xfrm>
            <a:off x="5364215" y="3415314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9" name="TextBox 398">
            <a:extLst>
              <a:ext uri="{FF2B5EF4-FFF2-40B4-BE49-F238E27FC236}">
                <a16:creationId xmlns:a16="http://schemas.microsoft.com/office/drawing/2014/main" id="{3146D5D0-93BE-27E6-4B8D-4761854096F0}"/>
              </a:ext>
            </a:extLst>
          </p:cNvPr>
          <p:cNvSpPr txBox="1"/>
          <p:nvPr/>
        </p:nvSpPr>
        <p:spPr>
          <a:xfrm>
            <a:off x="5670446" y="3418480"/>
            <a:ext cx="5757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×1000</a:t>
            </a:r>
          </a:p>
        </p:txBody>
      </p:sp>
      <p:sp>
        <p:nvSpPr>
          <p:cNvPr id="336" name="Arc 335">
            <a:extLst>
              <a:ext uri="{FF2B5EF4-FFF2-40B4-BE49-F238E27FC236}">
                <a16:creationId xmlns:a16="http://schemas.microsoft.com/office/drawing/2014/main" id="{A330981F-4254-39AE-55E9-57DA18044184}"/>
              </a:ext>
            </a:extLst>
          </p:cNvPr>
          <p:cNvSpPr/>
          <p:nvPr/>
        </p:nvSpPr>
        <p:spPr>
          <a:xfrm>
            <a:off x="8842745" y="3039077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7" name="TextBox 336">
            <a:extLst>
              <a:ext uri="{FF2B5EF4-FFF2-40B4-BE49-F238E27FC236}">
                <a16:creationId xmlns:a16="http://schemas.microsoft.com/office/drawing/2014/main" id="{8D43CA58-A63D-7FF8-772B-3F08A3FB8210}"/>
              </a:ext>
            </a:extLst>
          </p:cNvPr>
          <p:cNvSpPr txBox="1"/>
          <p:nvPr/>
        </p:nvSpPr>
        <p:spPr>
          <a:xfrm>
            <a:off x="9148976" y="3030035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×100</a:t>
            </a:r>
          </a:p>
        </p:txBody>
      </p:sp>
      <p:sp>
        <p:nvSpPr>
          <p:cNvPr id="341" name="Rectangle 340">
            <a:extLst>
              <a:ext uri="{FF2B5EF4-FFF2-40B4-BE49-F238E27FC236}">
                <a16:creationId xmlns:a16="http://schemas.microsoft.com/office/drawing/2014/main" id="{CE38FC55-E11A-6B78-2107-EE1F8CA188CE}"/>
              </a:ext>
            </a:extLst>
          </p:cNvPr>
          <p:cNvSpPr/>
          <p:nvPr/>
        </p:nvSpPr>
        <p:spPr>
          <a:xfrm>
            <a:off x="7419880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42" name="Rectangle 341">
            <a:extLst>
              <a:ext uri="{FF2B5EF4-FFF2-40B4-BE49-F238E27FC236}">
                <a16:creationId xmlns:a16="http://schemas.microsoft.com/office/drawing/2014/main" id="{66A071FD-7FDC-3DD9-E888-FF17F9E2E59A}"/>
              </a:ext>
            </a:extLst>
          </p:cNvPr>
          <p:cNvSpPr/>
          <p:nvPr/>
        </p:nvSpPr>
        <p:spPr>
          <a:xfrm>
            <a:off x="7677672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43" name="Rectangle 342">
            <a:extLst>
              <a:ext uri="{FF2B5EF4-FFF2-40B4-BE49-F238E27FC236}">
                <a16:creationId xmlns:a16="http://schemas.microsoft.com/office/drawing/2014/main" id="{A73F5903-F0CA-AD77-9679-E5E0927E97FB}"/>
              </a:ext>
            </a:extLst>
          </p:cNvPr>
          <p:cNvSpPr/>
          <p:nvPr/>
        </p:nvSpPr>
        <p:spPr>
          <a:xfrm>
            <a:off x="7935464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44" name="Rectangle 343">
            <a:extLst>
              <a:ext uri="{FF2B5EF4-FFF2-40B4-BE49-F238E27FC236}">
                <a16:creationId xmlns:a16="http://schemas.microsoft.com/office/drawing/2014/main" id="{226F6C46-E9AD-0B35-21DB-F60F9B75CCE1}"/>
              </a:ext>
            </a:extLst>
          </p:cNvPr>
          <p:cNvSpPr/>
          <p:nvPr/>
        </p:nvSpPr>
        <p:spPr>
          <a:xfrm>
            <a:off x="8193255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45" name="Rectangle 344">
            <a:extLst>
              <a:ext uri="{FF2B5EF4-FFF2-40B4-BE49-F238E27FC236}">
                <a16:creationId xmlns:a16="http://schemas.microsoft.com/office/drawing/2014/main" id="{7176FAFA-AB8D-3ED6-C38C-B7120123354C}"/>
              </a:ext>
            </a:extLst>
          </p:cNvPr>
          <p:cNvSpPr/>
          <p:nvPr/>
        </p:nvSpPr>
        <p:spPr>
          <a:xfrm>
            <a:off x="8451048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46" name="Rectangle 345">
            <a:extLst>
              <a:ext uri="{FF2B5EF4-FFF2-40B4-BE49-F238E27FC236}">
                <a16:creationId xmlns:a16="http://schemas.microsoft.com/office/drawing/2014/main" id="{68A2E6C0-2F04-B024-AE79-FFEAA8D381EC}"/>
              </a:ext>
            </a:extLst>
          </p:cNvPr>
          <p:cNvSpPr/>
          <p:nvPr/>
        </p:nvSpPr>
        <p:spPr>
          <a:xfrm>
            <a:off x="8708839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347" name="Oval 346">
            <a:extLst>
              <a:ext uri="{FF2B5EF4-FFF2-40B4-BE49-F238E27FC236}">
                <a16:creationId xmlns:a16="http://schemas.microsoft.com/office/drawing/2014/main" id="{E8AEA425-AD4A-ACFA-6DF3-97E806584DE7}"/>
              </a:ext>
            </a:extLst>
          </p:cNvPr>
          <p:cNvSpPr/>
          <p:nvPr/>
        </p:nvSpPr>
        <p:spPr>
          <a:xfrm>
            <a:off x="8424853" y="3020027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50" name="Rectangle 349">
            <a:extLst>
              <a:ext uri="{FF2B5EF4-FFF2-40B4-BE49-F238E27FC236}">
                <a16:creationId xmlns:a16="http://schemas.microsoft.com/office/drawing/2014/main" id="{C26F8AF7-73D1-EF04-513F-9D77B2BBC91F}"/>
              </a:ext>
            </a:extLst>
          </p:cNvPr>
          <p:cNvSpPr/>
          <p:nvPr/>
        </p:nvSpPr>
        <p:spPr>
          <a:xfrm>
            <a:off x="7419880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51" name="Rectangle 350">
            <a:extLst>
              <a:ext uri="{FF2B5EF4-FFF2-40B4-BE49-F238E27FC236}">
                <a16:creationId xmlns:a16="http://schemas.microsoft.com/office/drawing/2014/main" id="{0217013D-AC05-D057-E06A-79553151F1C1}"/>
              </a:ext>
            </a:extLst>
          </p:cNvPr>
          <p:cNvSpPr/>
          <p:nvPr/>
        </p:nvSpPr>
        <p:spPr>
          <a:xfrm>
            <a:off x="7677672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52" name="Rectangle 351">
            <a:extLst>
              <a:ext uri="{FF2B5EF4-FFF2-40B4-BE49-F238E27FC236}">
                <a16:creationId xmlns:a16="http://schemas.microsoft.com/office/drawing/2014/main" id="{58661A7E-D612-2F81-9891-484082434EB5}"/>
              </a:ext>
            </a:extLst>
          </p:cNvPr>
          <p:cNvSpPr/>
          <p:nvPr/>
        </p:nvSpPr>
        <p:spPr>
          <a:xfrm>
            <a:off x="7935464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6</a:t>
            </a:r>
          </a:p>
        </p:txBody>
      </p:sp>
      <p:sp>
        <p:nvSpPr>
          <p:cNvPr id="353" name="Rectangle 352">
            <a:extLst>
              <a:ext uri="{FF2B5EF4-FFF2-40B4-BE49-F238E27FC236}">
                <a16:creationId xmlns:a16="http://schemas.microsoft.com/office/drawing/2014/main" id="{B75472CD-49D9-A51C-013B-53E331BE44B2}"/>
              </a:ext>
            </a:extLst>
          </p:cNvPr>
          <p:cNvSpPr/>
          <p:nvPr/>
        </p:nvSpPr>
        <p:spPr>
          <a:xfrm>
            <a:off x="8193255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4</a:t>
            </a:r>
          </a:p>
        </p:txBody>
      </p:sp>
      <p:sp>
        <p:nvSpPr>
          <p:cNvPr id="354" name="Rectangle 353">
            <a:extLst>
              <a:ext uri="{FF2B5EF4-FFF2-40B4-BE49-F238E27FC236}">
                <a16:creationId xmlns:a16="http://schemas.microsoft.com/office/drawing/2014/main" id="{FBC9127C-508B-1DB8-A822-519500C2D3C1}"/>
              </a:ext>
            </a:extLst>
          </p:cNvPr>
          <p:cNvSpPr/>
          <p:nvPr/>
        </p:nvSpPr>
        <p:spPr>
          <a:xfrm>
            <a:off x="8451048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55" name="Rectangle 354">
            <a:extLst>
              <a:ext uri="{FF2B5EF4-FFF2-40B4-BE49-F238E27FC236}">
                <a16:creationId xmlns:a16="http://schemas.microsoft.com/office/drawing/2014/main" id="{EB55A822-D6FF-1BD5-2793-AC24E0653904}"/>
              </a:ext>
            </a:extLst>
          </p:cNvPr>
          <p:cNvSpPr/>
          <p:nvPr/>
        </p:nvSpPr>
        <p:spPr>
          <a:xfrm>
            <a:off x="8708839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56" name="Oval 355">
            <a:extLst>
              <a:ext uri="{FF2B5EF4-FFF2-40B4-BE49-F238E27FC236}">
                <a16:creationId xmlns:a16="http://schemas.microsoft.com/office/drawing/2014/main" id="{56601D79-4398-283F-A7E9-DA9D709DDAA7}"/>
              </a:ext>
            </a:extLst>
          </p:cNvPr>
          <p:cNvSpPr/>
          <p:nvPr/>
        </p:nvSpPr>
        <p:spPr>
          <a:xfrm>
            <a:off x="8424853" y="3353402"/>
            <a:ext cx="52388" cy="52388"/>
          </a:xfrm>
          <a:prstGeom prst="ellipse">
            <a:avLst/>
          </a:prstGeom>
          <a:solidFill>
            <a:srgbClr val="0070C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59" name="Rectangle 358">
            <a:extLst>
              <a:ext uri="{FF2B5EF4-FFF2-40B4-BE49-F238E27FC236}">
                <a16:creationId xmlns:a16="http://schemas.microsoft.com/office/drawing/2014/main" id="{3E2FC0FC-8F89-56A8-42FB-E40660250985}"/>
              </a:ext>
            </a:extLst>
          </p:cNvPr>
          <p:cNvSpPr/>
          <p:nvPr/>
        </p:nvSpPr>
        <p:spPr>
          <a:xfrm>
            <a:off x="7419880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60" name="Rectangle 359">
            <a:extLst>
              <a:ext uri="{FF2B5EF4-FFF2-40B4-BE49-F238E27FC236}">
                <a16:creationId xmlns:a16="http://schemas.microsoft.com/office/drawing/2014/main" id="{190F1E9C-F5FB-0C37-B1FC-C315004592B2}"/>
              </a:ext>
            </a:extLst>
          </p:cNvPr>
          <p:cNvSpPr/>
          <p:nvPr/>
        </p:nvSpPr>
        <p:spPr>
          <a:xfrm>
            <a:off x="7677672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61" name="Rectangle 360">
            <a:extLst>
              <a:ext uri="{FF2B5EF4-FFF2-40B4-BE49-F238E27FC236}">
                <a16:creationId xmlns:a16="http://schemas.microsoft.com/office/drawing/2014/main" id="{B70C65A7-7495-F332-9FE1-F12970E926B0}"/>
              </a:ext>
            </a:extLst>
          </p:cNvPr>
          <p:cNvSpPr/>
          <p:nvPr/>
        </p:nvSpPr>
        <p:spPr>
          <a:xfrm>
            <a:off x="7935464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62" name="Rectangle 361">
            <a:extLst>
              <a:ext uri="{FF2B5EF4-FFF2-40B4-BE49-F238E27FC236}">
                <a16:creationId xmlns:a16="http://schemas.microsoft.com/office/drawing/2014/main" id="{FEAF5D92-F179-1E94-7457-137219C01A87}"/>
              </a:ext>
            </a:extLst>
          </p:cNvPr>
          <p:cNvSpPr/>
          <p:nvPr/>
        </p:nvSpPr>
        <p:spPr>
          <a:xfrm>
            <a:off x="8193255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6</a:t>
            </a:r>
          </a:p>
        </p:txBody>
      </p:sp>
      <p:sp>
        <p:nvSpPr>
          <p:cNvPr id="363" name="Rectangle 362">
            <a:extLst>
              <a:ext uri="{FF2B5EF4-FFF2-40B4-BE49-F238E27FC236}">
                <a16:creationId xmlns:a16="http://schemas.microsoft.com/office/drawing/2014/main" id="{1E2C618F-4B6F-60BD-EF06-A9C6B6B08DDA}"/>
              </a:ext>
            </a:extLst>
          </p:cNvPr>
          <p:cNvSpPr/>
          <p:nvPr/>
        </p:nvSpPr>
        <p:spPr>
          <a:xfrm>
            <a:off x="8451048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4</a:t>
            </a:r>
          </a:p>
        </p:txBody>
      </p:sp>
      <p:sp>
        <p:nvSpPr>
          <p:cNvPr id="364" name="Rectangle 363">
            <a:extLst>
              <a:ext uri="{FF2B5EF4-FFF2-40B4-BE49-F238E27FC236}">
                <a16:creationId xmlns:a16="http://schemas.microsoft.com/office/drawing/2014/main" id="{74F0EE1C-7D6D-3153-477B-2454BCAD4A93}"/>
              </a:ext>
            </a:extLst>
          </p:cNvPr>
          <p:cNvSpPr/>
          <p:nvPr/>
        </p:nvSpPr>
        <p:spPr>
          <a:xfrm>
            <a:off x="8708839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65" name="Oval 364">
            <a:extLst>
              <a:ext uri="{FF2B5EF4-FFF2-40B4-BE49-F238E27FC236}">
                <a16:creationId xmlns:a16="http://schemas.microsoft.com/office/drawing/2014/main" id="{B9F5EB8A-2989-F907-5F4B-DC35B666610A}"/>
              </a:ext>
            </a:extLst>
          </p:cNvPr>
          <p:cNvSpPr/>
          <p:nvPr/>
        </p:nvSpPr>
        <p:spPr>
          <a:xfrm>
            <a:off x="8424853" y="3686777"/>
            <a:ext cx="52388" cy="52388"/>
          </a:xfrm>
          <a:prstGeom prst="ellipse">
            <a:avLst/>
          </a:prstGeom>
          <a:solidFill>
            <a:srgbClr val="0070C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66" name="Arc 365">
            <a:extLst>
              <a:ext uri="{FF2B5EF4-FFF2-40B4-BE49-F238E27FC236}">
                <a16:creationId xmlns:a16="http://schemas.microsoft.com/office/drawing/2014/main" id="{0D825A01-C98E-E675-54AD-48CF188C31B4}"/>
              </a:ext>
            </a:extLst>
          </p:cNvPr>
          <p:cNvSpPr/>
          <p:nvPr/>
        </p:nvSpPr>
        <p:spPr>
          <a:xfrm>
            <a:off x="8842745" y="3415314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7" name="TextBox 366">
            <a:extLst>
              <a:ext uri="{FF2B5EF4-FFF2-40B4-BE49-F238E27FC236}">
                <a16:creationId xmlns:a16="http://schemas.microsoft.com/office/drawing/2014/main" id="{EA86FF0E-53B3-9522-AFD1-0EA50437B331}"/>
              </a:ext>
            </a:extLst>
          </p:cNvPr>
          <p:cNvSpPr txBox="1"/>
          <p:nvPr/>
        </p:nvSpPr>
        <p:spPr>
          <a:xfrm>
            <a:off x="9148976" y="3418480"/>
            <a:ext cx="418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÷10</a:t>
            </a:r>
          </a:p>
        </p:txBody>
      </p:sp>
      <p:sp>
        <p:nvSpPr>
          <p:cNvPr id="500" name="Arc 499">
            <a:extLst>
              <a:ext uri="{FF2B5EF4-FFF2-40B4-BE49-F238E27FC236}">
                <a16:creationId xmlns:a16="http://schemas.microsoft.com/office/drawing/2014/main" id="{9636DEEC-BDB6-2F21-11C4-B95E12277EB7}"/>
              </a:ext>
            </a:extLst>
          </p:cNvPr>
          <p:cNvSpPr/>
          <p:nvPr/>
        </p:nvSpPr>
        <p:spPr>
          <a:xfrm>
            <a:off x="2200010" y="4312452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01" name="TextBox 500">
            <a:extLst>
              <a:ext uri="{FF2B5EF4-FFF2-40B4-BE49-F238E27FC236}">
                <a16:creationId xmlns:a16="http://schemas.microsoft.com/office/drawing/2014/main" id="{486699ED-38CA-6E76-4908-47EAA64C7AC6}"/>
              </a:ext>
            </a:extLst>
          </p:cNvPr>
          <p:cNvSpPr txBox="1"/>
          <p:nvPr/>
        </p:nvSpPr>
        <p:spPr>
          <a:xfrm>
            <a:off x="2506241" y="4303410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×100</a:t>
            </a:r>
          </a:p>
        </p:txBody>
      </p:sp>
      <p:sp>
        <p:nvSpPr>
          <p:cNvPr id="504" name="Rectangle 503">
            <a:extLst>
              <a:ext uri="{FF2B5EF4-FFF2-40B4-BE49-F238E27FC236}">
                <a16:creationId xmlns:a16="http://schemas.microsoft.com/office/drawing/2014/main" id="{58EAA0D1-1AA3-339D-005D-420CB90151B7}"/>
              </a:ext>
            </a:extLst>
          </p:cNvPr>
          <p:cNvSpPr/>
          <p:nvPr/>
        </p:nvSpPr>
        <p:spPr>
          <a:xfrm>
            <a:off x="519353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05" name="Rectangle 504">
            <a:extLst>
              <a:ext uri="{FF2B5EF4-FFF2-40B4-BE49-F238E27FC236}">
                <a16:creationId xmlns:a16="http://schemas.microsoft.com/office/drawing/2014/main" id="{CAEC2A49-E027-E8D3-FD8F-8B1363278893}"/>
              </a:ext>
            </a:extLst>
          </p:cNvPr>
          <p:cNvSpPr/>
          <p:nvPr/>
        </p:nvSpPr>
        <p:spPr>
          <a:xfrm>
            <a:off x="777145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06" name="Rectangle 505">
            <a:extLst>
              <a:ext uri="{FF2B5EF4-FFF2-40B4-BE49-F238E27FC236}">
                <a16:creationId xmlns:a16="http://schemas.microsoft.com/office/drawing/2014/main" id="{BAE1D53F-9268-6743-05A2-0434F1190F15}"/>
              </a:ext>
            </a:extLst>
          </p:cNvPr>
          <p:cNvSpPr/>
          <p:nvPr/>
        </p:nvSpPr>
        <p:spPr>
          <a:xfrm>
            <a:off x="1034937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07" name="Rectangle 506">
            <a:extLst>
              <a:ext uri="{FF2B5EF4-FFF2-40B4-BE49-F238E27FC236}">
                <a16:creationId xmlns:a16="http://schemas.microsoft.com/office/drawing/2014/main" id="{05780D4A-EEED-AB48-22AA-A3EFADE3B1F1}"/>
              </a:ext>
            </a:extLst>
          </p:cNvPr>
          <p:cNvSpPr/>
          <p:nvPr/>
        </p:nvSpPr>
        <p:spPr>
          <a:xfrm>
            <a:off x="1292729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08" name="Rectangle 507">
            <a:extLst>
              <a:ext uri="{FF2B5EF4-FFF2-40B4-BE49-F238E27FC236}">
                <a16:creationId xmlns:a16="http://schemas.microsoft.com/office/drawing/2014/main" id="{55439999-AA91-B60D-1BC0-8DF20AB97D25}"/>
              </a:ext>
            </a:extLst>
          </p:cNvPr>
          <p:cNvSpPr/>
          <p:nvPr/>
        </p:nvSpPr>
        <p:spPr>
          <a:xfrm>
            <a:off x="1550520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09" name="Rectangle 508">
            <a:extLst>
              <a:ext uri="{FF2B5EF4-FFF2-40B4-BE49-F238E27FC236}">
                <a16:creationId xmlns:a16="http://schemas.microsoft.com/office/drawing/2014/main" id="{807F7EA0-9857-2CDD-A1CA-0547E95347ED}"/>
              </a:ext>
            </a:extLst>
          </p:cNvPr>
          <p:cNvSpPr/>
          <p:nvPr/>
        </p:nvSpPr>
        <p:spPr>
          <a:xfrm>
            <a:off x="1808313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10" name="Rectangle 509">
            <a:extLst>
              <a:ext uri="{FF2B5EF4-FFF2-40B4-BE49-F238E27FC236}">
                <a16:creationId xmlns:a16="http://schemas.microsoft.com/office/drawing/2014/main" id="{CBE7C73A-0EE2-46C7-4427-6E0589468401}"/>
              </a:ext>
            </a:extLst>
          </p:cNvPr>
          <p:cNvSpPr/>
          <p:nvPr/>
        </p:nvSpPr>
        <p:spPr>
          <a:xfrm>
            <a:off x="2066104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11" name="Oval 510">
            <a:extLst>
              <a:ext uri="{FF2B5EF4-FFF2-40B4-BE49-F238E27FC236}">
                <a16:creationId xmlns:a16="http://schemas.microsoft.com/office/drawing/2014/main" id="{44917901-6562-0D1C-7B11-17FE0B47337E}"/>
              </a:ext>
            </a:extLst>
          </p:cNvPr>
          <p:cNvSpPr/>
          <p:nvPr/>
        </p:nvSpPr>
        <p:spPr>
          <a:xfrm>
            <a:off x="1527324" y="4293402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13" name="Rectangle 512">
            <a:extLst>
              <a:ext uri="{FF2B5EF4-FFF2-40B4-BE49-F238E27FC236}">
                <a16:creationId xmlns:a16="http://schemas.microsoft.com/office/drawing/2014/main" id="{DADD542B-2F52-3763-3215-270D3D6E208F}"/>
              </a:ext>
            </a:extLst>
          </p:cNvPr>
          <p:cNvSpPr/>
          <p:nvPr/>
        </p:nvSpPr>
        <p:spPr>
          <a:xfrm>
            <a:off x="519353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14" name="Rectangle 513">
            <a:extLst>
              <a:ext uri="{FF2B5EF4-FFF2-40B4-BE49-F238E27FC236}">
                <a16:creationId xmlns:a16="http://schemas.microsoft.com/office/drawing/2014/main" id="{6BD96EA6-4BAF-931E-C583-C09E7937F173}"/>
              </a:ext>
            </a:extLst>
          </p:cNvPr>
          <p:cNvSpPr/>
          <p:nvPr/>
        </p:nvSpPr>
        <p:spPr>
          <a:xfrm>
            <a:off x="777145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515" name="Rectangle 514">
            <a:extLst>
              <a:ext uri="{FF2B5EF4-FFF2-40B4-BE49-F238E27FC236}">
                <a16:creationId xmlns:a16="http://schemas.microsoft.com/office/drawing/2014/main" id="{35C729FE-1CEE-FADD-E9DD-DD531F4AC1E7}"/>
              </a:ext>
            </a:extLst>
          </p:cNvPr>
          <p:cNvSpPr/>
          <p:nvPr/>
        </p:nvSpPr>
        <p:spPr>
          <a:xfrm>
            <a:off x="1034937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516" name="Rectangle 515">
            <a:extLst>
              <a:ext uri="{FF2B5EF4-FFF2-40B4-BE49-F238E27FC236}">
                <a16:creationId xmlns:a16="http://schemas.microsoft.com/office/drawing/2014/main" id="{1936D4FD-61E1-91A0-A3C2-B6BBD14239F2}"/>
              </a:ext>
            </a:extLst>
          </p:cNvPr>
          <p:cNvSpPr/>
          <p:nvPr/>
        </p:nvSpPr>
        <p:spPr>
          <a:xfrm>
            <a:off x="1292729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9</a:t>
            </a:r>
          </a:p>
        </p:txBody>
      </p:sp>
      <p:sp>
        <p:nvSpPr>
          <p:cNvPr id="517" name="Rectangle 516">
            <a:extLst>
              <a:ext uri="{FF2B5EF4-FFF2-40B4-BE49-F238E27FC236}">
                <a16:creationId xmlns:a16="http://schemas.microsoft.com/office/drawing/2014/main" id="{770EAD7F-F271-3C0D-9B8A-15AC861C42C1}"/>
              </a:ext>
            </a:extLst>
          </p:cNvPr>
          <p:cNvSpPr/>
          <p:nvPr/>
        </p:nvSpPr>
        <p:spPr>
          <a:xfrm>
            <a:off x="1550520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18" name="Rectangle 517">
            <a:extLst>
              <a:ext uri="{FF2B5EF4-FFF2-40B4-BE49-F238E27FC236}">
                <a16:creationId xmlns:a16="http://schemas.microsoft.com/office/drawing/2014/main" id="{F0DBD682-5A2D-5D30-7FBB-A6A54A3B58AF}"/>
              </a:ext>
            </a:extLst>
          </p:cNvPr>
          <p:cNvSpPr/>
          <p:nvPr/>
        </p:nvSpPr>
        <p:spPr>
          <a:xfrm>
            <a:off x="1808313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19" name="Rectangle 518">
            <a:extLst>
              <a:ext uri="{FF2B5EF4-FFF2-40B4-BE49-F238E27FC236}">
                <a16:creationId xmlns:a16="http://schemas.microsoft.com/office/drawing/2014/main" id="{B6989C43-32B9-10EF-6DC9-4E68EA0A87CA}"/>
              </a:ext>
            </a:extLst>
          </p:cNvPr>
          <p:cNvSpPr/>
          <p:nvPr/>
        </p:nvSpPr>
        <p:spPr>
          <a:xfrm>
            <a:off x="2066104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20" name="Oval 519">
            <a:extLst>
              <a:ext uri="{FF2B5EF4-FFF2-40B4-BE49-F238E27FC236}">
                <a16:creationId xmlns:a16="http://schemas.microsoft.com/office/drawing/2014/main" id="{0AFAEBB3-A3C6-95B7-3F4B-1130BAE898B3}"/>
              </a:ext>
            </a:extLst>
          </p:cNvPr>
          <p:cNvSpPr/>
          <p:nvPr/>
        </p:nvSpPr>
        <p:spPr>
          <a:xfrm>
            <a:off x="1527324" y="4626777"/>
            <a:ext cx="52388" cy="52388"/>
          </a:xfrm>
          <a:prstGeom prst="ellipse">
            <a:avLst/>
          </a:prstGeom>
          <a:solidFill>
            <a:srgbClr val="0070C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22" name="Rectangle 521">
            <a:extLst>
              <a:ext uri="{FF2B5EF4-FFF2-40B4-BE49-F238E27FC236}">
                <a16:creationId xmlns:a16="http://schemas.microsoft.com/office/drawing/2014/main" id="{99F5407B-D318-3147-70EB-904278E61223}"/>
              </a:ext>
            </a:extLst>
          </p:cNvPr>
          <p:cNvSpPr/>
          <p:nvPr/>
        </p:nvSpPr>
        <p:spPr>
          <a:xfrm>
            <a:off x="519353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23" name="Rectangle 522">
            <a:extLst>
              <a:ext uri="{FF2B5EF4-FFF2-40B4-BE49-F238E27FC236}">
                <a16:creationId xmlns:a16="http://schemas.microsoft.com/office/drawing/2014/main" id="{541834C9-7796-5EED-60ED-46BDDCC69BC0}"/>
              </a:ext>
            </a:extLst>
          </p:cNvPr>
          <p:cNvSpPr/>
          <p:nvPr/>
        </p:nvSpPr>
        <p:spPr>
          <a:xfrm>
            <a:off x="777145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24" name="Rectangle 523">
            <a:extLst>
              <a:ext uri="{FF2B5EF4-FFF2-40B4-BE49-F238E27FC236}">
                <a16:creationId xmlns:a16="http://schemas.microsoft.com/office/drawing/2014/main" id="{CB4BEEAC-EAC8-7131-94D1-A6EC15F4CE4A}"/>
              </a:ext>
            </a:extLst>
          </p:cNvPr>
          <p:cNvSpPr/>
          <p:nvPr/>
        </p:nvSpPr>
        <p:spPr>
          <a:xfrm>
            <a:off x="1034937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525" name="Rectangle 524">
            <a:extLst>
              <a:ext uri="{FF2B5EF4-FFF2-40B4-BE49-F238E27FC236}">
                <a16:creationId xmlns:a16="http://schemas.microsoft.com/office/drawing/2014/main" id="{978C1208-EF05-EA0A-05DA-CD579EB14964}"/>
              </a:ext>
            </a:extLst>
          </p:cNvPr>
          <p:cNvSpPr/>
          <p:nvPr/>
        </p:nvSpPr>
        <p:spPr>
          <a:xfrm>
            <a:off x="1292729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526" name="Rectangle 525">
            <a:extLst>
              <a:ext uri="{FF2B5EF4-FFF2-40B4-BE49-F238E27FC236}">
                <a16:creationId xmlns:a16="http://schemas.microsoft.com/office/drawing/2014/main" id="{2CC0765B-61A0-9A75-5A38-F70CE32BCFC8}"/>
              </a:ext>
            </a:extLst>
          </p:cNvPr>
          <p:cNvSpPr/>
          <p:nvPr/>
        </p:nvSpPr>
        <p:spPr>
          <a:xfrm>
            <a:off x="1550520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9</a:t>
            </a:r>
          </a:p>
        </p:txBody>
      </p:sp>
      <p:sp>
        <p:nvSpPr>
          <p:cNvPr id="527" name="Rectangle 526">
            <a:extLst>
              <a:ext uri="{FF2B5EF4-FFF2-40B4-BE49-F238E27FC236}">
                <a16:creationId xmlns:a16="http://schemas.microsoft.com/office/drawing/2014/main" id="{B268DDF2-C4F4-85B1-4139-DCC8E095EAC9}"/>
              </a:ext>
            </a:extLst>
          </p:cNvPr>
          <p:cNvSpPr/>
          <p:nvPr/>
        </p:nvSpPr>
        <p:spPr>
          <a:xfrm>
            <a:off x="1808313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28" name="Rectangle 527">
            <a:extLst>
              <a:ext uri="{FF2B5EF4-FFF2-40B4-BE49-F238E27FC236}">
                <a16:creationId xmlns:a16="http://schemas.microsoft.com/office/drawing/2014/main" id="{4C3AB24B-5136-581B-B14C-038C3A840A7E}"/>
              </a:ext>
            </a:extLst>
          </p:cNvPr>
          <p:cNvSpPr/>
          <p:nvPr/>
        </p:nvSpPr>
        <p:spPr>
          <a:xfrm>
            <a:off x="2066104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29" name="Oval 528">
            <a:extLst>
              <a:ext uri="{FF2B5EF4-FFF2-40B4-BE49-F238E27FC236}">
                <a16:creationId xmlns:a16="http://schemas.microsoft.com/office/drawing/2014/main" id="{5BD5DF69-563D-F6E0-BB27-3420AD229523}"/>
              </a:ext>
            </a:extLst>
          </p:cNvPr>
          <p:cNvSpPr/>
          <p:nvPr/>
        </p:nvSpPr>
        <p:spPr>
          <a:xfrm>
            <a:off x="1527324" y="4960152"/>
            <a:ext cx="52388" cy="52388"/>
          </a:xfrm>
          <a:prstGeom prst="ellipse">
            <a:avLst/>
          </a:prstGeom>
          <a:solidFill>
            <a:srgbClr val="0070C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30" name="Arc 529">
            <a:extLst>
              <a:ext uri="{FF2B5EF4-FFF2-40B4-BE49-F238E27FC236}">
                <a16:creationId xmlns:a16="http://schemas.microsoft.com/office/drawing/2014/main" id="{A8D001D4-ED52-A148-74E1-121BC7DEBA9F}"/>
              </a:ext>
            </a:extLst>
          </p:cNvPr>
          <p:cNvSpPr/>
          <p:nvPr/>
        </p:nvSpPr>
        <p:spPr>
          <a:xfrm>
            <a:off x="2200010" y="4688689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31" name="TextBox 530">
            <a:extLst>
              <a:ext uri="{FF2B5EF4-FFF2-40B4-BE49-F238E27FC236}">
                <a16:creationId xmlns:a16="http://schemas.microsoft.com/office/drawing/2014/main" id="{AB4A92E4-E10D-D783-0E3C-1E9CD3F5330F}"/>
              </a:ext>
            </a:extLst>
          </p:cNvPr>
          <p:cNvSpPr txBox="1"/>
          <p:nvPr/>
        </p:nvSpPr>
        <p:spPr>
          <a:xfrm>
            <a:off x="2506241" y="4691855"/>
            <a:ext cx="418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÷10</a:t>
            </a:r>
          </a:p>
        </p:txBody>
      </p:sp>
      <p:sp>
        <p:nvSpPr>
          <p:cNvPr id="468" name="Arc 467">
            <a:extLst>
              <a:ext uri="{FF2B5EF4-FFF2-40B4-BE49-F238E27FC236}">
                <a16:creationId xmlns:a16="http://schemas.microsoft.com/office/drawing/2014/main" id="{06706852-E137-8FBA-8C4C-849B323CCB77}"/>
              </a:ext>
            </a:extLst>
          </p:cNvPr>
          <p:cNvSpPr/>
          <p:nvPr/>
        </p:nvSpPr>
        <p:spPr>
          <a:xfrm>
            <a:off x="5510265" y="4312452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9" name="TextBox 468">
            <a:extLst>
              <a:ext uri="{FF2B5EF4-FFF2-40B4-BE49-F238E27FC236}">
                <a16:creationId xmlns:a16="http://schemas.microsoft.com/office/drawing/2014/main" id="{1C653CE8-A8FD-159F-FB14-E4E32A74D4ED}"/>
              </a:ext>
            </a:extLst>
          </p:cNvPr>
          <p:cNvSpPr txBox="1"/>
          <p:nvPr/>
        </p:nvSpPr>
        <p:spPr>
          <a:xfrm>
            <a:off x="5816496" y="4303410"/>
            <a:ext cx="418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÷10</a:t>
            </a:r>
          </a:p>
        </p:txBody>
      </p:sp>
      <p:sp>
        <p:nvSpPr>
          <p:cNvPr id="471" name="Rectangle 470">
            <a:extLst>
              <a:ext uri="{FF2B5EF4-FFF2-40B4-BE49-F238E27FC236}">
                <a16:creationId xmlns:a16="http://schemas.microsoft.com/office/drawing/2014/main" id="{873B635E-79CD-CE34-1AB5-BA2D9C624178}"/>
              </a:ext>
            </a:extLst>
          </p:cNvPr>
          <p:cNvSpPr/>
          <p:nvPr/>
        </p:nvSpPr>
        <p:spPr>
          <a:xfrm>
            <a:off x="3571816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72" name="Rectangle 471">
            <a:extLst>
              <a:ext uri="{FF2B5EF4-FFF2-40B4-BE49-F238E27FC236}">
                <a16:creationId xmlns:a16="http://schemas.microsoft.com/office/drawing/2014/main" id="{448C8A14-6572-06C5-E86A-DD6FE5378754}"/>
              </a:ext>
            </a:extLst>
          </p:cNvPr>
          <p:cNvSpPr/>
          <p:nvPr/>
        </p:nvSpPr>
        <p:spPr>
          <a:xfrm>
            <a:off x="3829608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73" name="Rectangle 472">
            <a:extLst>
              <a:ext uri="{FF2B5EF4-FFF2-40B4-BE49-F238E27FC236}">
                <a16:creationId xmlns:a16="http://schemas.microsoft.com/office/drawing/2014/main" id="{3B982D8F-5782-2E6E-8AF0-1C4BC2D289D7}"/>
              </a:ext>
            </a:extLst>
          </p:cNvPr>
          <p:cNvSpPr/>
          <p:nvPr/>
        </p:nvSpPr>
        <p:spPr>
          <a:xfrm>
            <a:off x="4087400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74" name="Rectangle 473">
            <a:extLst>
              <a:ext uri="{FF2B5EF4-FFF2-40B4-BE49-F238E27FC236}">
                <a16:creationId xmlns:a16="http://schemas.microsoft.com/office/drawing/2014/main" id="{E73316E5-6AC7-941F-B14A-0E46A5B9DE74}"/>
              </a:ext>
            </a:extLst>
          </p:cNvPr>
          <p:cNvSpPr/>
          <p:nvPr/>
        </p:nvSpPr>
        <p:spPr>
          <a:xfrm>
            <a:off x="4345192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475" name="Rectangle 474">
            <a:extLst>
              <a:ext uri="{FF2B5EF4-FFF2-40B4-BE49-F238E27FC236}">
                <a16:creationId xmlns:a16="http://schemas.microsoft.com/office/drawing/2014/main" id="{30DD5AD7-858F-4EE5-CED7-D88C835693CD}"/>
              </a:ext>
            </a:extLst>
          </p:cNvPr>
          <p:cNvSpPr/>
          <p:nvPr/>
        </p:nvSpPr>
        <p:spPr>
          <a:xfrm>
            <a:off x="4602984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76" name="Rectangle 475">
            <a:extLst>
              <a:ext uri="{FF2B5EF4-FFF2-40B4-BE49-F238E27FC236}">
                <a16:creationId xmlns:a16="http://schemas.microsoft.com/office/drawing/2014/main" id="{B1901F78-A6EF-CA98-FB5A-C9BB0F21DC9E}"/>
              </a:ext>
            </a:extLst>
          </p:cNvPr>
          <p:cNvSpPr/>
          <p:nvPr/>
        </p:nvSpPr>
        <p:spPr>
          <a:xfrm>
            <a:off x="4860775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77" name="Rectangle 476">
            <a:extLst>
              <a:ext uri="{FF2B5EF4-FFF2-40B4-BE49-F238E27FC236}">
                <a16:creationId xmlns:a16="http://schemas.microsoft.com/office/drawing/2014/main" id="{24CD3066-E2CD-34FE-CD76-3A1DDFD4FB55}"/>
              </a:ext>
            </a:extLst>
          </p:cNvPr>
          <p:cNvSpPr/>
          <p:nvPr/>
        </p:nvSpPr>
        <p:spPr>
          <a:xfrm>
            <a:off x="5118568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478" name="Rectangle 477">
            <a:extLst>
              <a:ext uri="{FF2B5EF4-FFF2-40B4-BE49-F238E27FC236}">
                <a16:creationId xmlns:a16="http://schemas.microsoft.com/office/drawing/2014/main" id="{339A8BFC-4C97-0C53-D1DB-8F92CD6AC001}"/>
              </a:ext>
            </a:extLst>
          </p:cNvPr>
          <p:cNvSpPr/>
          <p:nvPr/>
        </p:nvSpPr>
        <p:spPr>
          <a:xfrm>
            <a:off x="5376359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79" name="Oval 478">
            <a:extLst>
              <a:ext uri="{FF2B5EF4-FFF2-40B4-BE49-F238E27FC236}">
                <a16:creationId xmlns:a16="http://schemas.microsoft.com/office/drawing/2014/main" id="{9B4715DE-8EEC-4504-30CC-9A7220ADC82C}"/>
              </a:ext>
            </a:extLst>
          </p:cNvPr>
          <p:cNvSpPr/>
          <p:nvPr/>
        </p:nvSpPr>
        <p:spPr>
          <a:xfrm>
            <a:off x="4832817" y="4293402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80" name="Rectangle 479">
            <a:extLst>
              <a:ext uri="{FF2B5EF4-FFF2-40B4-BE49-F238E27FC236}">
                <a16:creationId xmlns:a16="http://schemas.microsoft.com/office/drawing/2014/main" id="{FD821A67-51CA-0F2D-865F-242577716037}"/>
              </a:ext>
            </a:extLst>
          </p:cNvPr>
          <p:cNvSpPr/>
          <p:nvPr/>
        </p:nvSpPr>
        <p:spPr>
          <a:xfrm>
            <a:off x="3571816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81" name="Rectangle 480">
            <a:extLst>
              <a:ext uri="{FF2B5EF4-FFF2-40B4-BE49-F238E27FC236}">
                <a16:creationId xmlns:a16="http://schemas.microsoft.com/office/drawing/2014/main" id="{436CF46E-696E-1CD1-2DB9-5A4D2A281BAF}"/>
              </a:ext>
            </a:extLst>
          </p:cNvPr>
          <p:cNvSpPr/>
          <p:nvPr/>
        </p:nvSpPr>
        <p:spPr>
          <a:xfrm>
            <a:off x="3829608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82" name="Rectangle 481">
            <a:extLst>
              <a:ext uri="{FF2B5EF4-FFF2-40B4-BE49-F238E27FC236}">
                <a16:creationId xmlns:a16="http://schemas.microsoft.com/office/drawing/2014/main" id="{2579D2AF-330E-8EA7-C408-18EABABD71A1}"/>
              </a:ext>
            </a:extLst>
          </p:cNvPr>
          <p:cNvSpPr/>
          <p:nvPr/>
        </p:nvSpPr>
        <p:spPr>
          <a:xfrm>
            <a:off x="4087400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83" name="Rectangle 482">
            <a:extLst>
              <a:ext uri="{FF2B5EF4-FFF2-40B4-BE49-F238E27FC236}">
                <a16:creationId xmlns:a16="http://schemas.microsoft.com/office/drawing/2014/main" id="{9EACC2D5-0ADD-3B74-B689-560F4735A193}"/>
              </a:ext>
            </a:extLst>
          </p:cNvPr>
          <p:cNvSpPr/>
          <p:nvPr/>
        </p:nvSpPr>
        <p:spPr>
          <a:xfrm>
            <a:off x="4345192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84" name="Rectangle 483">
            <a:extLst>
              <a:ext uri="{FF2B5EF4-FFF2-40B4-BE49-F238E27FC236}">
                <a16:creationId xmlns:a16="http://schemas.microsoft.com/office/drawing/2014/main" id="{FB3EDB54-EF2F-A2C3-AA90-239EAA3C0ED4}"/>
              </a:ext>
            </a:extLst>
          </p:cNvPr>
          <p:cNvSpPr/>
          <p:nvPr/>
        </p:nvSpPr>
        <p:spPr>
          <a:xfrm>
            <a:off x="4602984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485" name="Rectangle 484">
            <a:extLst>
              <a:ext uri="{FF2B5EF4-FFF2-40B4-BE49-F238E27FC236}">
                <a16:creationId xmlns:a16="http://schemas.microsoft.com/office/drawing/2014/main" id="{E280841B-5F15-F853-635D-B192229E59CC}"/>
              </a:ext>
            </a:extLst>
          </p:cNvPr>
          <p:cNvSpPr/>
          <p:nvPr/>
        </p:nvSpPr>
        <p:spPr>
          <a:xfrm>
            <a:off x="4860775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486" name="Rectangle 485">
            <a:extLst>
              <a:ext uri="{FF2B5EF4-FFF2-40B4-BE49-F238E27FC236}">
                <a16:creationId xmlns:a16="http://schemas.microsoft.com/office/drawing/2014/main" id="{6C4DE171-7717-F432-54B2-0692EA8E9989}"/>
              </a:ext>
            </a:extLst>
          </p:cNvPr>
          <p:cNvSpPr/>
          <p:nvPr/>
        </p:nvSpPr>
        <p:spPr>
          <a:xfrm>
            <a:off x="5118568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487" name="Rectangle 486">
            <a:extLst>
              <a:ext uri="{FF2B5EF4-FFF2-40B4-BE49-F238E27FC236}">
                <a16:creationId xmlns:a16="http://schemas.microsoft.com/office/drawing/2014/main" id="{E49024C5-CFCE-F688-9320-82CA608C0582}"/>
              </a:ext>
            </a:extLst>
          </p:cNvPr>
          <p:cNvSpPr/>
          <p:nvPr/>
        </p:nvSpPr>
        <p:spPr>
          <a:xfrm>
            <a:off x="5376359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8</a:t>
            </a:r>
          </a:p>
        </p:txBody>
      </p:sp>
      <p:sp>
        <p:nvSpPr>
          <p:cNvPr id="488" name="Oval 487">
            <a:extLst>
              <a:ext uri="{FF2B5EF4-FFF2-40B4-BE49-F238E27FC236}">
                <a16:creationId xmlns:a16="http://schemas.microsoft.com/office/drawing/2014/main" id="{B0356D28-0860-CEC4-1C1F-0AFB0EE66A96}"/>
              </a:ext>
            </a:extLst>
          </p:cNvPr>
          <p:cNvSpPr/>
          <p:nvPr/>
        </p:nvSpPr>
        <p:spPr>
          <a:xfrm>
            <a:off x="4832817" y="4626777"/>
            <a:ext cx="52388" cy="52388"/>
          </a:xfrm>
          <a:prstGeom prst="ellipse">
            <a:avLst/>
          </a:prstGeom>
          <a:solidFill>
            <a:srgbClr val="0070C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89" name="Rectangle 488">
            <a:extLst>
              <a:ext uri="{FF2B5EF4-FFF2-40B4-BE49-F238E27FC236}">
                <a16:creationId xmlns:a16="http://schemas.microsoft.com/office/drawing/2014/main" id="{748D13BE-0C37-0B45-8C7A-B9EEDD2827CB}"/>
              </a:ext>
            </a:extLst>
          </p:cNvPr>
          <p:cNvSpPr/>
          <p:nvPr/>
        </p:nvSpPr>
        <p:spPr>
          <a:xfrm>
            <a:off x="3571816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90" name="Rectangle 489">
            <a:extLst>
              <a:ext uri="{FF2B5EF4-FFF2-40B4-BE49-F238E27FC236}">
                <a16:creationId xmlns:a16="http://schemas.microsoft.com/office/drawing/2014/main" id="{06D3F800-8B6E-75B4-92CF-786F5E947979}"/>
              </a:ext>
            </a:extLst>
          </p:cNvPr>
          <p:cNvSpPr/>
          <p:nvPr/>
        </p:nvSpPr>
        <p:spPr>
          <a:xfrm>
            <a:off x="3829608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491" name="Rectangle 490">
            <a:extLst>
              <a:ext uri="{FF2B5EF4-FFF2-40B4-BE49-F238E27FC236}">
                <a16:creationId xmlns:a16="http://schemas.microsoft.com/office/drawing/2014/main" id="{89379D24-A68E-3B8A-0658-571655ADA673}"/>
              </a:ext>
            </a:extLst>
          </p:cNvPr>
          <p:cNvSpPr/>
          <p:nvPr/>
        </p:nvSpPr>
        <p:spPr>
          <a:xfrm>
            <a:off x="4087400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492" name="Rectangle 491">
            <a:extLst>
              <a:ext uri="{FF2B5EF4-FFF2-40B4-BE49-F238E27FC236}">
                <a16:creationId xmlns:a16="http://schemas.microsoft.com/office/drawing/2014/main" id="{F71BC5AA-AE03-BED2-DFC0-898612AD122F}"/>
              </a:ext>
            </a:extLst>
          </p:cNvPr>
          <p:cNvSpPr/>
          <p:nvPr/>
        </p:nvSpPr>
        <p:spPr>
          <a:xfrm>
            <a:off x="4345192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493" name="Rectangle 492">
            <a:extLst>
              <a:ext uri="{FF2B5EF4-FFF2-40B4-BE49-F238E27FC236}">
                <a16:creationId xmlns:a16="http://schemas.microsoft.com/office/drawing/2014/main" id="{748609E1-6201-2878-5BBA-51E6209BC5E1}"/>
              </a:ext>
            </a:extLst>
          </p:cNvPr>
          <p:cNvSpPr/>
          <p:nvPr/>
        </p:nvSpPr>
        <p:spPr>
          <a:xfrm>
            <a:off x="4602984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8</a:t>
            </a:r>
          </a:p>
        </p:txBody>
      </p:sp>
      <p:sp>
        <p:nvSpPr>
          <p:cNvPr id="494" name="Rectangle 493">
            <a:extLst>
              <a:ext uri="{FF2B5EF4-FFF2-40B4-BE49-F238E27FC236}">
                <a16:creationId xmlns:a16="http://schemas.microsoft.com/office/drawing/2014/main" id="{7207E931-E27E-9480-574C-61F106C7E21E}"/>
              </a:ext>
            </a:extLst>
          </p:cNvPr>
          <p:cNvSpPr/>
          <p:nvPr/>
        </p:nvSpPr>
        <p:spPr>
          <a:xfrm>
            <a:off x="4860775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95" name="Rectangle 494">
            <a:extLst>
              <a:ext uri="{FF2B5EF4-FFF2-40B4-BE49-F238E27FC236}">
                <a16:creationId xmlns:a16="http://schemas.microsoft.com/office/drawing/2014/main" id="{D7AB3983-6BAE-2E20-47ED-DE442A001038}"/>
              </a:ext>
            </a:extLst>
          </p:cNvPr>
          <p:cNvSpPr/>
          <p:nvPr/>
        </p:nvSpPr>
        <p:spPr>
          <a:xfrm>
            <a:off x="5118568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96" name="Rectangle 495">
            <a:extLst>
              <a:ext uri="{FF2B5EF4-FFF2-40B4-BE49-F238E27FC236}">
                <a16:creationId xmlns:a16="http://schemas.microsoft.com/office/drawing/2014/main" id="{A1DDCF31-AE16-976E-7893-4D5B2F62AD69}"/>
              </a:ext>
            </a:extLst>
          </p:cNvPr>
          <p:cNvSpPr/>
          <p:nvPr/>
        </p:nvSpPr>
        <p:spPr>
          <a:xfrm>
            <a:off x="5376359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97" name="Oval 496">
            <a:extLst>
              <a:ext uri="{FF2B5EF4-FFF2-40B4-BE49-F238E27FC236}">
                <a16:creationId xmlns:a16="http://schemas.microsoft.com/office/drawing/2014/main" id="{252B6AFD-9BC3-AF2A-F44D-DDBD16260DD0}"/>
              </a:ext>
            </a:extLst>
          </p:cNvPr>
          <p:cNvSpPr/>
          <p:nvPr/>
        </p:nvSpPr>
        <p:spPr>
          <a:xfrm>
            <a:off x="4832817" y="4960152"/>
            <a:ext cx="52388" cy="52388"/>
          </a:xfrm>
          <a:prstGeom prst="ellipse">
            <a:avLst/>
          </a:prstGeom>
          <a:solidFill>
            <a:srgbClr val="0070C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98" name="Arc 497">
            <a:extLst>
              <a:ext uri="{FF2B5EF4-FFF2-40B4-BE49-F238E27FC236}">
                <a16:creationId xmlns:a16="http://schemas.microsoft.com/office/drawing/2014/main" id="{5313181F-385B-1932-2500-E38E05A59AF0}"/>
              </a:ext>
            </a:extLst>
          </p:cNvPr>
          <p:cNvSpPr/>
          <p:nvPr/>
        </p:nvSpPr>
        <p:spPr>
          <a:xfrm>
            <a:off x="5510265" y="4688689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99" name="TextBox 498">
            <a:extLst>
              <a:ext uri="{FF2B5EF4-FFF2-40B4-BE49-F238E27FC236}">
                <a16:creationId xmlns:a16="http://schemas.microsoft.com/office/drawing/2014/main" id="{F3CAA3BE-C0FB-FB8F-2EE6-99ECE29DAE37}"/>
              </a:ext>
            </a:extLst>
          </p:cNvPr>
          <p:cNvSpPr txBox="1"/>
          <p:nvPr/>
        </p:nvSpPr>
        <p:spPr>
          <a:xfrm>
            <a:off x="5816496" y="4691855"/>
            <a:ext cx="5757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×1000</a:t>
            </a:r>
          </a:p>
        </p:txBody>
      </p:sp>
      <p:sp>
        <p:nvSpPr>
          <p:cNvPr id="436" name="Arc 435">
            <a:extLst>
              <a:ext uri="{FF2B5EF4-FFF2-40B4-BE49-F238E27FC236}">
                <a16:creationId xmlns:a16="http://schemas.microsoft.com/office/drawing/2014/main" id="{18C35568-8D0F-13F0-3BA2-D1BDAFFE74A4}"/>
              </a:ext>
            </a:extLst>
          </p:cNvPr>
          <p:cNvSpPr/>
          <p:nvPr/>
        </p:nvSpPr>
        <p:spPr>
          <a:xfrm>
            <a:off x="8966570" y="4312452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7" name="TextBox 436">
            <a:extLst>
              <a:ext uri="{FF2B5EF4-FFF2-40B4-BE49-F238E27FC236}">
                <a16:creationId xmlns:a16="http://schemas.microsoft.com/office/drawing/2014/main" id="{177C33FC-E980-5679-9F94-F29D8045DD09}"/>
              </a:ext>
            </a:extLst>
          </p:cNvPr>
          <p:cNvSpPr txBox="1"/>
          <p:nvPr/>
        </p:nvSpPr>
        <p:spPr>
          <a:xfrm>
            <a:off x="9272801" y="4303410"/>
            <a:ext cx="5757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÷1000</a:t>
            </a:r>
          </a:p>
        </p:txBody>
      </p:sp>
      <p:sp>
        <p:nvSpPr>
          <p:cNvPr id="439" name="Rectangle 438">
            <a:extLst>
              <a:ext uri="{FF2B5EF4-FFF2-40B4-BE49-F238E27FC236}">
                <a16:creationId xmlns:a16="http://schemas.microsoft.com/office/drawing/2014/main" id="{4CD26262-32D4-A72A-DA4B-D42ABA01D9DE}"/>
              </a:ext>
            </a:extLst>
          </p:cNvPr>
          <p:cNvSpPr/>
          <p:nvPr/>
        </p:nvSpPr>
        <p:spPr>
          <a:xfrm>
            <a:off x="7028121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40" name="Rectangle 439">
            <a:extLst>
              <a:ext uri="{FF2B5EF4-FFF2-40B4-BE49-F238E27FC236}">
                <a16:creationId xmlns:a16="http://schemas.microsoft.com/office/drawing/2014/main" id="{380D9E84-108E-FF3F-980F-15A814F7FAAD}"/>
              </a:ext>
            </a:extLst>
          </p:cNvPr>
          <p:cNvSpPr/>
          <p:nvPr/>
        </p:nvSpPr>
        <p:spPr>
          <a:xfrm>
            <a:off x="7285913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41" name="Rectangle 440">
            <a:extLst>
              <a:ext uri="{FF2B5EF4-FFF2-40B4-BE49-F238E27FC236}">
                <a16:creationId xmlns:a16="http://schemas.microsoft.com/office/drawing/2014/main" id="{C2853180-6F5B-6079-8211-707214522008}"/>
              </a:ext>
            </a:extLst>
          </p:cNvPr>
          <p:cNvSpPr/>
          <p:nvPr/>
        </p:nvSpPr>
        <p:spPr>
          <a:xfrm>
            <a:off x="7543705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442" name="Rectangle 441">
            <a:extLst>
              <a:ext uri="{FF2B5EF4-FFF2-40B4-BE49-F238E27FC236}">
                <a16:creationId xmlns:a16="http://schemas.microsoft.com/office/drawing/2014/main" id="{AF73B226-A098-3C2D-D2FF-404BB505AB11}"/>
              </a:ext>
            </a:extLst>
          </p:cNvPr>
          <p:cNvSpPr/>
          <p:nvPr/>
        </p:nvSpPr>
        <p:spPr>
          <a:xfrm>
            <a:off x="7801497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43" name="Rectangle 442">
            <a:extLst>
              <a:ext uri="{FF2B5EF4-FFF2-40B4-BE49-F238E27FC236}">
                <a16:creationId xmlns:a16="http://schemas.microsoft.com/office/drawing/2014/main" id="{5BDA32A0-3855-8120-F5E9-3EA0E72823BE}"/>
              </a:ext>
            </a:extLst>
          </p:cNvPr>
          <p:cNvSpPr/>
          <p:nvPr/>
        </p:nvSpPr>
        <p:spPr>
          <a:xfrm>
            <a:off x="8059289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44" name="Rectangle 443">
            <a:extLst>
              <a:ext uri="{FF2B5EF4-FFF2-40B4-BE49-F238E27FC236}">
                <a16:creationId xmlns:a16="http://schemas.microsoft.com/office/drawing/2014/main" id="{B83911A1-CA02-6375-CCAA-7B2BE9E3ECA2}"/>
              </a:ext>
            </a:extLst>
          </p:cNvPr>
          <p:cNvSpPr/>
          <p:nvPr/>
        </p:nvSpPr>
        <p:spPr>
          <a:xfrm>
            <a:off x="8317080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45" name="Rectangle 444">
            <a:extLst>
              <a:ext uri="{FF2B5EF4-FFF2-40B4-BE49-F238E27FC236}">
                <a16:creationId xmlns:a16="http://schemas.microsoft.com/office/drawing/2014/main" id="{14A979DF-9D51-2293-F1F8-6B96D9917597}"/>
              </a:ext>
            </a:extLst>
          </p:cNvPr>
          <p:cNvSpPr/>
          <p:nvPr/>
        </p:nvSpPr>
        <p:spPr>
          <a:xfrm>
            <a:off x="8574873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46" name="Rectangle 445">
            <a:extLst>
              <a:ext uri="{FF2B5EF4-FFF2-40B4-BE49-F238E27FC236}">
                <a16:creationId xmlns:a16="http://schemas.microsoft.com/office/drawing/2014/main" id="{5BFBACC0-2D70-0FFC-4C3C-F8763E9EC926}"/>
              </a:ext>
            </a:extLst>
          </p:cNvPr>
          <p:cNvSpPr/>
          <p:nvPr/>
        </p:nvSpPr>
        <p:spPr>
          <a:xfrm>
            <a:off x="8832664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47" name="Oval 446">
            <a:extLst>
              <a:ext uri="{FF2B5EF4-FFF2-40B4-BE49-F238E27FC236}">
                <a16:creationId xmlns:a16="http://schemas.microsoft.com/office/drawing/2014/main" id="{096E71E5-0BCE-8F11-D4BE-7E1FF9D6FBE9}"/>
              </a:ext>
            </a:extLst>
          </p:cNvPr>
          <p:cNvSpPr/>
          <p:nvPr/>
        </p:nvSpPr>
        <p:spPr>
          <a:xfrm>
            <a:off x="8031947" y="4293402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48" name="Rectangle 447">
            <a:extLst>
              <a:ext uri="{FF2B5EF4-FFF2-40B4-BE49-F238E27FC236}">
                <a16:creationId xmlns:a16="http://schemas.microsoft.com/office/drawing/2014/main" id="{B81E00C5-778C-6C6D-E2AD-A917DF6AB040}"/>
              </a:ext>
            </a:extLst>
          </p:cNvPr>
          <p:cNvSpPr/>
          <p:nvPr/>
        </p:nvSpPr>
        <p:spPr>
          <a:xfrm>
            <a:off x="7028121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49" name="Rectangle 448">
            <a:extLst>
              <a:ext uri="{FF2B5EF4-FFF2-40B4-BE49-F238E27FC236}">
                <a16:creationId xmlns:a16="http://schemas.microsoft.com/office/drawing/2014/main" id="{C8A92262-34A9-B676-AAFE-E0B7C96A2E85}"/>
              </a:ext>
            </a:extLst>
          </p:cNvPr>
          <p:cNvSpPr/>
          <p:nvPr/>
        </p:nvSpPr>
        <p:spPr>
          <a:xfrm>
            <a:off x="7285913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50" name="Rectangle 449">
            <a:extLst>
              <a:ext uri="{FF2B5EF4-FFF2-40B4-BE49-F238E27FC236}">
                <a16:creationId xmlns:a16="http://schemas.microsoft.com/office/drawing/2014/main" id="{8C8F6C87-D373-1F54-CB1C-409A1D54CD93}"/>
              </a:ext>
            </a:extLst>
          </p:cNvPr>
          <p:cNvSpPr/>
          <p:nvPr/>
        </p:nvSpPr>
        <p:spPr>
          <a:xfrm>
            <a:off x="7543705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51" name="Rectangle 450">
            <a:extLst>
              <a:ext uri="{FF2B5EF4-FFF2-40B4-BE49-F238E27FC236}">
                <a16:creationId xmlns:a16="http://schemas.microsoft.com/office/drawing/2014/main" id="{654CB6B6-A09E-84D0-A2EF-632CAB99AC99}"/>
              </a:ext>
            </a:extLst>
          </p:cNvPr>
          <p:cNvSpPr/>
          <p:nvPr/>
        </p:nvSpPr>
        <p:spPr>
          <a:xfrm>
            <a:off x="7801497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452" name="Rectangle 451">
            <a:extLst>
              <a:ext uri="{FF2B5EF4-FFF2-40B4-BE49-F238E27FC236}">
                <a16:creationId xmlns:a16="http://schemas.microsoft.com/office/drawing/2014/main" id="{8E0BF14F-9741-F374-6D8D-E55232797342}"/>
              </a:ext>
            </a:extLst>
          </p:cNvPr>
          <p:cNvSpPr/>
          <p:nvPr/>
        </p:nvSpPr>
        <p:spPr>
          <a:xfrm>
            <a:off x="8059289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453" name="Rectangle 452">
            <a:extLst>
              <a:ext uri="{FF2B5EF4-FFF2-40B4-BE49-F238E27FC236}">
                <a16:creationId xmlns:a16="http://schemas.microsoft.com/office/drawing/2014/main" id="{AE5CD3EF-FF3A-747D-8AED-B1B2065ECDF5}"/>
              </a:ext>
            </a:extLst>
          </p:cNvPr>
          <p:cNvSpPr/>
          <p:nvPr/>
        </p:nvSpPr>
        <p:spPr>
          <a:xfrm>
            <a:off x="8317080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9</a:t>
            </a:r>
          </a:p>
        </p:txBody>
      </p:sp>
      <p:sp>
        <p:nvSpPr>
          <p:cNvPr id="454" name="Rectangle 453">
            <a:extLst>
              <a:ext uri="{FF2B5EF4-FFF2-40B4-BE49-F238E27FC236}">
                <a16:creationId xmlns:a16="http://schemas.microsoft.com/office/drawing/2014/main" id="{D3B80952-507C-710E-2955-9836DFD02B8C}"/>
              </a:ext>
            </a:extLst>
          </p:cNvPr>
          <p:cNvSpPr/>
          <p:nvPr/>
        </p:nvSpPr>
        <p:spPr>
          <a:xfrm>
            <a:off x="8574873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455" name="Rectangle 454">
            <a:extLst>
              <a:ext uri="{FF2B5EF4-FFF2-40B4-BE49-F238E27FC236}">
                <a16:creationId xmlns:a16="http://schemas.microsoft.com/office/drawing/2014/main" id="{E776991D-F25F-D0F9-EC5F-ECF4E9CA9B4D}"/>
              </a:ext>
            </a:extLst>
          </p:cNvPr>
          <p:cNvSpPr/>
          <p:nvPr/>
        </p:nvSpPr>
        <p:spPr>
          <a:xfrm>
            <a:off x="8832664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56" name="Oval 455">
            <a:extLst>
              <a:ext uri="{FF2B5EF4-FFF2-40B4-BE49-F238E27FC236}">
                <a16:creationId xmlns:a16="http://schemas.microsoft.com/office/drawing/2014/main" id="{ECFF36D6-FBFE-D2E3-1056-3CB8396F3AA5}"/>
              </a:ext>
            </a:extLst>
          </p:cNvPr>
          <p:cNvSpPr/>
          <p:nvPr/>
        </p:nvSpPr>
        <p:spPr>
          <a:xfrm>
            <a:off x="8031947" y="4626777"/>
            <a:ext cx="52388" cy="52388"/>
          </a:xfrm>
          <a:prstGeom prst="ellipse">
            <a:avLst/>
          </a:prstGeom>
          <a:solidFill>
            <a:srgbClr val="0070C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57" name="Rectangle 456">
            <a:extLst>
              <a:ext uri="{FF2B5EF4-FFF2-40B4-BE49-F238E27FC236}">
                <a16:creationId xmlns:a16="http://schemas.microsoft.com/office/drawing/2014/main" id="{34ABD74B-ABF4-7064-70E0-F1D84B279865}"/>
              </a:ext>
            </a:extLst>
          </p:cNvPr>
          <p:cNvSpPr/>
          <p:nvPr/>
        </p:nvSpPr>
        <p:spPr>
          <a:xfrm>
            <a:off x="7028121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58" name="Rectangle 457">
            <a:extLst>
              <a:ext uri="{FF2B5EF4-FFF2-40B4-BE49-F238E27FC236}">
                <a16:creationId xmlns:a16="http://schemas.microsoft.com/office/drawing/2014/main" id="{F84EC5F9-90EC-C6BE-982E-23FFA010907E}"/>
              </a:ext>
            </a:extLst>
          </p:cNvPr>
          <p:cNvSpPr/>
          <p:nvPr/>
        </p:nvSpPr>
        <p:spPr>
          <a:xfrm>
            <a:off x="7285913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59" name="Rectangle 458">
            <a:extLst>
              <a:ext uri="{FF2B5EF4-FFF2-40B4-BE49-F238E27FC236}">
                <a16:creationId xmlns:a16="http://schemas.microsoft.com/office/drawing/2014/main" id="{DE5B9C8E-14C5-3B72-A73F-FB08115E6CE0}"/>
              </a:ext>
            </a:extLst>
          </p:cNvPr>
          <p:cNvSpPr/>
          <p:nvPr/>
        </p:nvSpPr>
        <p:spPr>
          <a:xfrm>
            <a:off x="7543705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60" name="Rectangle 459">
            <a:extLst>
              <a:ext uri="{FF2B5EF4-FFF2-40B4-BE49-F238E27FC236}">
                <a16:creationId xmlns:a16="http://schemas.microsoft.com/office/drawing/2014/main" id="{50FCC98D-2C02-014A-D07B-6A4420555F63}"/>
              </a:ext>
            </a:extLst>
          </p:cNvPr>
          <p:cNvSpPr/>
          <p:nvPr/>
        </p:nvSpPr>
        <p:spPr>
          <a:xfrm>
            <a:off x="7801497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9</a:t>
            </a:r>
          </a:p>
        </p:txBody>
      </p:sp>
      <p:sp>
        <p:nvSpPr>
          <p:cNvPr id="461" name="Rectangle 460">
            <a:extLst>
              <a:ext uri="{FF2B5EF4-FFF2-40B4-BE49-F238E27FC236}">
                <a16:creationId xmlns:a16="http://schemas.microsoft.com/office/drawing/2014/main" id="{AE93527E-5B7A-23D2-83A1-E7331E23550A}"/>
              </a:ext>
            </a:extLst>
          </p:cNvPr>
          <p:cNvSpPr/>
          <p:nvPr/>
        </p:nvSpPr>
        <p:spPr>
          <a:xfrm>
            <a:off x="8059289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462" name="Rectangle 461">
            <a:extLst>
              <a:ext uri="{FF2B5EF4-FFF2-40B4-BE49-F238E27FC236}">
                <a16:creationId xmlns:a16="http://schemas.microsoft.com/office/drawing/2014/main" id="{E7DE867B-357D-1E1E-33AF-CE661649A33B}"/>
              </a:ext>
            </a:extLst>
          </p:cNvPr>
          <p:cNvSpPr/>
          <p:nvPr/>
        </p:nvSpPr>
        <p:spPr>
          <a:xfrm>
            <a:off x="8317080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63" name="Rectangle 462">
            <a:extLst>
              <a:ext uri="{FF2B5EF4-FFF2-40B4-BE49-F238E27FC236}">
                <a16:creationId xmlns:a16="http://schemas.microsoft.com/office/drawing/2014/main" id="{9BDB302C-E19A-B90F-906A-0A6476D8F9EF}"/>
              </a:ext>
            </a:extLst>
          </p:cNvPr>
          <p:cNvSpPr/>
          <p:nvPr/>
        </p:nvSpPr>
        <p:spPr>
          <a:xfrm>
            <a:off x="8574873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64" name="Rectangle 463">
            <a:extLst>
              <a:ext uri="{FF2B5EF4-FFF2-40B4-BE49-F238E27FC236}">
                <a16:creationId xmlns:a16="http://schemas.microsoft.com/office/drawing/2014/main" id="{E5E9A676-BB14-8AC7-15C7-8EE008D06E87}"/>
              </a:ext>
            </a:extLst>
          </p:cNvPr>
          <p:cNvSpPr/>
          <p:nvPr/>
        </p:nvSpPr>
        <p:spPr>
          <a:xfrm>
            <a:off x="8832664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65" name="Oval 464">
            <a:extLst>
              <a:ext uri="{FF2B5EF4-FFF2-40B4-BE49-F238E27FC236}">
                <a16:creationId xmlns:a16="http://schemas.microsoft.com/office/drawing/2014/main" id="{12925B17-9FEA-352A-E43E-CAC6B0FC0ECA}"/>
              </a:ext>
            </a:extLst>
          </p:cNvPr>
          <p:cNvSpPr/>
          <p:nvPr/>
        </p:nvSpPr>
        <p:spPr>
          <a:xfrm>
            <a:off x="8031947" y="4960152"/>
            <a:ext cx="52388" cy="52388"/>
          </a:xfrm>
          <a:prstGeom prst="ellipse">
            <a:avLst/>
          </a:prstGeom>
          <a:solidFill>
            <a:srgbClr val="0070C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66" name="Arc 465">
            <a:extLst>
              <a:ext uri="{FF2B5EF4-FFF2-40B4-BE49-F238E27FC236}">
                <a16:creationId xmlns:a16="http://schemas.microsoft.com/office/drawing/2014/main" id="{A1951DBE-3A08-1232-C132-75C00113E776}"/>
              </a:ext>
            </a:extLst>
          </p:cNvPr>
          <p:cNvSpPr/>
          <p:nvPr/>
        </p:nvSpPr>
        <p:spPr>
          <a:xfrm>
            <a:off x="8966570" y="4688689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7" name="TextBox 466">
            <a:extLst>
              <a:ext uri="{FF2B5EF4-FFF2-40B4-BE49-F238E27FC236}">
                <a16:creationId xmlns:a16="http://schemas.microsoft.com/office/drawing/2014/main" id="{7AAA7B20-27B9-9DC2-75FC-6AA36BF811BA}"/>
              </a:ext>
            </a:extLst>
          </p:cNvPr>
          <p:cNvSpPr txBox="1"/>
          <p:nvPr/>
        </p:nvSpPr>
        <p:spPr>
          <a:xfrm>
            <a:off x="9272801" y="4691855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×100</a:t>
            </a:r>
          </a:p>
        </p:txBody>
      </p:sp>
      <p:sp>
        <p:nvSpPr>
          <p:cNvPr id="532" name="Arc 531">
            <a:extLst>
              <a:ext uri="{FF2B5EF4-FFF2-40B4-BE49-F238E27FC236}">
                <a16:creationId xmlns:a16="http://schemas.microsoft.com/office/drawing/2014/main" id="{DCB0AA0B-B156-9400-5BDB-1A1318857C0F}"/>
              </a:ext>
            </a:extLst>
          </p:cNvPr>
          <p:cNvSpPr/>
          <p:nvPr/>
        </p:nvSpPr>
        <p:spPr>
          <a:xfrm>
            <a:off x="2257160" y="5585828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33" name="TextBox 532">
            <a:extLst>
              <a:ext uri="{FF2B5EF4-FFF2-40B4-BE49-F238E27FC236}">
                <a16:creationId xmlns:a16="http://schemas.microsoft.com/office/drawing/2014/main" id="{2629B52B-31D6-8AAD-88A3-A5247B5EE001}"/>
              </a:ext>
            </a:extLst>
          </p:cNvPr>
          <p:cNvSpPr txBox="1"/>
          <p:nvPr/>
        </p:nvSpPr>
        <p:spPr>
          <a:xfrm>
            <a:off x="2563391" y="5576786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×100</a:t>
            </a:r>
          </a:p>
        </p:txBody>
      </p:sp>
      <p:sp>
        <p:nvSpPr>
          <p:cNvPr id="535" name="Rectangle 534">
            <a:extLst>
              <a:ext uri="{FF2B5EF4-FFF2-40B4-BE49-F238E27FC236}">
                <a16:creationId xmlns:a16="http://schemas.microsoft.com/office/drawing/2014/main" id="{8054AA2E-A597-23C0-1F96-EEEFEFB0C1FA}"/>
              </a:ext>
            </a:extLst>
          </p:cNvPr>
          <p:cNvSpPr/>
          <p:nvPr/>
        </p:nvSpPr>
        <p:spPr>
          <a:xfrm>
            <a:off x="318711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36" name="Rectangle 535">
            <a:extLst>
              <a:ext uri="{FF2B5EF4-FFF2-40B4-BE49-F238E27FC236}">
                <a16:creationId xmlns:a16="http://schemas.microsoft.com/office/drawing/2014/main" id="{201F451E-9B1C-56D1-911A-B82A066B83E8}"/>
              </a:ext>
            </a:extLst>
          </p:cNvPr>
          <p:cNvSpPr/>
          <p:nvPr/>
        </p:nvSpPr>
        <p:spPr>
          <a:xfrm>
            <a:off x="576503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37" name="Rectangle 536">
            <a:extLst>
              <a:ext uri="{FF2B5EF4-FFF2-40B4-BE49-F238E27FC236}">
                <a16:creationId xmlns:a16="http://schemas.microsoft.com/office/drawing/2014/main" id="{B24E5488-6A97-E386-1607-6956E3B42526}"/>
              </a:ext>
            </a:extLst>
          </p:cNvPr>
          <p:cNvSpPr/>
          <p:nvPr/>
        </p:nvSpPr>
        <p:spPr>
          <a:xfrm>
            <a:off x="834295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38" name="Rectangle 537">
            <a:extLst>
              <a:ext uri="{FF2B5EF4-FFF2-40B4-BE49-F238E27FC236}">
                <a16:creationId xmlns:a16="http://schemas.microsoft.com/office/drawing/2014/main" id="{4CA3350A-8729-FE63-E2AA-B38DF4B59633}"/>
              </a:ext>
            </a:extLst>
          </p:cNvPr>
          <p:cNvSpPr/>
          <p:nvPr/>
        </p:nvSpPr>
        <p:spPr>
          <a:xfrm>
            <a:off x="1092087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39" name="Rectangle 538">
            <a:extLst>
              <a:ext uri="{FF2B5EF4-FFF2-40B4-BE49-F238E27FC236}">
                <a16:creationId xmlns:a16="http://schemas.microsoft.com/office/drawing/2014/main" id="{F4DEB7E6-B86D-48B0-EFB2-F2159F52D287}"/>
              </a:ext>
            </a:extLst>
          </p:cNvPr>
          <p:cNvSpPr/>
          <p:nvPr/>
        </p:nvSpPr>
        <p:spPr>
          <a:xfrm>
            <a:off x="1349879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40" name="Rectangle 539">
            <a:extLst>
              <a:ext uri="{FF2B5EF4-FFF2-40B4-BE49-F238E27FC236}">
                <a16:creationId xmlns:a16="http://schemas.microsoft.com/office/drawing/2014/main" id="{FBB29C0A-69D3-7705-42D1-32251A9F4E31}"/>
              </a:ext>
            </a:extLst>
          </p:cNvPr>
          <p:cNvSpPr/>
          <p:nvPr/>
        </p:nvSpPr>
        <p:spPr>
          <a:xfrm>
            <a:off x="1607670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41" name="Rectangle 540">
            <a:extLst>
              <a:ext uri="{FF2B5EF4-FFF2-40B4-BE49-F238E27FC236}">
                <a16:creationId xmlns:a16="http://schemas.microsoft.com/office/drawing/2014/main" id="{A2ED3573-E883-BAB5-C2A0-3C23A038ECA7}"/>
              </a:ext>
            </a:extLst>
          </p:cNvPr>
          <p:cNvSpPr/>
          <p:nvPr/>
        </p:nvSpPr>
        <p:spPr>
          <a:xfrm>
            <a:off x="1865463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42" name="Rectangle 541">
            <a:extLst>
              <a:ext uri="{FF2B5EF4-FFF2-40B4-BE49-F238E27FC236}">
                <a16:creationId xmlns:a16="http://schemas.microsoft.com/office/drawing/2014/main" id="{8310CBA4-B615-48C0-E853-A34BDDECC52F}"/>
              </a:ext>
            </a:extLst>
          </p:cNvPr>
          <p:cNvSpPr/>
          <p:nvPr/>
        </p:nvSpPr>
        <p:spPr>
          <a:xfrm>
            <a:off x="2123254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43" name="Oval 542">
            <a:extLst>
              <a:ext uri="{FF2B5EF4-FFF2-40B4-BE49-F238E27FC236}">
                <a16:creationId xmlns:a16="http://schemas.microsoft.com/office/drawing/2014/main" id="{AA510C52-39CD-3ED6-5B36-04857689E982}"/>
              </a:ext>
            </a:extLst>
          </p:cNvPr>
          <p:cNvSpPr/>
          <p:nvPr/>
        </p:nvSpPr>
        <p:spPr>
          <a:xfrm>
            <a:off x="1324918" y="5566778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44" name="Rectangle 543">
            <a:extLst>
              <a:ext uri="{FF2B5EF4-FFF2-40B4-BE49-F238E27FC236}">
                <a16:creationId xmlns:a16="http://schemas.microsoft.com/office/drawing/2014/main" id="{022A191F-944C-EEF3-272A-338472821731}"/>
              </a:ext>
            </a:extLst>
          </p:cNvPr>
          <p:cNvSpPr/>
          <p:nvPr/>
        </p:nvSpPr>
        <p:spPr>
          <a:xfrm>
            <a:off x="318711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545" name="Rectangle 544">
            <a:extLst>
              <a:ext uri="{FF2B5EF4-FFF2-40B4-BE49-F238E27FC236}">
                <a16:creationId xmlns:a16="http://schemas.microsoft.com/office/drawing/2014/main" id="{1AE9B2EB-4C82-D571-C9FF-151BD77FD2FA}"/>
              </a:ext>
            </a:extLst>
          </p:cNvPr>
          <p:cNvSpPr/>
          <p:nvPr/>
        </p:nvSpPr>
        <p:spPr>
          <a:xfrm>
            <a:off x="576503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546" name="Rectangle 545">
            <a:extLst>
              <a:ext uri="{FF2B5EF4-FFF2-40B4-BE49-F238E27FC236}">
                <a16:creationId xmlns:a16="http://schemas.microsoft.com/office/drawing/2014/main" id="{04CFE37A-F600-6D7F-D5D7-560D46DA3FFD}"/>
              </a:ext>
            </a:extLst>
          </p:cNvPr>
          <p:cNvSpPr/>
          <p:nvPr/>
        </p:nvSpPr>
        <p:spPr>
          <a:xfrm>
            <a:off x="834295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547" name="Rectangle 546">
            <a:extLst>
              <a:ext uri="{FF2B5EF4-FFF2-40B4-BE49-F238E27FC236}">
                <a16:creationId xmlns:a16="http://schemas.microsoft.com/office/drawing/2014/main" id="{93D82848-D204-9688-4829-159BF98DC899}"/>
              </a:ext>
            </a:extLst>
          </p:cNvPr>
          <p:cNvSpPr/>
          <p:nvPr/>
        </p:nvSpPr>
        <p:spPr>
          <a:xfrm>
            <a:off x="1092087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548" name="Rectangle 547">
            <a:extLst>
              <a:ext uri="{FF2B5EF4-FFF2-40B4-BE49-F238E27FC236}">
                <a16:creationId xmlns:a16="http://schemas.microsoft.com/office/drawing/2014/main" id="{5F9077FA-3C32-D472-2CD5-58EABE72E9F9}"/>
              </a:ext>
            </a:extLst>
          </p:cNvPr>
          <p:cNvSpPr/>
          <p:nvPr/>
        </p:nvSpPr>
        <p:spPr>
          <a:xfrm>
            <a:off x="1349879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49" name="Rectangle 548">
            <a:extLst>
              <a:ext uri="{FF2B5EF4-FFF2-40B4-BE49-F238E27FC236}">
                <a16:creationId xmlns:a16="http://schemas.microsoft.com/office/drawing/2014/main" id="{CC7B7333-A591-F877-DB46-045EA1AC9A98}"/>
              </a:ext>
            </a:extLst>
          </p:cNvPr>
          <p:cNvSpPr/>
          <p:nvPr/>
        </p:nvSpPr>
        <p:spPr>
          <a:xfrm>
            <a:off x="1607670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50" name="Rectangle 549">
            <a:extLst>
              <a:ext uri="{FF2B5EF4-FFF2-40B4-BE49-F238E27FC236}">
                <a16:creationId xmlns:a16="http://schemas.microsoft.com/office/drawing/2014/main" id="{D92B8D30-4533-069E-DCAB-4B32985F99E6}"/>
              </a:ext>
            </a:extLst>
          </p:cNvPr>
          <p:cNvSpPr/>
          <p:nvPr/>
        </p:nvSpPr>
        <p:spPr>
          <a:xfrm>
            <a:off x="1865463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51" name="Rectangle 550">
            <a:extLst>
              <a:ext uri="{FF2B5EF4-FFF2-40B4-BE49-F238E27FC236}">
                <a16:creationId xmlns:a16="http://schemas.microsoft.com/office/drawing/2014/main" id="{F60E4940-CA1F-A378-D21B-C09D5B11A3C6}"/>
              </a:ext>
            </a:extLst>
          </p:cNvPr>
          <p:cNvSpPr/>
          <p:nvPr/>
        </p:nvSpPr>
        <p:spPr>
          <a:xfrm>
            <a:off x="2123254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52" name="Oval 551">
            <a:extLst>
              <a:ext uri="{FF2B5EF4-FFF2-40B4-BE49-F238E27FC236}">
                <a16:creationId xmlns:a16="http://schemas.microsoft.com/office/drawing/2014/main" id="{8A7B6F0D-9B20-D02A-4C82-CE20F92BBE3E}"/>
              </a:ext>
            </a:extLst>
          </p:cNvPr>
          <p:cNvSpPr/>
          <p:nvPr/>
        </p:nvSpPr>
        <p:spPr>
          <a:xfrm>
            <a:off x="1324918" y="5900153"/>
            <a:ext cx="52388" cy="52388"/>
          </a:xfrm>
          <a:prstGeom prst="ellipse">
            <a:avLst/>
          </a:prstGeom>
          <a:solidFill>
            <a:srgbClr val="0070C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53" name="Rectangle 552">
            <a:extLst>
              <a:ext uri="{FF2B5EF4-FFF2-40B4-BE49-F238E27FC236}">
                <a16:creationId xmlns:a16="http://schemas.microsoft.com/office/drawing/2014/main" id="{EC8506D2-0D3C-08D1-2051-36C435923C3B}"/>
              </a:ext>
            </a:extLst>
          </p:cNvPr>
          <p:cNvSpPr/>
          <p:nvPr/>
        </p:nvSpPr>
        <p:spPr>
          <a:xfrm>
            <a:off x="318711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54" name="Rectangle 553">
            <a:extLst>
              <a:ext uri="{FF2B5EF4-FFF2-40B4-BE49-F238E27FC236}">
                <a16:creationId xmlns:a16="http://schemas.microsoft.com/office/drawing/2014/main" id="{F76E7A9F-660D-81CB-7168-3CEEFBDFF599}"/>
              </a:ext>
            </a:extLst>
          </p:cNvPr>
          <p:cNvSpPr/>
          <p:nvPr/>
        </p:nvSpPr>
        <p:spPr>
          <a:xfrm>
            <a:off x="576503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55" name="Rectangle 554">
            <a:extLst>
              <a:ext uri="{FF2B5EF4-FFF2-40B4-BE49-F238E27FC236}">
                <a16:creationId xmlns:a16="http://schemas.microsoft.com/office/drawing/2014/main" id="{9BEA0BE9-B80A-BC1B-EB90-061E2DF49BFB}"/>
              </a:ext>
            </a:extLst>
          </p:cNvPr>
          <p:cNvSpPr/>
          <p:nvPr/>
        </p:nvSpPr>
        <p:spPr>
          <a:xfrm>
            <a:off x="834295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56" name="Rectangle 555">
            <a:extLst>
              <a:ext uri="{FF2B5EF4-FFF2-40B4-BE49-F238E27FC236}">
                <a16:creationId xmlns:a16="http://schemas.microsoft.com/office/drawing/2014/main" id="{8D0FE1CD-6C63-C5FA-2C14-EFC0EBDE765D}"/>
              </a:ext>
            </a:extLst>
          </p:cNvPr>
          <p:cNvSpPr/>
          <p:nvPr/>
        </p:nvSpPr>
        <p:spPr>
          <a:xfrm>
            <a:off x="1092087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557" name="Rectangle 556">
            <a:extLst>
              <a:ext uri="{FF2B5EF4-FFF2-40B4-BE49-F238E27FC236}">
                <a16:creationId xmlns:a16="http://schemas.microsoft.com/office/drawing/2014/main" id="{5D530387-B069-417E-A7B4-C8E57393E240}"/>
              </a:ext>
            </a:extLst>
          </p:cNvPr>
          <p:cNvSpPr/>
          <p:nvPr/>
        </p:nvSpPr>
        <p:spPr>
          <a:xfrm>
            <a:off x="1349879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558" name="Rectangle 557">
            <a:extLst>
              <a:ext uri="{FF2B5EF4-FFF2-40B4-BE49-F238E27FC236}">
                <a16:creationId xmlns:a16="http://schemas.microsoft.com/office/drawing/2014/main" id="{C4B6B4EF-2AA5-D8C6-F0A5-DCC153911B0F}"/>
              </a:ext>
            </a:extLst>
          </p:cNvPr>
          <p:cNvSpPr/>
          <p:nvPr/>
        </p:nvSpPr>
        <p:spPr>
          <a:xfrm>
            <a:off x="1607670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559" name="Rectangle 558">
            <a:extLst>
              <a:ext uri="{FF2B5EF4-FFF2-40B4-BE49-F238E27FC236}">
                <a16:creationId xmlns:a16="http://schemas.microsoft.com/office/drawing/2014/main" id="{5644ACD8-561F-7DA2-48DC-C22D36D585DA}"/>
              </a:ext>
            </a:extLst>
          </p:cNvPr>
          <p:cNvSpPr/>
          <p:nvPr/>
        </p:nvSpPr>
        <p:spPr>
          <a:xfrm>
            <a:off x="1865463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560" name="Rectangle 559">
            <a:extLst>
              <a:ext uri="{FF2B5EF4-FFF2-40B4-BE49-F238E27FC236}">
                <a16:creationId xmlns:a16="http://schemas.microsoft.com/office/drawing/2014/main" id="{FAE901A2-93A7-B5AA-8526-C8DBEF015A62}"/>
              </a:ext>
            </a:extLst>
          </p:cNvPr>
          <p:cNvSpPr/>
          <p:nvPr/>
        </p:nvSpPr>
        <p:spPr>
          <a:xfrm>
            <a:off x="2123254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61" name="Oval 560">
            <a:extLst>
              <a:ext uri="{FF2B5EF4-FFF2-40B4-BE49-F238E27FC236}">
                <a16:creationId xmlns:a16="http://schemas.microsoft.com/office/drawing/2014/main" id="{28E3B6EE-A0C3-71F2-EFD4-B9C3B5D70AB7}"/>
              </a:ext>
            </a:extLst>
          </p:cNvPr>
          <p:cNvSpPr/>
          <p:nvPr/>
        </p:nvSpPr>
        <p:spPr>
          <a:xfrm>
            <a:off x="1324918" y="6233528"/>
            <a:ext cx="52388" cy="52388"/>
          </a:xfrm>
          <a:prstGeom prst="ellipse">
            <a:avLst/>
          </a:prstGeom>
          <a:solidFill>
            <a:srgbClr val="0070C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62" name="Arc 561">
            <a:extLst>
              <a:ext uri="{FF2B5EF4-FFF2-40B4-BE49-F238E27FC236}">
                <a16:creationId xmlns:a16="http://schemas.microsoft.com/office/drawing/2014/main" id="{BE6A1BE9-66BC-AEB3-6240-7CE4DBF1828D}"/>
              </a:ext>
            </a:extLst>
          </p:cNvPr>
          <p:cNvSpPr/>
          <p:nvPr/>
        </p:nvSpPr>
        <p:spPr>
          <a:xfrm>
            <a:off x="2257160" y="5962065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63" name="TextBox 562">
            <a:extLst>
              <a:ext uri="{FF2B5EF4-FFF2-40B4-BE49-F238E27FC236}">
                <a16:creationId xmlns:a16="http://schemas.microsoft.com/office/drawing/2014/main" id="{EC124B2B-4E49-6312-4DCB-BB5BF143AC09}"/>
              </a:ext>
            </a:extLst>
          </p:cNvPr>
          <p:cNvSpPr txBox="1"/>
          <p:nvPr/>
        </p:nvSpPr>
        <p:spPr>
          <a:xfrm>
            <a:off x="2563391" y="5965231"/>
            <a:ext cx="5757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÷1000</a:t>
            </a:r>
          </a:p>
        </p:txBody>
      </p:sp>
      <p:sp>
        <p:nvSpPr>
          <p:cNvPr id="564" name="Arc 563">
            <a:extLst>
              <a:ext uri="{FF2B5EF4-FFF2-40B4-BE49-F238E27FC236}">
                <a16:creationId xmlns:a16="http://schemas.microsoft.com/office/drawing/2014/main" id="{B9822196-0994-719C-C3C7-D864FE60653F}"/>
              </a:ext>
            </a:extLst>
          </p:cNvPr>
          <p:cNvSpPr/>
          <p:nvPr/>
        </p:nvSpPr>
        <p:spPr>
          <a:xfrm>
            <a:off x="5672190" y="5585828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65" name="TextBox 564">
            <a:extLst>
              <a:ext uri="{FF2B5EF4-FFF2-40B4-BE49-F238E27FC236}">
                <a16:creationId xmlns:a16="http://schemas.microsoft.com/office/drawing/2014/main" id="{282CC0EC-74DA-2A6B-1077-CCDDE6C35C40}"/>
              </a:ext>
            </a:extLst>
          </p:cNvPr>
          <p:cNvSpPr txBox="1"/>
          <p:nvPr/>
        </p:nvSpPr>
        <p:spPr>
          <a:xfrm>
            <a:off x="5978421" y="5576786"/>
            <a:ext cx="5757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÷1000</a:t>
            </a:r>
          </a:p>
        </p:txBody>
      </p:sp>
      <p:sp>
        <p:nvSpPr>
          <p:cNvPr id="567" name="Rectangle 566">
            <a:extLst>
              <a:ext uri="{FF2B5EF4-FFF2-40B4-BE49-F238E27FC236}">
                <a16:creationId xmlns:a16="http://schemas.microsoft.com/office/drawing/2014/main" id="{2B78720C-C4DD-6B44-B6DC-8677C31156A1}"/>
              </a:ext>
            </a:extLst>
          </p:cNvPr>
          <p:cNvSpPr/>
          <p:nvPr/>
        </p:nvSpPr>
        <p:spPr>
          <a:xfrm>
            <a:off x="3733741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68" name="Rectangle 567">
            <a:extLst>
              <a:ext uri="{FF2B5EF4-FFF2-40B4-BE49-F238E27FC236}">
                <a16:creationId xmlns:a16="http://schemas.microsoft.com/office/drawing/2014/main" id="{EF1ED8DA-0CED-A26C-CA03-FE14BC172B41}"/>
              </a:ext>
            </a:extLst>
          </p:cNvPr>
          <p:cNvSpPr/>
          <p:nvPr/>
        </p:nvSpPr>
        <p:spPr>
          <a:xfrm>
            <a:off x="3991533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69" name="Rectangle 568">
            <a:extLst>
              <a:ext uri="{FF2B5EF4-FFF2-40B4-BE49-F238E27FC236}">
                <a16:creationId xmlns:a16="http://schemas.microsoft.com/office/drawing/2014/main" id="{6A7ACD0F-5B66-C9CB-A9CB-8DBEA5F4525F}"/>
              </a:ext>
            </a:extLst>
          </p:cNvPr>
          <p:cNvSpPr/>
          <p:nvPr/>
        </p:nvSpPr>
        <p:spPr>
          <a:xfrm>
            <a:off x="4249325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70" name="Rectangle 569">
            <a:extLst>
              <a:ext uri="{FF2B5EF4-FFF2-40B4-BE49-F238E27FC236}">
                <a16:creationId xmlns:a16="http://schemas.microsoft.com/office/drawing/2014/main" id="{A5351B00-3B2F-7AA0-9B88-6F84F6BC14C2}"/>
              </a:ext>
            </a:extLst>
          </p:cNvPr>
          <p:cNvSpPr/>
          <p:nvPr/>
        </p:nvSpPr>
        <p:spPr>
          <a:xfrm>
            <a:off x="4507117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71" name="Rectangle 570">
            <a:extLst>
              <a:ext uri="{FF2B5EF4-FFF2-40B4-BE49-F238E27FC236}">
                <a16:creationId xmlns:a16="http://schemas.microsoft.com/office/drawing/2014/main" id="{7536721E-2C66-06AA-FBFD-7AAE380D6669}"/>
              </a:ext>
            </a:extLst>
          </p:cNvPr>
          <p:cNvSpPr/>
          <p:nvPr/>
        </p:nvSpPr>
        <p:spPr>
          <a:xfrm>
            <a:off x="4764909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72" name="Rectangle 571">
            <a:extLst>
              <a:ext uri="{FF2B5EF4-FFF2-40B4-BE49-F238E27FC236}">
                <a16:creationId xmlns:a16="http://schemas.microsoft.com/office/drawing/2014/main" id="{00F991F6-A1C1-CA8B-3448-9AAFDEF58C3F}"/>
              </a:ext>
            </a:extLst>
          </p:cNvPr>
          <p:cNvSpPr/>
          <p:nvPr/>
        </p:nvSpPr>
        <p:spPr>
          <a:xfrm>
            <a:off x="5022700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73" name="Rectangle 572">
            <a:extLst>
              <a:ext uri="{FF2B5EF4-FFF2-40B4-BE49-F238E27FC236}">
                <a16:creationId xmlns:a16="http://schemas.microsoft.com/office/drawing/2014/main" id="{76F6D08E-57A0-22EF-FEF8-EBCAB9849A91}"/>
              </a:ext>
            </a:extLst>
          </p:cNvPr>
          <p:cNvSpPr/>
          <p:nvPr/>
        </p:nvSpPr>
        <p:spPr>
          <a:xfrm>
            <a:off x="5280493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74" name="Rectangle 573">
            <a:extLst>
              <a:ext uri="{FF2B5EF4-FFF2-40B4-BE49-F238E27FC236}">
                <a16:creationId xmlns:a16="http://schemas.microsoft.com/office/drawing/2014/main" id="{9F3184B9-D4C8-19AB-C5AB-DAF61EED0B1E}"/>
              </a:ext>
            </a:extLst>
          </p:cNvPr>
          <p:cNvSpPr/>
          <p:nvPr/>
        </p:nvSpPr>
        <p:spPr>
          <a:xfrm>
            <a:off x="5538284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75" name="Oval 574">
            <a:extLst>
              <a:ext uri="{FF2B5EF4-FFF2-40B4-BE49-F238E27FC236}">
                <a16:creationId xmlns:a16="http://schemas.microsoft.com/office/drawing/2014/main" id="{4B363B84-8487-D790-C741-5F60DAF0B8B1}"/>
              </a:ext>
            </a:extLst>
          </p:cNvPr>
          <p:cNvSpPr/>
          <p:nvPr/>
        </p:nvSpPr>
        <p:spPr>
          <a:xfrm>
            <a:off x="4479157" y="5560196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76" name="Rectangle 575">
            <a:extLst>
              <a:ext uri="{FF2B5EF4-FFF2-40B4-BE49-F238E27FC236}">
                <a16:creationId xmlns:a16="http://schemas.microsoft.com/office/drawing/2014/main" id="{C6D45AA9-6F23-ACE4-5334-CA2775B71F34}"/>
              </a:ext>
            </a:extLst>
          </p:cNvPr>
          <p:cNvSpPr/>
          <p:nvPr/>
        </p:nvSpPr>
        <p:spPr>
          <a:xfrm>
            <a:off x="3733741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77" name="Rectangle 576">
            <a:extLst>
              <a:ext uri="{FF2B5EF4-FFF2-40B4-BE49-F238E27FC236}">
                <a16:creationId xmlns:a16="http://schemas.microsoft.com/office/drawing/2014/main" id="{BB9A9B12-48EC-5A7E-68EE-1F087CF9FDB1}"/>
              </a:ext>
            </a:extLst>
          </p:cNvPr>
          <p:cNvSpPr/>
          <p:nvPr/>
        </p:nvSpPr>
        <p:spPr>
          <a:xfrm>
            <a:off x="3991533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78" name="Rectangle 577">
            <a:extLst>
              <a:ext uri="{FF2B5EF4-FFF2-40B4-BE49-F238E27FC236}">
                <a16:creationId xmlns:a16="http://schemas.microsoft.com/office/drawing/2014/main" id="{0C42E1E0-AA47-C53A-FC83-805E00CF3041}"/>
              </a:ext>
            </a:extLst>
          </p:cNvPr>
          <p:cNvSpPr/>
          <p:nvPr/>
        </p:nvSpPr>
        <p:spPr>
          <a:xfrm>
            <a:off x="4249325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579" name="Rectangle 578">
            <a:extLst>
              <a:ext uri="{FF2B5EF4-FFF2-40B4-BE49-F238E27FC236}">
                <a16:creationId xmlns:a16="http://schemas.microsoft.com/office/drawing/2014/main" id="{6FF17F28-29E2-F841-E352-84FDB43BDA7F}"/>
              </a:ext>
            </a:extLst>
          </p:cNvPr>
          <p:cNvSpPr/>
          <p:nvPr/>
        </p:nvSpPr>
        <p:spPr>
          <a:xfrm>
            <a:off x="4507117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580" name="Rectangle 579">
            <a:extLst>
              <a:ext uri="{FF2B5EF4-FFF2-40B4-BE49-F238E27FC236}">
                <a16:creationId xmlns:a16="http://schemas.microsoft.com/office/drawing/2014/main" id="{BDC22222-2179-93F8-13EA-8743DA6DF444}"/>
              </a:ext>
            </a:extLst>
          </p:cNvPr>
          <p:cNvSpPr/>
          <p:nvPr/>
        </p:nvSpPr>
        <p:spPr>
          <a:xfrm>
            <a:off x="4764909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9</a:t>
            </a:r>
          </a:p>
        </p:txBody>
      </p:sp>
      <p:sp>
        <p:nvSpPr>
          <p:cNvPr id="581" name="Rectangle 580">
            <a:extLst>
              <a:ext uri="{FF2B5EF4-FFF2-40B4-BE49-F238E27FC236}">
                <a16:creationId xmlns:a16="http://schemas.microsoft.com/office/drawing/2014/main" id="{004CA597-8E20-24FC-83B6-48E1BD47FB4B}"/>
              </a:ext>
            </a:extLst>
          </p:cNvPr>
          <p:cNvSpPr/>
          <p:nvPr/>
        </p:nvSpPr>
        <p:spPr>
          <a:xfrm>
            <a:off x="5022700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582" name="Rectangle 581">
            <a:extLst>
              <a:ext uri="{FF2B5EF4-FFF2-40B4-BE49-F238E27FC236}">
                <a16:creationId xmlns:a16="http://schemas.microsoft.com/office/drawing/2014/main" id="{E4B5E81A-4F70-C1F9-1531-548B22E2E23C}"/>
              </a:ext>
            </a:extLst>
          </p:cNvPr>
          <p:cNvSpPr/>
          <p:nvPr/>
        </p:nvSpPr>
        <p:spPr>
          <a:xfrm>
            <a:off x="5280493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583" name="Rectangle 582">
            <a:extLst>
              <a:ext uri="{FF2B5EF4-FFF2-40B4-BE49-F238E27FC236}">
                <a16:creationId xmlns:a16="http://schemas.microsoft.com/office/drawing/2014/main" id="{70B6E3CE-3229-201E-40CB-8E4A4D1BD56F}"/>
              </a:ext>
            </a:extLst>
          </p:cNvPr>
          <p:cNvSpPr/>
          <p:nvPr/>
        </p:nvSpPr>
        <p:spPr>
          <a:xfrm>
            <a:off x="5538284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584" name="Oval 583">
            <a:extLst>
              <a:ext uri="{FF2B5EF4-FFF2-40B4-BE49-F238E27FC236}">
                <a16:creationId xmlns:a16="http://schemas.microsoft.com/office/drawing/2014/main" id="{A0E28D47-E085-F665-D925-83A4E5DE30AA}"/>
              </a:ext>
            </a:extLst>
          </p:cNvPr>
          <p:cNvSpPr/>
          <p:nvPr/>
        </p:nvSpPr>
        <p:spPr>
          <a:xfrm>
            <a:off x="4479157" y="5893571"/>
            <a:ext cx="52388" cy="52388"/>
          </a:xfrm>
          <a:prstGeom prst="ellipse">
            <a:avLst/>
          </a:prstGeom>
          <a:solidFill>
            <a:srgbClr val="0070C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85" name="Rectangle 584">
            <a:extLst>
              <a:ext uri="{FF2B5EF4-FFF2-40B4-BE49-F238E27FC236}">
                <a16:creationId xmlns:a16="http://schemas.microsoft.com/office/drawing/2014/main" id="{258F9F9E-EC5C-BD7C-E791-66103C815E2F}"/>
              </a:ext>
            </a:extLst>
          </p:cNvPr>
          <p:cNvSpPr/>
          <p:nvPr/>
        </p:nvSpPr>
        <p:spPr>
          <a:xfrm>
            <a:off x="3733741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86" name="Rectangle 585">
            <a:extLst>
              <a:ext uri="{FF2B5EF4-FFF2-40B4-BE49-F238E27FC236}">
                <a16:creationId xmlns:a16="http://schemas.microsoft.com/office/drawing/2014/main" id="{792244D0-1203-2739-2F99-2C19722F7DF8}"/>
              </a:ext>
            </a:extLst>
          </p:cNvPr>
          <p:cNvSpPr/>
          <p:nvPr/>
        </p:nvSpPr>
        <p:spPr>
          <a:xfrm>
            <a:off x="3991533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87" name="Rectangle 586">
            <a:extLst>
              <a:ext uri="{FF2B5EF4-FFF2-40B4-BE49-F238E27FC236}">
                <a16:creationId xmlns:a16="http://schemas.microsoft.com/office/drawing/2014/main" id="{16A5D9BF-E5FC-8897-1A62-284BA8033195}"/>
              </a:ext>
            </a:extLst>
          </p:cNvPr>
          <p:cNvSpPr/>
          <p:nvPr/>
        </p:nvSpPr>
        <p:spPr>
          <a:xfrm>
            <a:off x="4249325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9</a:t>
            </a:r>
          </a:p>
        </p:txBody>
      </p:sp>
      <p:sp>
        <p:nvSpPr>
          <p:cNvPr id="588" name="Rectangle 587">
            <a:extLst>
              <a:ext uri="{FF2B5EF4-FFF2-40B4-BE49-F238E27FC236}">
                <a16:creationId xmlns:a16="http://schemas.microsoft.com/office/drawing/2014/main" id="{1FA925CD-5447-3FF8-AF2F-E0EC7EAE6994}"/>
              </a:ext>
            </a:extLst>
          </p:cNvPr>
          <p:cNvSpPr/>
          <p:nvPr/>
        </p:nvSpPr>
        <p:spPr>
          <a:xfrm>
            <a:off x="4507117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589" name="Rectangle 588">
            <a:extLst>
              <a:ext uri="{FF2B5EF4-FFF2-40B4-BE49-F238E27FC236}">
                <a16:creationId xmlns:a16="http://schemas.microsoft.com/office/drawing/2014/main" id="{E111F8A7-7DAB-F7B9-A8A2-0C03F535C5AF}"/>
              </a:ext>
            </a:extLst>
          </p:cNvPr>
          <p:cNvSpPr/>
          <p:nvPr/>
        </p:nvSpPr>
        <p:spPr>
          <a:xfrm>
            <a:off x="4764909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590" name="Rectangle 589">
            <a:extLst>
              <a:ext uri="{FF2B5EF4-FFF2-40B4-BE49-F238E27FC236}">
                <a16:creationId xmlns:a16="http://schemas.microsoft.com/office/drawing/2014/main" id="{B2F8FCEF-5AA1-0CE5-008A-5927DD0B206D}"/>
              </a:ext>
            </a:extLst>
          </p:cNvPr>
          <p:cNvSpPr/>
          <p:nvPr/>
        </p:nvSpPr>
        <p:spPr>
          <a:xfrm>
            <a:off x="5022700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591" name="Rectangle 590">
            <a:extLst>
              <a:ext uri="{FF2B5EF4-FFF2-40B4-BE49-F238E27FC236}">
                <a16:creationId xmlns:a16="http://schemas.microsoft.com/office/drawing/2014/main" id="{E3D2A3E0-AAE2-B414-EDD0-585DED50EF2C}"/>
              </a:ext>
            </a:extLst>
          </p:cNvPr>
          <p:cNvSpPr/>
          <p:nvPr/>
        </p:nvSpPr>
        <p:spPr>
          <a:xfrm>
            <a:off x="5280493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92" name="Rectangle 591">
            <a:extLst>
              <a:ext uri="{FF2B5EF4-FFF2-40B4-BE49-F238E27FC236}">
                <a16:creationId xmlns:a16="http://schemas.microsoft.com/office/drawing/2014/main" id="{99BC6536-71C9-6E86-BECE-76B14916BB2C}"/>
              </a:ext>
            </a:extLst>
          </p:cNvPr>
          <p:cNvSpPr/>
          <p:nvPr/>
        </p:nvSpPr>
        <p:spPr>
          <a:xfrm>
            <a:off x="5538284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93" name="Oval 592">
            <a:extLst>
              <a:ext uri="{FF2B5EF4-FFF2-40B4-BE49-F238E27FC236}">
                <a16:creationId xmlns:a16="http://schemas.microsoft.com/office/drawing/2014/main" id="{0BF1391D-91BF-E522-6EB7-72682DEF1A10}"/>
              </a:ext>
            </a:extLst>
          </p:cNvPr>
          <p:cNvSpPr/>
          <p:nvPr/>
        </p:nvSpPr>
        <p:spPr>
          <a:xfrm>
            <a:off x="4479157" y="6226946"/>
            <a:ext cx="52388" cy="52388"/>
          </a:xfrm>
          <a:prstGeom prst="ellipse">
            <a:avLst/>
          </a:prstGeom>
          <a:solidFill>
            <a:srgbClr val="0070C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94" name="Arc 593">
            <a:extLst>
              <a:ext uri="{FF2B5EF4-FFF2-40B4-BE49-F238E27FC236}">
                <a16:creationId xmlns:a16="http://schemas.microsoft.com/office/drawing/2014/main" id="{2E3937DD-6E43-5CAE-CB3E-49F668FA69A3}"/>
              </a:ext>
            </a:extLst>
          </p:cNvPr>
          <p:cNvSpPr/>
          <p:nvPr/>
        </p:nvSpPr>
        <p:spPr>
          <a:xfrm>
            <a:off x="5672190" y="5962065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5" name="TextBox 594">
            <a:extLst>
              <a:ext uri="{FF2B5EF4-FFF2-40B4-BE49-F238E27FC236}">
                <a16:creationId xmlns:a16="http://schemas.microsoft.com/office/drawing/2014/main" id="{AA2FDBE1-821E-18B0-18A5-1E81BC7999F5}"/>
              </a:ext>
            </a:extLst>
          </p:cNvPr>
          <p:cNvSpPr txBox="1"/>
          <p:nvPr/>
        </p:nvSpPr>
        <p:spPr>
          <a:xfrm>
            <a:off x="5978421" y="5965231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×100</a:t>
            </a:r>
          </a:p>
        </p:txBody>
      </p:sp>
      <p:sp>
        <p:nvSpPr>
          <p:cNvPr id="596" name="Arc 595">
            <a:extLst>
              <a:ext uri="{FF2B5EF4-FFF2-40B4-BE49-F238E27FC236}">
                <a16:creationId xmlns:a16="http://schemas.microsoft.com/office/drawing/2014/main" id="{92E71B9C-430A-9440-B042-7613D54A7132}"/>
              </a:ext>
            </a:extLst>
          </p:cNvPr>
          <p:cNvSpPr/>
          <p:nvPr/>
        </p:nvSpPr>
        <p:spPr>
          <a:xfrm>
            <a:off x="8880845" y="5585828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7" name="TextBox 596">
            <a:extLst>
              <a:ext uri="{FF2B5EF4-FFF2-40B4-BE49-F238E27FC236}">
                <a16:creationId xmlns:a16="http://schemas.microsoft.com/office/drawing/2014/main" id="{CA97D6F8-8DF4-1FFF-B087-EAE20282D19F}"/>
              </a:ext>
            </a:extLst>
          </p:cNvPr>
          <p:cNvSpPr txBox="1"/>
          <p:nvPr/>
        </p:nvSpPr>
        <p:spPr>
          <a:xfrm>
            <a:off x="9187076" y="5576786"/>
            <a:ext cx="6543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×10 000</a:t>
            </a:r>
          </a:p>
        </p:txBody>
      </p:sp>
      <p:sp>
        <p:nvSpPr>
          <p:cNvPr id="599" name="Rectangle 598">
            <a:extLst>
              <a:ext uri="{FF2B5EF4-FFF2-40B4-BE49-F238E27FC236}">
                <a16:creationId xmlns:a16="http://schemas.microsoft.com/office/drawing/2014/main" id="{94D14DB2-0098-1241-4B2F-BE32D6CDD9A1}"/>
              </a:ext>
            </a:extLst>
          </p:cNvPr>
          <p:cNvSpPr/>
          <p:nvPr/>
        </p:nvSpPr>
        <p:spPr>
          <a:xfrm>
            <a:off x="6942396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600" name="Rectangle 599">
            <a:extLst>
              <a:ext uri="{FF2B5EF4-FFF2-40B4-BE49-F238E27FC236}">
                <a16:creationId xmlns:a16="http://schemas.microsoft.com/office/drawing/2014/main" id="{114DCDA3-07A7-1E58-1494-BE29407BAFDC}"/>
              </a:ext>
            </a:extLst>
          </p:cNvPr>
          <p:cNvSpPr/>
          <p:nvPr/>
        </p:nvSpPr>
        <p:spPr>
          <a:xfrm>
            <a:off x="7200188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601" name="Rectangle 600">
            <a:extLst>
              <a:ext uri="{FF2B5EF4-FFF2-40B4-BE49-F238E27FC236}">
                <a16:creationId xmlns:a16="http://schemas.microsoft.com/office/drawing/2014/main" id="{165E0B95-3CB6-7092-1A9F-2630152CD231}"/>
              </a:ext>
            </a:extLst>
          </p:cNvPr>
          <p:cNvSpPr/>
          <p:nvPr/>
        </p:nvSpPr>
        <p:spPr>
          <a:xfrm>
            <a:off x="7457980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602" name="Rectangle 601">
            <a:extLst>
              <a:ext uri="{FF2B5EF4-FFF2-40B4-BE49-F238E27FC236}">
                <a16:creationId xmlns:a16="http://schemas.microsoft.com/office/drawing/2014/main" id="{C10F2A6D-17B2-BC5F-115B-B926E2C7950C}"/>
              </a:ext>
            </a:extLst>
          </p:cNvPr>
          <p:cNvSpPr/>
          <p:nvPr/>
        </p:nvSpPr>
        <p:spPr>
          <a:xfrm>
            <a:off x="7715772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603" name="Rectangle 602">
            <a:extLst>
              <a:ext uri="{FF2B5EF4-FFF2-40B4-BE49-F238E27FC236}">
                <a16:creationId xmlns:a16="http://schemas.microsoft.com/office/drawing/2014/main" id="{2B5523CE-B003-CAAB-E445-BE75C0262537}"/>
              </a:ext>
            </a:extLst>
          </p:cNvPr>
          <p:cNvSpPr/>
          <p:nvPr/>
        </p:nvSpPr>
        <p:spPr>
          <a:xfrm>
            <a:off x="7973564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604" name="Rectangle 603">
            <a:extLst>
              <a:ext uri="{FF2B5EF4-FFF2-40B4-BE49-F238E27FC236}">
                <a16:creationId xmlns:a16="http://schemas.microsoft.com/office/drawing/2014/main" id="{088AC3A7-CC41-DDB8-F3A1-B68ADE8E8E74}"/>
              </a:ext>
            </a:extLst>
          </p:cNvPr>
          <p:cNvSpPr/>
          <p:nvPr/>
        </p:nvSpPr>
        <p:spPr>
          <a:xfrm>
            <a:off x="8231355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605" name="Rectangle 604">
            <a:extLst>
              <a:ext uri="{FF2B5EF4-FFF2-40B4-BE49-F238E27FC236}">
                <a16:creationId xmlns:a16="http://schemas.microsoft.com/office/drawing/2014/main" id="{004E8F62-74EE-C7E5-329D-BE75FDEAA59F}"/>
              </a:ext>
            </a:extLst>
          </p:cNvPr>
          <p:cNvSpPr/>
          <p:nvPr/>
        </p:nvSpPr>
        <p:spPr>
          <a:xfrm>
            <a:off x="8489148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06" name="Rectangle 605">
            <a:extLst>
              <a:ext uri="{FF2B5EF4-FFF2-40B4-BE49-F238E27FC236}">
                <a16:creationId xmlns:a16="http://schemas.microsoft.com/office/drawing/2014/main" id="{B57C10CA-24AA-3761-2EB6-FD3F458FA220}"/>
              </a:ext>
            </a:extLst>
          </p:cNvPr>
          <p:cNvSpPr/>
          <p:nvPr/>
        </p:nvSpPr>
        <p:spPr>
          <a:xfrm>
            <a:off x="8746939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07" name="Oval 606">
            <a:extLst>
              <a:ext uri="{FF2B5EF4-FFF2-40B4-BE49-F238E27FC236}">
                <a16:creationId xmlns:a16="http://schemas.microsoft.com/office/drawing/2014/main" id="{4D3A883B-4AFE-9EA8-2D37-EB4CC4C48837}"/>
              </a:ext>
            </a:extLst>
          </p:cNvPr>
          <p:cNvSpPr/>
          <p:nvPr/>
        </p:nvSpPr>
        <p:spPr>
          <a:xfrm>
            <a:off x="8205778" y="5566778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08" name="Rectangle 607">
            <a:extLst>
              <a:ext uri="{FF2B5EF4-FFF2-40B4-BE49-F238E27FC236}">
                <a16:creationId xmlns:a16="http://schemas.microsoft.com/office/drawing/2014/main" id="{0621CF6D-212F-A318-1C12-545B62A5C2B3}"/>
              </a:ext>
            </a:extLst>
          </p:cNvPr>
          <p:cNvSpPr/>
          <p:nvPr/>
        </p:nvSpPr>
        <p:spPr>
          <a:xfrm>
            <a:off x="6942396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6</a:t>
            </a:r>
          </a:p>
        </p:txBody>
      </p:sp>
      <p:sp>
        <p:nvSpPr>
          <p:cNvPr id="609" name="Rectangle 608">
            <a:extLst>
              <a:ext uri="{FF2B5EF4-FFF2-40B4-BE49-F238E27FC236}">
                <a16:creationId xmlns:a16="http://schemas.microsoft.com/office/drawing/2014/main" id="{34154D7E-8690-BE5D-3AF9-8FFB0D60CFD0}"/>
              </a:ext>
            </a:extLst>
          </p:cNvPr>
          <p:cNvSpPr/>
          <p:nvPr/>
        </p:nvSpPr>
        <p:spPr>
          <a:xfrm>
            <a:off x="7200188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610" name="Rectangle 609">
            <a:extLst>
              <a:ext uri="{FF2B5EF4-FFF2-40B4-BE49-F238E27FC236}">
                <a16:creationId xmlns:a16="http://schemas.microsoft.com/office/drawing/2014/main" id="{23456E40-74DA-20C3-F2C1-C93980EB9CEB}"/>
              </a:ext>
            </a:extLst>
          </p:cNvPr>
          <p:cNvSpPr/>
          <p:nvPr/>
        </p:nvSpPr>
        <p:spPr>
          <a:xfrm>
            <a:off x="7457980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611" name="Rectangle 610">
            <a:extLst>
              <a:ext uri="{FF2B5EF4-FFF2-40B4-BE49-F238E27FC236}">
                <a16:creationId xmlns:a16="http://schemas.microsoft.com/office/drawing/2014/main" id="{269DC048-F32E-7C59-8978-838608CB8502}"/>
              </a:ext>
            </a:extLst>
          </p:cNvPr>
          <p:cNvSpPr/>
          <p:nvPr/>
        </p:nvSpPr>
        <p:spPr>
          <a:xfrm>
            <a:off x="7715772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612" name="Rectangle 611">
            <a:extLst>
              <a:ext uri="{FF2B5EF4-FFF2-40B4-BE49-F238E27FC236}">
                <a16:creationId xmlns:a16="http://schemas.microsoft.com/office/drawing/2014/main" id="{8DB00E1E-38E4-B275-1C7C-3341DE61480D}"/>
              </a:ext>
            </a:extLst>
          </p:cNvPr>
          <p:cNvSpPr/>
          <p:nvPr/>
        </p:nvSpPr>
        <p:spPr>
          <a:xfrm>
            <a:off x="7973564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613" name="Rectangle 612">
            <a:extLst>
              <a:ext uri="{FF2B5EF4-FFF2-40B4-BE49-F238E27FC236}">
                <a16:creationId xmlns:a16="http://schemas.microsoft.com/office/drawing/2014/main" id="{24490C70-AF91-7E17-AB94-C3DAD7E97605}"/>
              </a:ext>
            </a:extLst>
          </p:cNvPr>
          <p:cNvSpPr/>
          <p:nvPr/>
        </p:nvSpPr>
        <p:spPr>
          <a:xfrm>
            <a:off x="8231355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614" name="Rectangle 613">
            <a:extLst>
              <a:ext uri="{FF2B5EF4-FFF2-40B4-BE49-F238E27FC236}">
                <a16:creationId xmlns:a16="http://schemas.microsoft.com/office/drawing/2014/main" id="{4B13C6DA-C8D6-E14F-ACC4-E6D90C218DBB}"/>
              </a:ext>
            </a:extLst>
          </p:cNvPr>
          <p:cNvSpPr/>
          <p:nvPr/>
        </p:nvSpPr>
        <p:spPr>
          <a:xfrm>
            <a:off x="8489148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615" name="Rectangle 614">
            <a:extLst>
              <a:ext uri="{FF2B5EF4-FFF2-40B4-BE49-F238E27FC236}">
                <a16:creationId xmlns:a16="http://schemas.microsoft.com/office/drawing/2014/main" id="{27B7FB72-244B-6A0E-DCE6-14D4ABD33A58}"/>
              </a:ext>
            </a:extLst>
          </p:cNvPr>
          <p:cNvSpPr/>
          <p:nvPr/>
        </p:nvSpPr>
        <p:spPr>
          <a:xfrm>
            <a:off x="8746939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616" name="Oval 615">
            <a:extLst>
              <a:ext uri="{FF2B5EF4-FFF2-40B4-BE49-F238E27FC236}">
                <a16:creationId xmlns:a16="http://schemas.microsoft.com/office/drawing/2014/main" id="{8BBA37D3-6E86-385B-1014-B069D05595D8}"/>
              </a:ext>
            </a:extLst>
          </p:cNvPr>
          <p:cNvSpPr/>
          <p:nvPr/>
        </p:nvSpPr>
        <p:spPr>
          <a:xfrm>
            <a:off x="8205778" y="5900153"/>
            <a:ext cx="52388" cy="52388"/>
          </a:xfrm>
          <a:prstGeom prst="ellipse">
            <a:avLst/>
          </a:prstGeom>
          <a:solidFill>
            <a:srgbClr val="0070C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17" name="Rectangle 616">
            <a:extLst>
              <a:ext uri="{FF2B5EF4-FFF2-40B4-BE49-F238E27FC236}">
                <a16:creationId xmlns:a16="http://schemas.microsoft.com/office/drawing/2014/main" id="{87C375EB-CF32-21D7-87EF-4E7906BE17E5}"/>
              </a:ext>
            </a:extLst>
          </p:cNvPr>
          <p:cNvSpPr/>
          <p:nvPr/>
        </p:nvSpPr>
        <p:spPr>
          <a:xfrm>
            <a:off x="6942396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618" name="Rectangle 617">
            <a:extLst>
              <a:ext uri="{FF2B5EF4-FFF2-40B4-BE49-F238E27FC236}">
                <a16:creationId xmlns:a16="http://schemas.microsoft.com/office/drawing/2014/main" id="{E334E1B5-3151-9351-F283-A9A1ED65EE77}"/>
              </a:ext>
            </a:extLst>
          </p:cNvPr>
          <p:cNvSpPr/>
          <p:nvPr/>
        </p:nvSpPr>
        <p:spPr>
          <a:xfrm>
            <a:off x="7200188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619" name="Rectangle 618">
            <a:extLst>
              <a:ext uri="{FF2B5EF4-FFF2-40B4-BE49-F238E27FC236}">
                <a16:creationId xmlns:a16="http://schemas.microsoft.com/office/drawing/2014/main" id="{7DC598F9-3489-C959-809C-B31288C7FFF2}"/>
              </a:ext>
            </a:extLst>
          </p:cNvPr>
          <p:cNvSpPr/>
          <p:nvPr/>
        </p:nvSpPr>
        <p:spPr>
          <a:xfrm>
            <a:off x="7457980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620" name="Rectangle 619">
            <a:extLst>
              <a:ext uri="{FF2B5EF4-FFF2-40B4-BE49-F238E27FC236}">
                <a16:creationId xmlns:a16="http://schemas.microsoft.com/office/drawing/2014/main" id="{681EC98F-B941-4143-8CC5-B63202FC6864}"/>
              </a:ext>
            </a:extLst>
          </p:cNvPr>
          <p:cNvSpPr/>
          <p:nvPr/>
        </p:nvSpPr>
        <p:spPr>
          <a:xfrm>
            <a:off x="7715772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6</a:t>
            </a:r>
          </a:p>
        </p:txBody>
      </p:sp>
      <p:sp>
        <p:nvSpPr>
          <p:cNvPr id="621" name="Rectangle 620">
            <a:extLst>
              <a:ext uri="{FF2B5EF4-FFF2-40B4-BE49-F238E27FC236}">
                <a16:creationId xmlns:a16="http://schemas.microsoft.com/office/drawing/2014/main" id="{6CAA7E9E-F825-6B8E-F2FF-506D8263610C}"/>
              </a:ext>
            </a:extLst>
          </p:cNvPr>
          <p:cNvSpPr/>
          <p:nvPr/>
        </p:nvSpPr>
        <p:spPr>
          <a:xfrm>
            <a:off x="7973564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622" name="Rectangle 621">
            <a:extLst>
              <a:ext uri="{FF2B5EF4-FFF2-40B4-BE49-F238E27FC236}">
                <a16:creationId xmlns:a16="http://schemas.microsoft.com/office/drawing/2014/main" id="{881A5E93-40F4-6C50-C14D-7DFDB9BEEE05}"/>
              </a:ext>
            </a:extLst>
          </p:cNvPr>
          <p:cNvSpPr/>
          <p:nvPr/>
        </p:nvSpPr>
        <p:spPr>
          <a:xfrm>
            <a:off x="8231355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623" name="Rectangle 622">
            <a:extLst>
              <a:ext uri="{FF2B5EF4-FFF2-40B4-BE49-F238E27FC236}">
                <a16:creationId xmlns:a16="http://schemas.microsoft.com/office/drawing/2014/main" id="{902BD2E1-EECB-22DB-3803-6323CF746297}"/>
              </a:ext>
            </a:extLst>
          </p:cNvPr>
          <p:cNvSpPr/>
          <p:nvPr/>
        </p:nvSpPr>
        <p:spPr>
          <a:xfrm>
            <a:off x="8489148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624" name="Rectangle 623">
            <a:extLst>
              <a:ext uri="{FF2B5EF4-FFF2-40B4-BE49-F238E27FC236}">
                <a16:creationId xmlns:a16="http://schemas.microsoft.com/office/drawing/2014/main" id="{D35441A4-40CB-EF59-EB55-E6567EA506CD}"/>
              </a:ext>
            </a:extLst>
          </p:cNvPr>
          <p:cNvSpPr/>
          <p:nvPr/>
        </p:nvSpPr>
        <p:spPr>
          <a:xfrm>
            <a:off x="8746939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625" name="Oval 624">
            <a:extLst>
              <a:ext uri="{FF2B5EF4-FFF2-40B4-BE49-F238E27FC236}">
                <a16:creationId xmlns:a16="http://schemas.microsoft.com/office/drawing/2014/main" id="{63831FEE-26A2-C1A8-7D2E-E65C1742660B}"/>
              </a:ext>
            </a:extLst>
          </p:cNvPr>
          <p:cNvSpPr/>
          <p:nvPr/>
        </p:nvSpPr>
        <p:spPr>
          <a:xfrm>
            <a:off x="8205778" y="6233528"/>
            <a:ext cx="52388" cy="52388"/>
          </a:xfrm>
          <a:prstGeom prst="ellipse">
            <a:avLst/>
          </a:prstGeom>
          <a:solidFill>
            <a:srgbClr val="0070C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26" name="Arc 625">
            <a:extLst>
              <a:ext uri="{FF2B5EF4-FFF2-40B4-BE49-F238E27FC236}">
                <a16:creationId xmlns:a16="http://schemas.microsoft.com/office/drawing/2014/main" id="{D16088E4-FF58-4FC9-34D6-DFF4C7549235}"/>
              </a:ext>
            </a:extLst>
          </p:cNvPr>
          <p:cNvSpPr/>
          <p:nvPr/>
        </p:nvSpPr>
        <p:spPr>
          <a:xfrm>
            <a:off x="8880845" y="5962065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27" name="TextBox 626">
            <a:extLst>
              <a:ext uri="{FF2B5EF4-FFF2-40B4-BE49-F238E27FC236}">
                <a16:creationId xmlns:a16="http://schemas.microsoft.com/office/drawing/2014/main" id="{0657D18F-7FCD-8F9C-9E3B-9A379C2296BD}"/>
              </a:ext>
            </a:extLst>
          </p:cNvPr>
          <p:cNvSpPr txBox="1"/>
          <p:nvPr/>
        </p:nvSpPr>
        <p:spPr>
          <a:xfrm>
            <a:off x="9187076" y="5965231"/>
            <a:ext cx="5757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÷1000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28" name="TextBox 627">
                <a:extLst>
                  <a:ext uri="{FF2B5EF4-FFF2-40B4-BE49-F238E27FC236}">
                    <a16:creationId xmlns:a16="http://schemas.microsoft.com/office/drawing/2014/main" id="{CE2540EF-86B3-8C02-E759-80E2B53BF908}"/>
                  </a:ext>
                </a:extLst>
              </p:cNvPr>
              <p:cNvSpPr txBox="1"/>
              <p:nvPr/>
            </p:nvSpPr>
            <p:spPr>
              <a:xfrm>
                <a:off x="3588776" y="6522183"/>
                <a:ext cx="252825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y-KG" sz="1200" b="1" dirty="0">
                    <a:solidFill>
                      <a:schemeClr val="bg1">
                        <a:lumMod val="50000"/>
                      </a:schemeClr>
                    </a:solidFill>
                  </a:rPr>
                  <a:t>п</a:t>
                </a:r>
                <a:r>
                  <a:rPr lang="en-GB" sz="1200" b="1" dirty="0">
                    <a:solidFill>
                      <a:schemeClr val="bg1">
                        <a:lumMod val="50000"/>
                      </a:schemeClr>
                    </a:solidFill>
                  </a:rPr>
                  <a:t>)  </a:t>
                </a:r>
                <a:r>
                  <a:rPr lang="en-GB" sz="1200" dirty="0"/>
                  <a:t>4,02 </a:t>
                </a:r>
                <a14:m>
                  <m:oMath xmlns:m="http://schemas.openxmlformats.org/officeDocument/2006/math">
                    <m:r>
                      <a:rPr lang="en-GB" sz="1200" i="1" dirty="0">
                        <a:latin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GB" sz="1200" dirty="0"/>
                  <a:t> 10 × 1000 = ____________</a:t>
                </a:r>
              </a:p>
            </p:txBody>
          </p:sp>
        </mc:Choice>
        <mc:Fallback>
          <p:sp>
            <p:nvSpPr>
              <p:cNvPr id="628" name="TextBox 627">
                <a:extLst>
                  <a:ext uri="{FF2B5EF4-FFF2-40B4-BE49-F238E27FC236}">
                    <a16:creationId xmlns:a16="http://schemas.microsoft.com/office/drawing/2014/main" id="{CE2540EF-86B3-8C02-E759-80E2B53BF9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8776" y="6522183"/>
                <a:ext cx="2528256" cy="276999"/>
              </a:xfrm>
              <a:prstGeom prst="rect">
                <a:avLst/>
              </a:prstGeom>
              <a:blipFill>
                <a:blip r:embed="rId3"/>
                <a:stretch>
                  <a:fillRect l="-242" t="-2222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9" name="TextBox 628">
                <a:extLst>
                  <a:ext uri="{FF2B5EF4-FFF2-40B4-BE49-F238E27FC236}">
                    <a16:creationId xmlns:a16="http://schemas.microsoft.com/office/drawing/2014/main" id="{168C2E00-E8D3-F5EC-33E9-7F84FED39191}"/>
                  </a:ext>
                </a:extLst>
              </p:cNvPr>
              <p:cNvSpPr txBox="1"/>
              <p:nvPr/>
            </p:nvSpPr>
            <p:spPr>
              <a:xfrm>
                <a:off x="6955431" y="6522183"/>
                <a:ext cx="268535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y-KG" sz="1200" b="1" dirty="0">
                    <a:solidFill>
                      <a:schemeClr val="bg1">
                        <a:lumMod val="50000"/>
                      </a:schemeClr>
                    </a:solidFill>
                  </a:rPr>
                  <a:t>р</a:t>
                </a:r>
                <a:r>
                  <a:rPr lang="en-GB" sz="1200" b="1" dirty="0">
                    <a:solidFill>
                      <a:schemeClr val="bg1">
                        <a:lumMod val="50000"/>
                      </a:schemeClr>
                    </a:solidFill>
                  </a:rPr>
                  <a:t>)  </a:t>
                </a:r>
                <a:r>
                  <a:rPr lang="en-GB" sz="1200" dirty="0"/>
                  <a:t>108,7 </a:t>
                </a:r>
                <a14:m>
                  <m:oMath xmlns:m="http://schemas.openxmlformats.org/officeDocument/2006/math">
                    <m:r>
                      <a:rPr lang="en-GB" sz="1200" i="1" dirty="0">
                        <a:latin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GB" sz="1200" dirty="0"/>
                  <a:t> 1000 × 100 = ____________</a:t>
                </a:r>
              </a:p>
            </p:txBody>
          </p:sp>
        </mc:Choice>
        <mc:Fallback>
          <p:sp>
            <p:nvSpPr>
              <p:cNvPr id="629" name="TextBox 628">
                <a:extLst>
                  <a:ext uri="{FF2B5EF4-FFF2-40B4-BE49-F238E27FC236}">
                    <a16:creationId xmlns:a16="http://schemas.microsoft.com/office/drawing/2014/main" id="{168C2E00-E8D3-F5EC-33E9-7F84FED391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5431" y="6522183"/>
                <a:ext cx="2685351" cy="276999"/>
              </a:xfrm>
              <a:prstGeom prst="rect">
                <a:avLst/>
              </a:prstGeom>
              <a:blipFill>
                <a:blip r:embed="rId4"/>
                <a:stretch>
                  <a:fillRect l="-227" t="-2222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5" name="TextBox 634">
            <a:extLst>
              <a:ext uri="{FF2B5EF4-FFF2-40B4-BE49-F238E27FC236}">
                <a16:creationId xmlns:a16="http://schemas.microsoft.com/office/drawing/2014/main" id="{682B3B85-54B4-1985-FFCA-B508631D8C1F}"/>
              </a:ext>
            </a:extLst>
          </p:cNvPr>
          <p:cNvSpPr txBox="1"/>
          <p:nvPr/>
        </p:nvSpPr>
        <p:spPr>
          <a:xfrm>
            <a:off x="1780181" y="6490433"/>
            <a:ext cx="341760" cy="276999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GB" sz="1200" dirty="0"/>
              <a:t>27</a:t>
            </a:r>
          </a:p>
        </p:txBody>
      </p:sp>
      <p:sp>
        <p:nvSpPr>
          <p:cNvPr id="636" name="TextBox 635">
            <a:extLst>
              <a:ext uri="{FF2B5EF4-FFF2-40B4-BE49-F238E27FC236}">
                <a16:creationId xmlns:a16="http://schemas.microsoft.com/office/drawing/2014/main" id="{0CD948DD-5219-0C9A-E384-927BF451CA66}"/>
              </a:ext>
            </a:extLst>
          </p:cNvPr>
          <p:cNvSpPr txBox="1"/>
          <p:nvPr/>
        </p:nvSpPr>
        <p:spPr>
          <a:xfrm>
            <a:off x="5373419" y="6506599"/>
            <a:ext cx="420308" cy="276999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GB" sz="1200" dirty="0"/>
              <a:t>402</a:t>
            </a:r>
          </a:p>
        </p:txBody>
      </p:sp>
      <p:sp>
        <p:nvSpPr>
          <p:cNvPr id="637" name="TextBox 636">
            <a:extLst>
              <a:ext uri="{FF2B5EF4-FFF2-40B4-BE49-F238E27FC236}">
                <a16:creationId xmlns:a16="http://schemas.microsoft.com/office/drawing/2014/main" id="{AA5D1E55-E32C-0D96-2E65-CB52E54C030C}"/>
              </a:ext>
            </a:extLst>
          </p:cNvPr>
          <p:cNvSpPr txBox="1"/>
          <p:nvPr/>
        </p:nvSpPr>
        <p:spPr>
          <a:xfrm>
            <a:off x="8812806" y="6493608"/>
            <a:ext cx="537327" cy="276999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GB" sz="1200" dirty="0"/>
              <a:t>10,87</a:t>
            </a:r>
          </a:p>
        </p:txBody>
      </p:sp>
      <p:sp>
        <p:nvSpPr>
          <p:cNvPr id="2" name="Arc 1">
            <a:extLst>
              <a:ext uri="{FF2B5EF4-FFF2-40B4-BE49-F238E27FC236}">
                <a16:creationId xmlns:a16="http://schemas.microsoft.com/office/drawing/2014/main" id="{1F1B8B01-2347-435B-6958-730EEA052CB7}"/>
              </a:ext>
            </a:extLst>
          </p:cNvPr>
          <p:cNvSpPr/>
          <p:nvPr/>
        </p:nvSpPr>
        <p:spPr>
          <a:xfrm>
            <a:off x="2435753" y="505027"/>
            <a:ext cx="599548" cy="653848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179103-1F01-5DCA-CF9D-A0F1FB395183}"/>
              </a:ext>
            </a:extLst>
          </p:cNvPr>
          <p:cNvSpPr txBox="1"/>
          <p:nvPr/>
        </p:nvSpPr>
        <p:spPr>
          <a:xfrm>
            <a:off x="2983284" y="680135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×100</a:t>
            </a:r>
          </a:p>
        </p:txBody>
      </p:sp>
      <p:sp>
        <p:nvSpPr>
          <p:cNvPr id="5" name="Arc 4">
            <a:extLst>
              <a:ext uri="{FF2B5EF4-FFF2-40B4-BE49-F238E27FC236}">
                <a16:creationId xmlns:a16="http://schemas.microsoft.com/office/drawing/2014/main" id="{A9758551-DF10-967C-F3EC-556049B03F79}"/>
              </a:ext>
            </a:extLst>
          </p:cNvPr>
          <p:cNvSpPr/>
          <p:nvPr/>
        </p:nvSpPr>
        <p:spPr>
          <a:xfrm>
            <a:off x="8455553" y="505027"/>
            <a:ext cx="599548" cy="653848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195A07-01BB-B1EA-2DE9-816595E2D53A}"/>
              </a:ext>
            </a:extLst>
          </p:cNvPr>
          <p:cNvSpPr txBox="1"/>
          <p:nvPr/>
        </p:nvSpPr>
        <p:spPr>
          <a:xfrm>
            <a:off x="9003084" y="680135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÷100</a:t>
            </a:r>
          </a:p>
        </p:txBody>
      </p:sp>
      <p:sp>
        <p:nvSpPr>
          <p:cNvPr id="9" name="Arc 8">
            <a:extLst>
              <a:ext uri="{FF2B5EF4-FFF2-40B4-BE49-F238E27FC236}">
                <a16:creationId xmlns:a16="http://schemas.microsoft.com/office/drawing/2014/main" id="{F767863B-1232-EEF2-3833-9C5962353C77}"/>
              </a:ext>
            </a:extLst>
          </p:cNvPr>
          <p:cNvSpPr/>
          <p:nvPr/>
        </p:nvSpPr>
        <p:spPr>
          <a:xfrm>
            <a:off x="2581803" y="1749627"/>
            <a:ext cx="599548" cy="653848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47CBE1B-F5CA-78D3-90FC-15646DAF483B}"/>
              </a:ext>
            </a:extLst>
          </p:cNvPr>
          <p:cNvSpPr txBox="1"/>
          <p:nvPr/>
        </p:nvSpPr>
        <p:spPr>
          <a:xfrm>
            <a:off x="3129334" y="1924735"/>
            <a:ext cx="5757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×1000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FD35E9F-02A4-A272-08CA-62BB99BEA28C}"/>
              </a:ext>
            </a:extLst>
          </p:cNvPr>
          <p:cNvSpPr txBox="1"/>
          <p:nvPr/>
        </p:nvSpPr>
        <p:spPr>
          <a:xfrm>
            <a:off x="266145" y="359902"/>
            <a:ext cx="3080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а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07506AA-1DE5-2816-A8DC-17CEF9AD72C0}"/>
              </a:ext>
            </a:extLst>
          </p:cNvPr>
          <p:cNvSpPr txBox="1"/>
          <p:nvPr/>
        </p:nvSpPr>
        <p:spPr>
          <a:xfrm>
            <a:off x="3585894" y="350377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б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C7E3A1-5D5D-94EB-A4CB-5C7CD2B12331}"/>
              </a:ext>
            </a:extLst>
          </p:cNvPr>
          <p:cNvSpPr txBox="1"/>
          <p:nvPr/>
        </p:nvSpPr>
        <p:spPr>
          <a:xfrm>
            <a:off x="6587654" y="350377"/>
            <a:ext cx="3080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в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7D5BA08-E78F-2F55-C9B0-86E736A8BA8C}"/>
              </a:ext>
            </a:extLst>
          </p:cNvPr>
          <p:cNvSpPr txBox="1"/>
          <p:nvPr/>
        </p:nvSpPr>
        <p:spPr>
          <a:xfrm>
            <a:off x="390865" y="1617402"/>
            <a:ext cx="2872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г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EE15487-E13D-99DB-C9EF-E7F1493472F7}"/>
              </a:ext>
            </a:extLst>
          </p:cNvPr>
          <p:cNvSpPr txBox="1"/>
          <p:nvPr/>
        </p:nvSpPr>
        <p:spPr>
          <a:xfrm>
            <a:off x="3902011" y="1623752"/>
            <a:ext cx="3225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д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4456BEE-F2A4-4E89-57C1-72D62A0598A9}"/>
              </a:ext>
            </a:extLst>
          </p:cNvPr>
          <p:cNvSpPr txBox="1"/>
          <p:nvPr/>
        </p:nvSpPr>
        <p:spPr>
          <a:xfrm>
            <a:off x="6971579" y="1623752"/>
            <a:ext cx="3097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е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5D93F50-4896-384F-E37D-6FB3E2167083}"/>
              </a:ext>
            </a:extLst>
          </p:cNvPr>
          <p:cNvSpPr txBox="1"/>
          <p:nvPr/>
        </p:nvSpPr>
        <p:spPr>
          <a:xfrm>
            <a:off x="95479" y="2897127"/>
            <a:ext cx="3097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е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4F6DECF-2385-E4B5-E0EF-9A647A2F1078}"/>
              </a:ext>
            </a:extLst>
          </p:cNvPr>
          <p:cNvSpPr txBox="1"/>
          <p:nvPr/>
        </p:nvSpPr>
        <p:spPr>
          <a:xfrm>
            <a:off x="3632813" y="2897127"/>
            <a:ext cx="3465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ж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73339B2-5D51-A826-F894-B3861FCF39C9}"/>
              </a:ext>
            </a:extLst>
          </p:cNvPr>
          <p:cNvSpPr txBox="1"/>
          <p:nvPr/>
        </p:nvSpPr>
        <p:spPr>
          <a:xfrm>
            <a:off x="7135388" y="2897127"/>
            <a:ext cx="2984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з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C5FC3FB-993D-9857-DA02-CD01FB2DBC92}"/>
              </a:ext>
            </a:extLst>
          </p:cNvPr>
          <p:cNvSpPr txBox="1"/>
          <p:nvPr/>
        </p:nvSpPr>
        <p:spPr>
          <a:xfrm>
            <a:off x="201010" y="4170502"/>
            <a:ext cx="3177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и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2939782-AA1A-9946-78ED-04A91A82B7F7}"/>
              </a:ext>
            </a:extLst>
          </p:cNvPr>
          <p:cNvSpPr txBox="1"/>
          <p:nvPr/>
        </p:nvSpPr>
        <p:spPr>
          <a:xfrm>
            <a:off x="3277901" y="4170502"/>
            <a:ext cx="3177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й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720B691-E525-ED68-E272-D4AD5C5234BF}"/>
              </a:ext>
            </a:extLst>
          </p:cNvPr>
          <p:cNvSpPr txBox="1"/>
          <p:nvPr/>
        </p:nvSpPr>
        <p:spPr>
          <a:xfrm>
            <a:off x="6739015" y="4170502"/>
            <a:ext cx="3080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к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F68A88E-1BE6-5B8E-2E80-B0A60D79D339}"/>
              </a:ext>
            </a:extLst>
          </p:cNvPr>
          <p:cNvSpPr txBox="1"/>
          <p:nvPr/>
        </p:nvSpPr>
        <p:spPr>
          <a:xfrm>
            <a:off x="27201" y="5443878"/>
            <a:ext cx="312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л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15EDE7D-3436-6A25-B2CE-01E82EC3BB5C}"/>
              </a:ext>
            </a:extLst>
          </p:cNvPr>
          <p:cNvSpPr txBox="1"/>
          <p:nvPr/>
        </p:nvSpPr>
        <p:spPr>
          <a:xfrm>
            <a:off x="3427804" y="5443878"/>
            <a:ext cx="3417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м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5571FA6-EB30-6022-775D-FDC8D48F239B}"/>
              </a:ext>
            </a:extLst>
          </p:cNvPr>
          <p:cNvSpPr txBox="1"/>
          <p:nvPr/>
        </p:nvSpPr>
        <p:spPr>
          <a:xfrm>
            <a:off x="6649283" y="5443878"/>
            <a:ext cx="3161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н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4935811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757D2F33-A6C2-B491-4A96-349BDD155D66}"/>
              </a:ext>
            </a:extLst>
          </p:cNvPr>
          <p:cNvSpPr txBox="1"/>
          <p:nvPr/>
        </p:nvSpPr>
        <p:spPr>
          <a:xfrm>
            <a:off x="2116777" y="0"/>
            <a:ext cx="56834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oper Black" panose="0208090404030B020404" pitchFamily="18" charset="0"/>
                <a:ea typeface="+mn-ea"/>
                <a:cs typeface="+mn-cs"/>
              </a:rPr>
              <a:t>Ондуктарга, жүздүктөргө жана миңдерге көбөйтүү жана бөлүү</a:t>
            </a:r>
            <a:endParaRPr kumimoji="0" lang="en-GB" sz="1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oper Black" panose="0208090404030B020404" pitchFamily="18" charset="0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1" name="TextBox 160">
                <a:extLst>
                  <a:ext uri="{FF2B5EF4-FFF2-40B4-BE49-F238E27FC236}">
                    <a16:creationId xmlns:a16="http://schemas.microsoft.com/office/drawing/2014/main" id="{F3A899E0-325C-1DF1-3BC2-471FCE4B2D98}"/>
                  </a:ext>
                </a:extLst>
              </p:cNvPr>
              <p:cNvSpPr txBox="1"/>
              <p:nvPr/>
            </p:nvSpPr>
            <p:spPr>
              <a:xfrm>
                <a:off x="205496" y="6522183"/>
                <a:ext cx="237917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y-KG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о</a:t>
                </a:r>
                <a:r>
                  <a:rPr kumimoji="0" lang="en-GB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)  2,7 × 100 </a:t>
                </a:r>
                <a14:m>
                  <m:oMath xmlns:m="http://schemas.openxmlformats.org/officeDocument/2006/math">
                    <m:r>
                      <a:rPr kumimoji="0" lang="en-GB" sz="12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÷</m:t>
                    </m:r>
                  </m:oMath>
                </a14:m>
                <a:r>
                  <a:rPr kumimoji="0" lang="en-GB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10 = ____________</a:t>
                </a:r>
              </a:p>
            </p:txBody>
          </p:sp>
        </mc:Choice>
        <mc:Fallback>
          <p:sp>
            <p:nvSpPr>
              <p:cNvPr id="161" name="TextBox 160">
                <a:extLst>
                  <a:ext uri="{FF2B5EF4-FFF2-40B4-BE49-F238E27FC236}">
                    <a16:creationId xmlns:a16="http://schemas.microsoft.com/office/drawing/2014/main" id="{F3A899E0-325C-1DF1-3BC2-471FCE4B2D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496" y="6522183"/>
                <a:ext cx="2379177" cy="276999"/>
              </a:xfrm>
              <a:prstGeom prst="rect">
                <a:avLst/>
              </a:prstGeom>
              <a:blipFill>
                <a:blip r:embed="rId2"/>
                <a:stretch>
                  <a:fillRect l="-256" t="-2222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Arc 13">
            <a:extLst>
              <a:ext uri="{FF2B5EF4-FFF2-40B4-BE49-F238E27FC236}">
                <a16:creationId xmlns:a16="http://schemas.microsoft.com/office/drawing/2014/main" id="{6B5166A8-95B3-A037-77C3-47F2EC4382BC}"/>
              </a:ext>
            </a:extLst>
          </p:cNvPr>
          <p:cNvSpPr/>
          <p:nvPr/>
        </p:nvSpPr>
        <p:spPr>
          <a:xfrm>
            <a:off x="2000778" y="501852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93521B9-B08B-E49D-4422-661AFAA3B688}"/>
              </a:ext>
            </a:extLst>
          </p:cNvPr>
          <p:cNvSpPr txBox="1"/>
          <p:nvPr/>
        </p:nvSpPr>
        <p:spPr>
          <a:xfrm>
            <a:off x="2307009" y="492810"/>
            <a:ext cx="418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×10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B976CB6-4676-DB9E-E81E-7E6CDEAABE06}"/>
              </a:ext>
            </a:extLst>
          </p:cNvPr>
          <p:cNvSpPr txBox="1"/>
          <p:nvPr/>
        </p:nvSpPr>
        <p:spPr>
          <a:xfrm>
            <a:off x="266145" y="359902"/>
            <a:ext cx="3080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</a:t>
            </a: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ABD75A0-5EEA-48CF-F912-C58F8ADDA03F}"/>
              </a:ext>
            </a:extLst>
          </p:cNvPr>
          <p:cNvSpPr/>
          <p:nvPr/>
        </p:nvSpPr>
        <p:spPr>
          <a:xfrm>
            <a:off x="579678" y="3735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D6C96F-C003-08A5-9872-AECA64A4C6AB}"/>
              </a:ext>
            </a:extLst>
          </p:cNvPr>
          <p:cNvSpPr/>
          <p:nvPr/>
        </p:nvSpPr>
        <p:spPr>
          <a:xfrm>
            <a:off x="837470" y="3735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FE7111-2E02-9C48-EC88-053BDF9B153E}"/>
              </a:ext>
            </a:extLst>
          </p:cNvPr>
          <p:cNvSpPr/>
          <p:nvPr/>
        </p:nvSpPr>
        <p:spPr>
          <a:xfrm>
            <a:off x="1095262" y="3735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D735EA4-A8FC-528A-1733-D1A78C7C83B3}"/>
              </a:ext>
            </a:extLst>
          </p:cNvPr>
          <p:cNvSpPr/>
          <p:nvPr/>
        </p:nvSpPr>
        <p:spPr>
          <a:xfrm>
            <a:off x="1353054" y="3735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8AA56D-FD22-82C5-CC72-6AA9259066A2}"/>
              </a:ext>
            </a:extLst>
          </p:cNvPr>
          <p:cNvSpPr/>
          <p:nvPr/>
        </p:nvSpPr>
        <p:spPr>
          <a:xfrm>
            <a:off x="1610845" y="3735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0BDB305-CE8F-FF14-B581-61F7D04509C5}"/>
              </a:ext>
            </a:extLst>
          </p:cNvPr>
          <p:cNvSpPr/>
          <p:nvPr/>
        </p:nvSpPr>
        <p:spPr>
          <a:xfrm>
            <a:off x="1868638" y="3735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21E4F449-91FC-29B9-CF11-E512D4A64282}"/>
              </a:ext>
            </a:extLst>
          </p:cNvPr>
          <p:cNvSpPr/>
          <p:nvPr/>
        </p:nvSpPr>
        <p:spPr>
          <a:xfrm>
            <a:off x="1842443" y="482802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1" i="0" u="none" strike="noStrike" kern="1200" cap="none" spc="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196452C5-D18C-249C-135D-85E1E353E8B0}"/>
              </a:ext>
            </a:extLst>
          </p:cNvPr>
          <p:cNvSpPr/>
          <p:nvPr/>
        </p:nvSpPr>
        <p:spPr>
          <a:xfrm>
            <a:off x="579678" y="7068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305C9EEA-D037-7B8D-552F-C89DB6B8DEAC}"/>
              </a:ext>
            </a:extLst>
          </p:cNvPr>
          <p:cNvSpPr/>
          <p:nvPr/>
        </p:nvSpPr>
        <p:spPr>
          <a:xfrm>
            <a:off x="837470" y="7068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892D11C0-6C2C-D78E-C72A-623E83A003B1}"/>
              </a:ext>
            </a:extLst>
          </p:cNvPr>
          <p:cNvSpPr/>
          <p:nvPr/>
        </p:nvSpPr>
        <p:spPr>
          <a:xfrm>
            <a:off x="1095262" y="7068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935C581C-8026-5E4F-0B95-3AB3379D1686}"/>
              </a:ext>
            </a:extLst>
          </p:cNvPr>
          <p:cNvSpPr/>
          <p:nvPr/>
        </p:nvSpPr>
        <p:spPr>
          <a:xfrm>
            <a:off x="1353054" y="7068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3C4E48C3-16A2-5993-8ABA-01131D48B284}"/>
              </a:ext>
            </a:extLst>
          </p:cNvPr>
          <p:cNvSpPr/>
          <p:nvPr/>
        </p:nvSpPr>
        <p:spPr>
          <a:xfrm>
            <a:off x="1610845" y="7068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E761476E-117C-68D1-2A84-C03A727AB79D}"/>
              </a:ext>
            </a:extLst>
          </p:cNvPr>
          <p:cNvSpPr/>
          <p:nvPr/>
        </p:nvSpPr>
        <p:spPr>
          <a:xfrm>
            <a:off x="1868638" y="7068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5BEEAA38-D226-6CF8-4F2D-EE4D3CC3DFD9}"/>
              </a:ext>
            </a:extLst>
          </p:cNvPr>
          <p:cNvSpPr/>
          <p:nvPr/>
        </p:nvSpPr>
        <p:spPr>
          <a:xfrm>
            <a:off x="1842443" y="816177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1" i="0" u="none" strike="noStrike" kern="1200" cap="none" spc="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64F0AEF2-3E01-627F-0AA1-CD3CB812068D}"/>
              </a:ext>
            </a:extLst>
          </p:cNvPr>
          <p:cNvSpPr/>
          <p:nvPr/>
        </p:nvSpPr>
        <p:spPr>
          <a:xfrm>
            <a:off x="579678" y="10402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D664C925-F9C2-1F9D-128A-C9D989D19FC8}"/>
              </a:ext>
            </a:extLst>
          </p:cNvPr>
          <p:cNvSpPr/>
          <p:nvPr/>
        </p:nvSpPr>
        <p:spPr>
          <a:xfrm>
            <a:off x="837470" y="10402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06C9359A-7BC7-3214-EBB2-447F0EC6AB64}"/>
              </a:ext>
            </a:extLst>
          </p:cNvPr>
          <p:cNvSpPr/>
          <p:nvPr/>
        </p:nvSpPr>
        <p:spPr>
          <a:xfrm>
            <a:off x="1095262" y="10402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99197E93-21DB-56CA-626F-CB9EC60D3366}"/>
              </a:ext>
            </a:extLst>
          </p:cNvPr>
          <p:cNvSpPr/>
          <p:nvPr/>
        </p:nvSpPr>
        <p:spPr>
          <a:xfrm>
            <a:off x="1353054" y="10402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1284011E-050A-0175-758A-7FFEA7C46087}"/>
              </a:ext>
            </a:extLst>
          </p:cNvPr>
          <p:cNvSpPr/>
          <p:nvPr/>
        </p:nvSpPr>
        <p:spPr>
          <a:xfrm>
            <a:off x="1610845" y="10402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EC42B903-94E5-E494-7F6F-B0271693FE7B}"/>
              </a:ext>
            </a:extLst>
          </p:cNvPr>
          <p:cNvSpPr/>
          <p:nvPr/>
        </p:nvSpPr>
        <p:spPr>
          <a:xfrm>
            <a:off x="1868638" y="10402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77A66291-5CE5-F80D-BA8B-2D2751287F55}"/>
              </a:ext>
            </a:extLst>
          </p:cNvPr>
          <p:cNvSpPr/>
          <p:nvPr/>
        </p:nvSpPr>
        <p:spPr>
          <a:xfrm>
            <a:off x="1842443" y="1149552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1" i="0" u="none" strike="noStrike" kern="1200" cap="none" spc="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9" name="Arc 158">
            <a:extLst>
              <a:ext uri="{FF2B5EF4-FFF2-40B4-BE49-F238E27FC236}">
                <a16:creationId xmlns:a16="http://schemas.microsoft.com/office/drawing/2014/main" id="{54865AAD-2B28-44AB-E73A-D718D378312F}"/>
              </a:ext>
            </a:extLst>
          </p:cNvPr>
          <p:cNvSpPr/>
          <p:nvPr/>
        </p:nvSpPr>
        <p:spPr>
          <a:xfrm>
            <a:off x="2000778" y="878089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54E4EB01-5908-E2AB-D26C-91F880D648AE}"/>
              </a:ext>
            </a:extLst>
          </p:cNvPr>
          <p:cNvSpPr txBox="1"/>
          <p:nvPr/>
        </p:nvSpPr>
        <p:spPr>
          <a:xfrm>
            <a:off x="2307009" y="881255"/>
            <a:ext cx="418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×10</a:t>
            </a:r>
          </a:p>
        </p:txBody>
      </p:sp>
      <p:sp>
        <p:nvSpPr>
          <p:cNvPr id="164" name="Arc 163">
            <a:extLst>
              <a:ext uri="{FF2B5EF4-FFF2-40B4-BE49-F238E27FC236}">
                <a16:creationId xmlns:a16="http://schemas.microsoft.com/office/drawing/2014/main" id="{21BC2A4B-3FA5-ACBA-00BA-BD1A63291A51}"/>
              </a:ext>
            </a:extLst>
          </p:cNvPr>
          <p:cNvSpPr/>
          <p:nvPr/>
        </p:nvSpPr>
        <p:spPr>
          <a:xfrm>
            <a:off x="5323733" y="492327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0750DD01-D9D6-378B-A7A9-DAE9FEA4BD9C}"/>
              </a:ext>
            </a:extLst>
          </p:cNvPr>
          <p:cNvSpPr txBox="1"/>
          <p:nvPr/>
        </p:nvSpPr>
        <p:spPr>
          <a:xfrm>
            <a:off x="5629964" y="483285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×100</a:t>
            </a: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0C5E2932-EFA7-35B5-63B7-EB09E41847CA}"/>
              </a:ext>
            </a:extLst>
          </p:cNvPr>
          <p:cNvSpPr txBox="1"/>
          <p:nvPr/>
        </p:nvSpPr>
        <p:spPr>
          <a:xfrm>
            <a:off x="3585894" y="350377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</a:t>
            </a: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CD6C6C38-B925-CDD8-102C-D8DACA1950BE}"/>
              </a:ext>
            </a:extLst>
          </p:cNvPr>
          <p:cNvSpPr/>
          <p:nvPr/>
        </p:nvSpPr>
        <p:spPr>
          <a:xfrm>
            <a:off x="3902633" y="3639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6FA4A8B2-CC55-8AAB-71CD-CD28B38B39CB}"/>
              </a:ext>
            </a:extLst>
          </p:cNvPr>
          <p:cNvSpPr/>
          <p:nvPr/>
        </p:nvSpPr>
        <p:spPr>
          <a:xfrm>
            <a:off x="4160425" y="3639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14A791FC-35FA-243D-00D5-625FA479EFBB}"/>
              </a:ext>
            </a:extLst>
          </p:cNvPr>
          <p:cNvSpPr/>
          <p:nvPr/>
        </p:nvSpPr>
        <p:spPr>
          <a:xfrm>
            <a:off x="4418217" y="3639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1704868A-3B69-A3A5-304E-A1C109B011B1}"/>
              </a:ext>
            </a:extLst>
          </p:cNvPr>
          <p:cNvSpPr/>
          <p:nvPr/>
        </p:nvSpPr>
        <p:spPr>
          <a:xfrm>
            <a:off x="4676009" y="3639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</a:t>
            </a: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1F0B4625-09E1-8248-C7C7-EED6F29F8FD9}"/>
              </a:ext>
            </a:extLst>
          </p:cNvPr>
          <p:cNvSpPr/>
          <p:nvPr/>
        </p:nvSpPr>
        <p:spPr>
          <a:xfrm>
            <a:off x="4933800" y="3639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5CC40475-A01C-84A5-64F4-6B8EB4E1BC8B}"/>
              </a:ext>
            </a:extLst>
          </p:cNvPr>
          <p:cNvSpPr/>
          <p:nvPr/>
        </p:nvSpPr>
        <p:spPr>
          <a:xfrm>
            <a:off x="5191593" y="3639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5" name="Oval 174">
            <a:extLst>
              <a:ext uri="{FF2B5EF4-FFF2-40B4-BE49-F238E27FC236}">
                <a16:creationId xmlns:a16="http://schemas.microsoft.com/office/drawing/2014/main" id="{D6B1FBEE-4BE3-34CA-834A-E67E3D64909E}"/>
              </a:ext>
            </a:extLst>
          </p:cNvPr>
          <p:cNvSpPr/>
          <p:nvPr/>
        </p:nvSpPr>
        <p:spPr>
          <a:xfrm>
            <a:off x="5165398" y="473277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1" i="0" u="none" strike="noStrike" kern="1200" cap="none" spc="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8FEB3765-40FA-340D-1645-057B78B2D7B9}"/>
              </a:ext>
            </a:extLst>
          </p:cNvPr>
          <p:cNvSpPr/>
          <p:nvPr/>
        </p:nvSpPr>
        <p:spPr>
          <a:xfrm>
            <a:off x="3902633" y="69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173F9A11-A3D3-B201-2538-36BDF2A36E81}"/>
              </a:ext>
            </a:extLst>
          </p:cNvPr>
          <p:cNvSpPr/>
          <p:nvPr/>
        </p:nvSpPr>
        <p:spPr>
          <a:xfrm>
            <a:off x="4160425" y="69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DC106FF1-CD4A-4B47-1B9B-92DF23679BD8}"/>
              </a:ext>
            </a:extLst>
          </p:cNvPr>
          <p:cNvSpPr/>
          <p:nvPr/>
        </p:nvSpPr>
        <p:spPr>
          <a:xfrm>
            <a:off x="4418217" y="69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5E9BB1F0-5B27-859C-DD6D-E0E718A621D6}"/>
              </a:ext>
            </a:extLst>
          </p:cNvPr>
          <p:cNvSpPr/>
          <p:nvPr/>
        </p:nvSpPr>
        <p:spPr>
          <a:xfrm>
            <a:off x="4676009" y="69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98DF075D-CFD2-B980-8345-669D15DD96A3}"/>
              </a:ext>
            </a:extLst>
          </p:cNvPr>
          <p:cNvSpPr/>
          <p:nvPr/>
        </p:nvSpPr>
        <p:spPr>
          <a:xfrm>
            <a:off x="4933800" y="69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733FD9F3-D73A-B05E-F0D8-54E88F4DB8CB}"/>
              </a:ext>
            </a:extLst>
          </p:cNvPr>
          <p:cNvSpPr/>
          <p:nvPr/>
        </p:nvSpPr>
        <p:spPr>
          <a:xfrm>
            <a:off x="5191593" y="69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4" name="Oval 183">
            <a:extLst>
              <a:ext uri="{FF2B5EF4-FFF2-40B4-BE49-F238E27FC236}">
                <a16:creationId xmlns:a16="http://schemas.microsoft.com/office/drawing/2014/main" id="{7CD790F6-868A-2741-4AE5-EDCD66A0B38D}"/>
              </a:ext>
            </a:extLst>
          </p:cNvPr>
          <p:cNvSpPr/>
          <p:nvPr/>
        </p:nvSpPr>
        <p:spPr>
          <a:xfrm>
            <a:off x="5165398" y="806652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1" i="0" u="none" strike="noStrike" kern="1200" cap="none" spc="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9D8F23F7-CFA5-1837-8C91-BB7FFEEF1EDB}"/>
              </a:ext>
            </a:extLst>
          </p:cNvPr>
          <p:cNvSpPr/>
          <p:nvPr/>
        </p:nvSpPr>
        <p:spPr>
          <a:xfrm>
            <a:off x="3902633" y="103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4178DEF3-C95C-1246-698F-E97FE2ADA70E}"/>
              </a:ext>
            </a:extLst>
          </p:cNvPr>
          <p:cNvSpPr/>
          <p:nvPr/>
        </p:nvSpPr>
        <p:spPr>
          <a:xfrm>
            <a:off x="4160425" y="103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53074AF6-FDC2-BDAC-F823-DAF32D390414}"/>
              </a:ext>
            </a:extLst>
          </p:cNvPr>
          <p:cNvSpPr/>
          <p:nvPr/>
        </p:nvSpPr>
        <p:spPr>
          <a:xfrm>
            <a:off x="4418217" y="103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A6067DD6-D51C-39B8-AC02-D2D301BC6335}"/>
              </a:ext>
            </a:extLst>
          </p:cNvPr>
          <p:cNvSpPr/>
          <p:nvPr/>
        </p:nvSpPr>
        <p:spPr>
          <a:xfrm>
            <a:off x="4676009" y="103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0025B582-A83E-1ED9-3760-55447F7D6818}"/>
              </a:ext>
            </a:extLst>
          </p:cNvPr>
          <p:cNvSpPr/>
          <p:nvPr/>
        </p:nvSpPr>
        <p:spPr>
          <a:xfrm>
            <a:off x="4933800" y="103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5E7E34B3-A848-C0E9-E314-C5EE0B311512}"/>
              </a:ext>
            </a:extLst>
          </p:cNvPr>
          <p:cNvSpPr/>
          <p:nvPr/>
        </p:nvSpPr>
        <p:spPr>
          <a:xfrm>
            <a:off x="5191593" y="103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3" name="Oval 192">
            <a:extLst>
              <a:ext uri="{FF2B5EF4-FFF2-40B4-BE49-F238E27FC236}">
                <a16:creationId xmlns:a16="http://schemas.microsoft.com/office/drawing/2014/main" id="{F4CA1F6B-9914-DC68-9E91-8A15B85BC937}"/>
              </a:ext>
            </a:extLst>
          </p:cNvPr>
          <p:cNvSpPr/>
          <p:nvPr/>
        </p:nvSpPr>
        <p:spPr>
          <a:xfrm>
            <a:off x="5165398" y="1140027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1" i="0" u="none" strike="noStrike" kern="1200" cap="none" spc="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4" name="Arc 193">
            <a:extLst>
              <a:ext uri="{FF2B5EF4-FFF2-40B4-BE49-F238E27FC236}">
                <a16:creationId xmlns:a16="http://schemas.microsoft.com/office/drawing/2014/main" id="{4E7AC21E-9A9E-EAC3-FFF3-BC5580D1CC98}"/>
              </a:ext>
            </a:extLst>
          </p:cNvPr>
          <p:cNvSpPr/>
          <p:nvPr/>
        </p:nvSpPr>
        <p:spPr>
          <a:xfrm>
            <a:off x="5323733" y="868564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86B355D1-2CFE-4616-390F-2FE276991512}"/>
              </a:ext>
            </a:extLst>
          </p:cNvPr>
          <p:cNvSpPr txBox="1"/>
          <p:nvPr/>
        </p:nvSpPr>
        <p:spPr>
          <a:xfrm>
            <a:off x="5629964" y="871730"/>
            <a:ext cx="418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÷10</a:t>
            </a:r>
          </a:p>
        </p:txBody>
      </p:sp>
      <p:sp>
        <p:nvSpPr>
          <p:cNvPr id="197" name="Arc 196">
            <a:extLst>
              <a:ext uri="{FF2B5EF4-FFF2-40B4-BE49-F238E27FC236}">
                <a16:creationId xmlns:a16="http://schemas.microsoft.com/office/drawing/2014/main" id="{76BD346C-C07B-23F7-3049-735A0FDE44FF}"/>
              </a:ext>
            </a:extLst>
          </p:cNvPr>
          <p:cNvSpPr/>
          <p:nvPr/>
        </p:nvSpPr>
        <p:spPr>
          <a:xfrm>
            <a:off x="8040263" y="492327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7C469E24-A9AE-5AE0-07D9-93FC6C4B1611}"/>
              </a:ext>
            </a:extLst>
          </p:cNvPr>
          <p:cNvSpPr txBox="1"/>
          <p:nvPr/>
        </p:nvSpPr>
        <p:spPr>
          <a:xfrm>
            <a:off x="8346494" y="483285"/>
            <a:ext cx="418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÷10</a:t>
            </a: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5D7F92B3-FD7B-7C42-FFCF-44F246E4125B}"/>
              </a:ext>
            </a:extLst>
          </p:cNvPr>
          <p:cNvSpPr txBox="1"/>
          <p:nvPr/>
        </p:nvSpPr>
        <p:spPr>
          <a:xfrm>
            <a:off x="6587654" y="350377"/>
            <a:ext cx="3080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в</a:t>
            </a: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B44C5DDD-49B5-909C-DEE9-D8A73F7CA23D}"/>
              </a:ext>
            </a:extLst>
          </p:cNvPr>
          <p:cNvSpPr/>
          <p:nvPr/>
        </p:nvSpPr>
        <p:spPr>
          <a:xfrm>
            <a:off x="6876955" y="3639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8055408B-DE2B-BB83-7E9B-BC629F06131B}"/>
              </a:ext>
            </a:extLst>
          </p:cNvPr>
          <p:cNvSpPr/>
          <p:nvPr/>
        </p:nvSpPr>
        <p:spPr>
          <a:xfrm>
            <a:off x="7134747" y="3639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5A9D061E-F7F0-C311-7006-886D45EDAB32}"/>
              </a:ext>
            </a:extLst>
          </p:cNvPr>
          <p:cNvSpPr/>
          <p:nvPr/>
        </p:nvSpPr>
        <p:spPr>
          <a:xfrm>
            <a:off x="7392539" y="3639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</a:t>
            </a:r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F4667CF6-3B3B-319E-10B1-E9EC7B941474}"/>
              </a:ext>
            </a:extLst>
          </p:cNvPr>
          <p:cNvSpPr/>
          <p:nvPr/>
        </p:nvSpPr>
        <p:spPr>
          <a:xfrm>
            <a:off x="7650330" y="3639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D208538B-FDEA-6E9F-839F-A6A600464C86}"/>
              </a:ext>
            </a:extLst>
          </p:cNvPr>
          <p:cNvSpPr/>
          <p:nvPr/>
        </p:nvSpPr>
        <p:spPr>
          <a:xfrm>
            <a:off x="7908123" y="3639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8" name="Oval 207">
            <a:extLst>
              <a:ext uri="{FF2B5EF4-FFF2-40B4-BE49-F238E27FC236}">
                <a16:creationId xmlns:a16="http://schemas.microsoft.com/office/drawing/2014/main" id="{CB217BA5-DD77-0687-70A5-A70E3884F13D}"/>
              </a:ext>
            </a:extLst>
          </p:cNvPr>
          <p:cNvSpPr/>
          <p:nvPr/>
        </p:nvSpPr>
        <p:spPr>
          <a:xfrm>
            <a:off x="7881928" y="473277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1" i="0" u="none" strike="noStrike" kern="1200" cap="none" spc="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4DE60342-F7D0-05EB-452F-D2B1552F2DAA}"/>
              </a:ext>
            </a:extLst>
          </p:cNvPr>
          <p:cNvSpPr/>
          <p:nvPr/>
        </p:nvSpPr>
        <p:spPr>
          <a:xfrm>
            <a:off x="6876955" y="69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09822AEA-C03F-0FC7-ABCF-3C4382589F1E}"/>
              </a:ext>
            </a:extLst>
          </p:cNvPr>
          <p:cNvSpPr/>
          <p:nvPr/>
        </p:nvSpPr>
        <p:spPr>
          <a:xfrm>
            <a:off x="7134747" y="69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C8A741CB-1D4D-92D5-89D0-9D04B0B58C3E}"/>
              </a:ext>
            </a:extLst>
          </p:cNvPr>
          <p:cNvSpPr/>
          <p:nvPr/>
        </p:nvSpPr>
        <p:spPr>
          <a:xfrm>
            <a:off x="7392539" y="69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70F5A450-4CEA-1B56-CE01-34CB1FCBAEDA}"/>
              </a:ext>
            </a:extLst>
          </p:cNvPr>
          <p:cNvSpPr/>
          <p:nvPr/>
        </p:nvSpPr>
        <p:spPr>
          <a:xfrm>
            <a:off x="7650330" y="69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5" name="Rectangle 214">
            <a:extLst>
              <a:ext uri="{FF2B5EF4-FFF2-40B4-BE49-F238E27FC236}">
                <a16:creationId xmlns:a16="http://schemas.microsoft.com/office/drawing/2014/main" id="{B71F879D-9B7D-F9AB-0C2B-D193FD2C1EFD}"/>
              </a:ext>
            </a:extLst>
          </p:cNvPr>
          <p:cNvSpPr/>
          <p:nvPr/>
        </p:nvSpPr>
        <p:spPr>
          <a:xfrm>
            <a:off x="7908123" y="69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7" name="Oval 216">
            <a:extLst>
              <a:ext uri="{FF2B5EF4-FFF2-40B4-BE49-F238E27FC236}">
                <a16:creationId xmlns:a16="http://schemas.microsoft.com/office/drawing/2014/main" id="{E1DBBEBC-0B8D-DE12-0815-2BDA357E6F26}"/>
              </a:ext>
            </a:extLst>
          </p:cNvPr>
          <p:cNvSpPr/>
          <p:nvPr/>
        </p:nvSpPr>
        <p:spPr>
          <a:xfrm>
            <a:off x="7881928" y="806652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1" i="0" u="none" strike="noStrike" kern="1200" cap="none" spc="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0" name="Rectangle 219">
            <a:extLst>
              <a:ext uri="{FF2B5EF4-FFF2-40B4-BE49-F238E27FC236}">
                <a16:creationId xmlns:a16="http://schemas.microsoft.com/office/drawing/2014/main" id="{22BB5CDA-B1D3-06E5-8784-6FCB7F89E151}"/>
              </a:ext>
            </a:extLst>
          </p:cNvPr>
          <p:cNvSpPr/>
          <p:nvPr/>
        </p:nvSpPr>
        <p:spPr>
          <a:xfrm>
            <a:off x="6876955" y="103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7E19329D-FB6A-873F-F266-4931C684AB27}"/>
              </a:ext>
            </a:extLst>
          </p:cNvPr>
          <p:cNvSpPr/>
          <p:nvPr/>
        </p:nvSpPr>
        <p:spPr>
          <a:xfrm>
            <a:off x="7134747" y="103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F163715F-858C-6BC0-CB8C-323AD4BF51EE}"/>
              </a:ext>
            </a:extLst>
          </p:cNvPr>
          <p:cNvSpPr/>
          <p:nvPr/>
        </p:nvSpPr>
        <p:spPr>
          <a:xfrm>
            <a:off x="7392539" y="103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EB6FFA8D-4300-67FA-1806-2D75C15E627F}"/>
              </a:ext>
            </a:extLst>
          </p:cNvPr>
          <p:cNvSpPr/>
          <p:nvPr/>
        </p:nvSpPr>
        <p:spPr>
          <a:xfrm>
            <a:off x="7650330" y="103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59CF37E7-18ED-1A46-A0A6-4EC014A19285}"/>
              </a:ext>
            </a:extLst>
          </p:cNvPr>
          <p:cNvSpPr/>
          <p:nvPr/>
        </p:nvSpPr>
        <p:spPr>
          <a:xfrm>
            <a:off x="7908123" y="103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6" name="Oval 225">
            <a:extLst>
              <a:ext uri="{FF2B5EF4-FFF2-40B4-BE49-F238E27FC236}">
                <a16:creationId xmlns:a16="http://schemas.microsoft.com/office/drawing/2014/main" id="{5F0C2A83-6B0E-0871-AC1A-E2ECE9A9EDF6}"/>
              </a:ext>
            </a:extLst>
          </p:cNvPr>
          <p:cNvSpPr/>
          <p:nvPr/>
        </p:nvSpPr>
        <p:spPr>
          <a:xfrm>
            <a:off x="7881928" y="1140027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1" i="0" u="none" strike="noStrike" kern="1200" cap="none" spc="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7" name="Arc 226">
            <a:extLst>
              <a:ext uri="{FF2B5EF4-FFF2-40B4-BE49-F238E27FC236}">
                <a16:creationId xmlns:a16="http://schemas.microsoft.com/office/drawing/2014/main" id="{D13DA681-8693-96EC-7E8E-C16FC9A79874}"/>
              </a:ext>
            </a:extLst>
          </p:cNvPr>
          <p:cNvSpPr/>
          <p:nvPr/>
        </p:nvSpPr>
        <p:spPr>
          <a:xfrm>
            <a:off x="8040263" y="868564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922C17B4-2F19-C953-3028-1963FDCBF8A7}"/>
              </a:ext>
            </a:extLst>
          </p:cNvPr>
          <p:cNvSpPr txBox="1"/>
          <p:nvPr/>
        </p:nvSpPr>
        <p:spPr>
          <a:xfrm>
            <a:off x="8346494" y="871730"/>
            <a:ext cx="418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÷10</a:t>
            </a:r>
          </a:p>
        </p:txBody>
      </p:sp>
      <p:sp>
        <p:nvSpPr>
          <p:cNvPr id="300" name="Arc 299">
            <a:extLst>
              <a:ext uri="{FF2B5EF4-FFF2-40B4-BE49-F238E27FC236}">
                <a16:creationId xmlns:a16="http://schemas.microsoft.com/office/drawing/2014/main" id="{B3612BA9-0E8F-F424-6962-DC6CE5E9B818}"/>
              </a:ext>
            </a:extLst>
          </p:cNvPr>
          <p:cNvSpPr/>
          <p:nvPr/>
        </p:nvSpPr>
        <p:spPr>
          <a:xfrm>
            <a:off x="2115078" y="1759352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1" name="TextBox 300">
            <a:extLst>
              <a:ext uri="{FF2B5EF4-FFF2-40B4-BE49-F238E27FC236}">
                <a16:creationId xmlns:a16="http://schemas.microsoft.com/office/drawing/2014/main" id="{F4F39523-ECE5-8236-3816-1E7B68900EC4}"/>
              </a:ext>
            </a:extLst>
          </p:cNvPr>
          <p:cNvSpPr txBox="1"/>
          <p:nvPr/>
        </p:nvSpPr>
        <p:spPr>
          <a:xfrm>
            <a:off x="2421309" y="1750310"/>
            <a:ext cx="418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×10</a:t>
            </a:r>
          </a:p>
        </p:txBody>
      </p:sp>
      <p:sp>
        <p:nvSpPr>
          <p:cNvPr id="302" name="TextBox 301">
            <a:extLst>
              <a:ext uri="{FF2B5EF4-FFF2-40B4-BE49-F238E27FC236}">
                <a16:creationId xmlns:a16="http://schemas.microsoft.com/office/drawing/2014/main" id="{DA096F96-4752-2F6D-0A94-407DCF646331}"/>
              </a:ext>
            </a:extLst>
          </p:cNvPr>
          <p:cNvSpPr txBox="1"/>
          <p:nvPr/>
        </p:nvSpPr>
        <p:spPr>
          <a:xfrm>
            <a:off x="390865" y="1617402"/>
            <a:ext cx="2872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г</a:t>
            </a: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304" name="Rectangle 303">
            <a:extLst>
              <a:ext uri="{FF2B5EF4-FFF2-40B4-BE49-F238E27FC236}">
                <a16:creationId xmlns:a16="http://schemas.microsoft.com/office/drawing/2014/main" id="{969F8581-59E9-9C55-E863-BC26CE04CA4F}"/>
              </a:ext>
            </a:extLst>
          </p:cNvPr>
          <p:cNvSpPr/>
          <p:nvPr/>
        </p:nvSpPr>
        <p:spPr>
          <a:xfrm>
            <a:off x="693978" y="16310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5" name="Rectangle 304">
            <a:extLst>
              <a:ext uri="{FF2B5EF4-FFF2-40B4-BE49-F238E27FC236}">
                <a16:creationId xmlns:a16="http://schemas.microsoft.com/office/drawing/2014/main" id="{BF43446C-9047-F693-5F2A-4325D48D0E28}"/>
              </a:ext>
            </a:extLst>
          </p:cNvPr>
          <p:cNvSpPr/>
          <p:nvPr/>
        </p:nvSpPr>
        <p:spPr>
          <a:xfrm>
            <a:off x="951770" y="16310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6" name="Rectangle 305">
            <a:extLst>
              <a:ext uri="{FF2B5EF4-FFF2-40B4-BE49-F238E27FC236}">
                <a16:creationId xmlns:a16="http://schemas.microsoft.com/office/drawing/2014/main" id="{5691FBF6-32FA-061D-13EF-B215D451F6A8}"/>
              </a:ext>
            </a:extLst>
          </p:cNvPr>
          <p:cNvSpPr/>
          <p:nvPr/>
        </p:nvSpPr>
        <p:spPr>
          <a:xfrm>
            <a:off x="1209562" y="16310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DDB4620C-96F7-F16F-2ACA-D96E5B722D67}"/>
              </a:ext>
            </a:extLst>
          </p:cNvPr>
          <p:cNvSpPr/>
          <p:nvPr/>
        </p:nvSpPr>
        <p:spPr>
          <a:xfrm>
            <a:off x="1467354" y="16310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8" name="Rectangle 307">
            <a:extLst>
              <a:ext uri="{FF2B5EF4-FFF2-40B4-BE49-F238E27FC236}">
                <a16:creationId xmlns:a16="http://schemas.microsoft.com/office/drawing/2014/main" id="{50BCEA67-4ADB-EE51-AAD2-A55DB2920314}"/>
              </a:ext>
            </a:extLst>
          </p:cNvPr>
          <p:cNvSpPr/>
          <p:nvPr/>
        </p:nvSpPr>
        <p:spPr>
          <a:xfrm>
            <a:off x="1725145" y="16310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8</a:t>
            </a:r>
          </a:p>
        </p:txBody>
      </p:sp>
      <p:sp>
        <p:nvSpPr>
          <p:cNvPr id="309" name="Rectangle 308">
            <a:extLst>
              <a:ext uri="{FF2B5EF4-FFF2-40B4-BE49-F238E27FC236}">
                <a16:creationId xmlns:a16="http://schemas.microsoft.com/office/drawing/2014/main" id="{849386A8-B523-E5D0-858C-40DA5A150469}"/>
              </a:ext>
            </a:extLst>
          </p:cNvPr>
          <p:cNvSpPr/>
          <p:nvPr/>
        </p:nvSpPr>
        <p:spPr>
          <a:xfrm>
            <a:off x="1982938" y="16310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</a:p>
        </p:txBody>
      </p:sp>
      <p:sp>
        <p:nvSpPr>
          <p:cNvPr id="311" name="Oval 310">
            <a:extLst>
              <a:ext uri="{FF2B5EF4-FFF2-40B4-BE49-F238E27FC236}">
                <a16:creationId xmlns:a16="http://schemas.microsoft.com/office/drawing/2014/main" id="{F3E1679A-1594-759C-D609-6964D7C72CF0}"/>
              </a:ext>
            </a:extLst>
          </p:cNvPr>
          <p:cNvSpPr/>
          <p:nvPr/>
        </p:nvSpPr>
        <p:spPr>
          <a:xfrm>
            <a:off x="1956743" y="1740302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1" i="0" u="none" strike="noStrike" kern="1200" cap="none" spc="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3" name="Rectangle 312">
            <a:extLst>
              <a:ext uri="{FF2B5EF4-FFF2-40B4-BE49-F238E27FC236}">
                <a16:creationId xmlns:a16="http://schemas.microsoft.com/office/drawing/2014/main" id="{CC59E5A0-2B1B-1EF4-95DC-DBB23B162158}"/>
              </a:ext>
            </a:extLst>
          </p:cNvPr>
          <p:cNvSpPr/>
          <p:nvPr/>
        </p:nvSpPr>
        <p:spPr>
          <a:xfrm>
            <a:off x="693978" y="19643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4" name="Rectangle 313">
            <a:extLst>
              <a:ext uri="{FF2B5EF4-FFF2-40B4-BE49-F238E27FC236}">
                <a16:creationId xmlns:a16="http://schemas.microsoft.com/office/drawing/2014/main" id="{27941B44-7707-4C96-DE30-C678FF03ECC0}"/>
              </a:ext>
            </a:extLst>
          </p:cNvPr>
          <p:cNvSpPr/>
          <p:nvPr/>
        </p:nvSpPr>
        <p:spPr>
          <a:xfrm>
            <a:off x="951770" y="19643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5" name="Rectangle 314">
            <a:extLst>
              <a:ext uri="{FF2B5EF4-FFF2-40B4-BE49-F238E27FC236}">
                <a16:creationId xmlns:a16="http://schemas.microsoft.com/office/drawing/2014/main" id="{0DBD7A93-BAB7-8E70-FB9D-6A17373DF86C}"/>
              </a:ext>
            </a:extLst>
          </p:cNvPr>
          <p:cNvSpPr/>
          <p:nvPr/>
        </p:nvSpPr>
        <p:spPr>
          <a:xfrm>
            <a:off x="1209562" y="19643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6" name="Rectangle 315">
            <a:extLst>
              <a:ext uri="{FF2B5EF4-FFF2-40B4-BE49-F238E27FC236}">
                <a16:creationId xmlns:a16="http://schemas.microsoft.com/office/drawing/2014/main" id="{A5893013-8346-A921-A89D-CD52475F386F}"/>
              </a:ext>
            </a:extLst>
          </p:cNvPr>
          <p:cNvSpPr/>
          <p:nvPr/>
        </p:nvSpPr>
        <p:spPr>
          <a:xfrm>
            <a:off x="1467354" y="19643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7" name="Rectangle 316">
            <a:extLst>
              <a:ext uri="{FF2B5EF4-FFF2-40B4-BE49-F238E27FC236}">
                <a16:creationId xmlns:a16="http://schemas.microsoft.com/office/drawing/2014/main" id="{506E752A-F968-E82E-DCD8-D9114528A5BC}"/>
              </a:ext>
            </a:extLst>
          </p:cNvPr>
          <p:cNvSpPr/>
          <p:nvPr/>
        </p:nvSpPr>
        <p:spPr>
          <a:xfrm>
            <a:off x="1725145" y="19643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8" name="Rectangle 317">
            <a:extLst>
              <a:ext uri="{FF2B5EF4-FFF2-40B4-BE49-F238E27FC236}">
                <a16:creationId xmlns:a16="http://schemas.microsoft.com/office/drawing/2014/main" id="{6D857831-AEE4-598E-49EF-11C6847D55C9}"/>
              </a:ext>
            </a:extLst>
          </p:cNvPr>
          <p:cNvSpPr/>
          <p:nvPr/>
        </p:nvSpPr>
        <p:spPr>
          <a:xfrm>
            <a:off x="1982938" y="19643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0" name="Oval 319">
            <a:extLst>
              <a:ext uri="{FF2B5EF4-FFF2-40B4-BE49-F238E27FC236}">
                <a16:creationId xmlns:a16="http://schemas.microsoft.com/office/drawing/2014/main" id="{13EA02E5-9DC9-EF1B-56F4-12F14158EB7B}"/>
              </a:ext>
            </a:extLst>
          </p:cNvPr>
          <p:cNvSpPr/>
          <p:nvPr/>
        </p:nvSpPr>
        <p:spPr>
          <a:xfrm>
            <a:off x="1956743" y="2073677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1" i="0" u="none" strike="noStrike" kern="1200" cap="none" spc="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2" name="Rectangle 321">
            <a:extLst>
              <a:ext uri="{FF2B5EF4-FFF2-40B4-BE49-F238E27FC236}">
                <a16:creationId xmlns:a16="http://schemas.microsoft.com/office/drawing/2014/main" id="{38EDCF4E-6614-F9BA-3254-19BA2A145F0F}"/>
              </a:ext>
            </a:extLst>
          </p:cNvPr>
          <p:cNvSpPr/>
          <p:nvPr/>
        </p:nvSpPr>
        <p:spPr>
          <a:xfrm>
            <a:off x="693978" y="22977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3" name="Rectangle 322">
            <a:extLst>
              <a:ext uri="{FF2B5EF4-FFF2-40B4-BE49-F238E27FC236}">
                <a16:creationId xmlns:a16="http://schemas.microsoft.com/office/drawing/2014/main" id="{FCCA650B-012E-04D3-5D8A-CA249F4C1A60}"/>
              </a:ext>
            </a:extLst>
          </p:cNvPr>
          <p:cNvSpPr/>
          <p:nvPr/>
        </p:nvSpPr>
        <p:spPr>
          <a:xfrm>
            <a:off x="951770" y="22977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4" name="Rectangle 323">
            <a:extLst>
              <a:ext uri="{FF2B5EF4-FFF2-40B4-BE49-F238E27FC236}">
                <a16:creationId xmlns:a16="http://schemas.microsoft.com/office/drawing/2014/main" id="{CC38648E-FFB5-7E3F-5F61-F09350E4C820}"/>
              </a:ext>
            </a:extLst>
          </p:cNvPr>
          <p:cNvSpPr/>
          <p:nvPr/>
        </p:nvSpPr>
        <p:spPr>
          <a:xfrm>
            <a:off x="1209562" y="22977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5" name="Rectangle 324">
            <a:extLst>
              <a:ext uri="{FF2B5EF4-FFF2-40B4-BE49-F238E27FC236}">
                <a16:creationId xmlns:a16="http://schemas.microsoft.com/office/drawing/2014/main" id="{FF2323AC-58A6-D97D-1F68-FF8BE4952694}"/>
              </a:ext>
            </a:extLst>
          </p:cNvPr>
          <p:cNvSpPr/>
          <p:nvPr/>
        </p:nvSpPr>
        <p:spPr>
          <a:xfrm>
            <a:off x="1467354" y="22977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6" name="Rectangle 325">
            <a:extLst>
              <a:ext uri="{FF2B5EF4-FFF2-40B4-BE49-F238E27FC236}">
                <a16:creationId xmlns:a16="http://schemas.microsoft.com/office/drawing/2014/main" id="{5F0DFBF6-6360-BE36-6019-D67BCE098641}"/>
              </a:ext>
            </a:extLst>
          </p:cNvPr>
          <p:cNvSpPr/>
          <p:nvPr/>
        </p:nvSpPr>
        <p:spPr>
          <a:xfrm>
            <a:off x="1725145" y="22977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7" name="Rectangle 326">
            <a:extLst>
              <a:ext uri="{FF2B5EF4-FFF2-40B4-BE49-F238E27FC236}">
                <a16:creationId xmlns:a16="http://schemas.microsoft.com/office/drawing/2014/main" id="{F4FFC95F-631F-22DD-C7FF-34824EE04793}"/>
              </a:ext>
            </a:extLst>
          </p:cNvPr>
          <p:cNvSpPr/>
          <p:nvPr/>
        </p:nvSpPr>
        <p:spPr>
          <a:xfrm>
            <a:off x="1982938" y="22977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9" name="Oval 328">
            <a:extLst>
              <a:ext uri="{FF2B5EF4-FFF2-40B4-BE49-F238E27FC236}">
                <a16:creationId xmlns:a16="http://schemas.microsoft.com/office/drawing/2014/main" id="{C1A93837-70F0-9EB5-1F0D-5B459C6083E2}"/>
              </a:ext>
            </a:extLst>
          </p:cNvPr>
          <p:cNvSpPr/>
          <p:nvPr/>
        </p:nvSpPr>
        <p:spPr>
          <a:xfrm>
            <a:off x="1956743" y="2407052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1" i="0" u="none" strike="noStrike" kern="1200" cap="none" spc="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0" name="Arc 329">
            <a:extLst>
              <a:ext uri="{FF2B5EF4-FFF2-40B4-BE49-F238E27FC236}">
                <a16:creationId xmlns:a16="http://schemas.microsoft.com/office/drawing/2014/main" id="{AA645647-518E-7C72-4F41-B7BB3F5C73D2}"/>
              </a:ext>
            </a:extLst>
          </p:cNvPr>
          <p:cNvSpPr/>
          <p:nvPr/>
        </p:nvSpPr>
        <p:spPr>
          <a:xfrm>
            <a:off x="2115078" y="2135589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1" name="TextBox 330">
            <a:extLst>
              <a:ext uri="{FF2B5EF4-FFF2-40B4-BE49-F238E27FC236}">
                <a16:creationId xmlns:a16="http://schemas.microsoft.com/office/drawing/2014/main" id="{DCB0CB8E-468C-FFB9-7DF0-78DA2B034EBB}"/>
              </a:ext>
            </a:extLst>
          </p:cNvPr>
          <p:cNvSpPr txBox="1"/>
          <p:nvPr/>
        </p:nvSpPr>
        <p:spPr>
          <a:xfrm>
            <a:off x="2421309" y="2138755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×100</a:t>
            </a:r>
          </a:p>
        </p:txBody>
      </p:sp>
      <p:sp>
        <p:nvSpPr>
          <p:cNvPr id="268" name="Arc 267">
            <a:extLst>
              <a:ext uri="{FF2B5EF4-FFF2-40B4-BE49-F238E27FC236}">
                <a16:creationId xmlns:a16="http://schemas.microsoft.com/office/drawing/2014/main" id="{F0C0FA61-16CB-CD26-EF30-0C81F5763E34}"/>
              </a:ext>
            </a:extLst>
          </p:cNvPr>
          <p:cNvSpPr/>
          <p:nvPr/>
        </p:nvSpPr>
        <p:spPr>
          <a:xfrm>
            <a:off x="5621390" y="1765702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1D297A24-8DB4-6505-1544-763EBEF1980C}"/>
              </a:ext>
            </a:extLst>
          </p:cNvPr>
          <p:cNvSpPr txBox="1"/>
          <p:nvPr/>
        </p:nvSpPr>
        <p:spPr>
          <a:xfrm>
            <a:off x="5927621" y="1756660"/>
            <a:ext cx="418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÷10</a:t>
            </a:r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3218AE1C-AEAE-53DF-F594-939436EBFE57}"/>
              </a:ext>
            </a:extLst>
          </p:cNvPr>
          <p:cNvSpPr txBox="1"/>
          <p:nvPr/>
        </p:nvSpPr>
        <p:spPr>
          <a:xfrm>
            <a:off x="3902011" y="1623752"/>
            <a:ext cx="3225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д</a:t>
            </a: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273" name="Rectangle 272">
            <a:extLst>
              <a:ext uri="{FF2B5EF4-FFF2-40B4-BE49-F238E27FC236}">
                <a16:creationId xmlns:a16="http://schemas.microsoft.com/office/drawing/2014/main" id="{102394BF-2D69-5165-ECD6-A6247918CD58}"/>
              </a:ext>
            </a:extLst>
          </p:cNvPr>
          <p:cNvSpPr/>
          <p:nvPr/>
        </p:nvSpPr>
        <p:spPr>
          <a:xfrm>
            <a:off x="4198525" y="163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4" name="Rectangle 273">
            <a:extLst>
              <a:ext uri="{FF2B5EF4-FFF2-40B4-BE49-F238E27FC236}">
                <a16:creationId xmlns:a16="http://schemas.microsoft.com/office/drawing/2014/main" id="{86644842-616B-B8D9-EC2F-CD4F411765CC}"/>
              </a:ext>
            </a:extLst>
          </p:cNvPr>
          <p:cNvSpPr/>
          <p:nvPr/>
        </p:nvSpPr>
        <p:spPr>
          <a:xfrm>
            <a:off x="4456317" y="163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5" name="Rectangle 274">
            <a:extLst>
              <a:ext uri="{FF2B5EF4-FFF2-40B4-BE49-F238E27FC236}">
                <a16:creationId xmlns:a16="http://schemas.microsoft.com/office/drawing/2014/main" id="{BFEFC56C-726E-82F7-4495-F34B353CE981}"/>
              </a:ext>
            </a:extLst>
          </p:cNvPr>
          <p:cNvSpPr/>
          <p:nvPr/>
        </p:nvSpPr>
        <p:spPr>
          <a:xfrm>
            <a:off x="4714109" y="163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</a:p>
        </p:txBody>
      </p:sp>
      <p:sp>
        <p:nvSpPr>
          <p:cNvPr id="276" name="Rectangle 275">
            <a:extLst>
              <a:ext uri="{FF2B5EF4-FFF2-40B4-BE49-F238E27FC236}">
                <a16:creationId xmlns:a16="http://schemas.microsoft.com/office/drawing/2014/main" id="{60DCEABD-28E5-3304-1E3C-337B014BF07F}"/>
              </a:ext>
            </a:extLst>
          </p:cNvPr>
          <p:cNvSpPr/>
          <p:nvPr/>
        </p:nvSpPr>
        <p:spPr>
          <a:xfrm>
            <a:off x="4971900" y="163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</a:t>
            </a:r>
          </a:p>
        </p:txBody>
      </p:sp>
      <p:sp>
        <p:nvSpPr>
          <p:cNvPr id="277" name="Rectangle 276">
            <a:extLst>
              <a:ext uri="{FF2B5EF4-FFF2-40B4-BE49-F238E27FC236}">
                <a16:creationId xmlns:a16="http://schemas.microsoft.com/office/drawing/2014/main" id="{CDB66F51-51C8-411C-E01D-221A420590FE}"/>
              </a:ext>
            </a:extLst>
          </p:cNvPr>
          <p:cNvSpPr/>
          <p:nvPr/>
        </p:nvSpPr>
        <p:spPr>
          <a:xfrm>
            <a:off x="5229693" y="163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8" name="Rectangle 277">
            <a:extLst>
              <a:ext uri="{FF2B5EF4-FFF2-40B4-BE49-F238E27FC236}">
                <a16:creationId xmlns:a16="http://schemas.microsoft.com/office/drawing/2014/main" id="{2781D7F4-FDC1-4747-9BC6-24AA8DE7349C}"/>
              </a:ext>
            </a:extLst>
          </p:cNvPr>
          <p:cNvSpPr/>
          <p:nvPr/>
        </p:nvSpPr>
        <p:spPr>
          <a:xfrm>
            <a:off x="5487484" y="163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9" name="Oval 278">
            <a:extLst>
              <a:ext uri="{FF2B5EF4-FFF2-40B4-BE49-F238E27FC236}">
                <a16:creationId xmlns:a16="http://schemas.microsoft.com/office/drawing/2014/main" id="{519E36B1-C068-ACEB-7215-81F3F1E521F6}"/>
              </a:ext>
            </a:extLst>
          </p:cNvPr>
          <p:cNvSpPr/>
          <p:nvPr/>
        </p:nvSpPr>
        <p:spPr>
          <a:xfrm>
            <a:off x="5203498" y="1746652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1" i="0" u="none" strike="noStrike" kern="1200" cap="none" spc="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2" name="Rectangle 281">
            <a:extLst>
              <a:ext uri="{FF2B5EF4-FFF2-40B4-BE49-F238E27FC236}">
                <a16:creationId xmlns:a16="http://schemas.microsoft.com/office/drawing/2014/main" id="{735E63A5-5514-5E30-5ABE-665F2C4B48E1}"/>
              </a:ext>
            </a:extLst>
          </p:cNvPr>
          <p:cNvSpPr/>
          <p:nvPr/>
        </p:nvSpPr>
        <p:spPr>
          <a:xfrm>
            <a:off x="4198525" y="197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3" name="Rectangle 282">
            <a:extLst>
              <a:ext uri="{FF2B5EF4-FFF2-40B4-BE49-F238E27FC236}">
                <a16:creationId xmlns:a16="http://schemas.microsoft.com/office/drawing/2014/main" id="{7D27BF9C-525C-602A-B01D-90814EE3A8BF}"/>
              </a:ext>
            </a:extLst>
          </p:cNvPr>
          <p:cNvSpPr/>
          <p:nvPr/>
        </p:nvSpPr>
        <p:spPr>
          <a:xfrm>
            <a:off x="4456317" y="197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4" name="Rectangle 283">
            <a:extLst>
              <a:ext uri="{FF2B5EF4-FFF2-40B4-BE49-F238E27FC236}">
                <a16:creationId xmlns:a16="http://schemas.microsoft.com/office/drawing/2014/main" id="{27D02089-3861-7923-835A-1A5663B5ED71}"/>
              </a:ext>
            </a:extLst>
          </p:cNvPr>
          <p:cNvSpPr/>
          <p:nvPr/>
        </p:nvSpPr>
        <p:spPr>
          <a:xfrm>
            <a:off x="4714109" y="197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5" name="Rectangle 284">
            <a:extLst>
              <a:ext uri="{FF2B5EF4-FFF2-40B4-BE49-F238E27FC236}">
                <a16:creationId xmlns:a16="http://schemas.microsoft.com/office/drawing/2014/main" id="{132D6D61-10BA-7FFF-1946-40ACC4D4C75D}"/>
              </a:ext>
            </a:extLst>
          </p:cNvPr>
          <p:cNvSpPr/>
          <p:nvPr/>
        </p:nvSpPr>
        <p:spPr>
          <a:xfrm>
            <a:off x="4971900" y="197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6" name="Rectangle 285">
            <a:extLst>
              <a:ext uri="{FF2B5EF4-FFF2-40B4-BE49-F238E27FC236}">
                <a16:creationId xmlns:a16="http://schemas.microsoft.com/office/drawing/2014/main" id="{FE111BD6-869B-CD7F-9592-894CCA8CA593}"/>
              </a:ext>
            </a:extLst>
          </p:cNvPr>
          <p:cNvSpPr/>
          <p:nvPr/>
        </p:nvSpPr>
        <p:spPr>
          <a:xfrm>
            <a:off x="5229693" y="197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7" name="Rectangle 286">
            <a:extLst>
              <a:ext uri="{FF2B5EF4-FFF2-40B4-BE49-F238E27FC236}">
                <a16:creationId xmlns:a16="http://schemas.microsoft.com/office/drawing/2014/main" id="{01A69C6E-DEA8-3FA5-525E-F1E3DCA1B920}"/>
              </a:ext>
            </a:extLst>
          </p:cNvPr>
          <p:cNvSpPr/>
          <p:nvPr/>
        </p:nvSpPr>
        <p:spPr>
          <a:xfrm>
            <a:off x="5487484" y="197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8" name="Oval 287">
            <a:extLst>
              <a:ext uri="{FF2B5EF4-FFF2-40B4-BE49-F238E27FC236}">
                <a16:creationId xmlns:a16="http://schemas.microsoft.com/office/drawing/2014/main" id="{D76D8F4E-8680-59AC-0B14-AF1F93FC3E8D}"/>
              </a:ext>
            </a:extLst>
          </p:cNvPr>
          <p:cNvSpPr/>
          <p:nvPr/>
        </p:nvSpPr>
        <p:spPr>
          <a:xfrm>
            <a:off x="5203498" y="2080027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1" i="0" u="none" strike="noStrike" kern="1200" cap="none" spc="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1" name="Rectangle 290">
            <a:extLst>
              <a:ext uri="{FF2B5EF4-FFF2-40B4-BE49-F238E27FC236}">
                <a16:creationId xmlns:a16="http://schemas.microsoft.com/office/drawing/2014/main" id="{AA915785-53B5-C115-D94D-F6FC8BEDAFF6}"/>
              </a:ext>
            </a:extLst>
          </p:cNvPr>
          <p:cNvSpPr/>
          <p:nvPr/>
        </p:nvSpPr>
        <p:spPr>
          <a:xfrm>
            <a:off x="4198525" y="230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2" name="Rectangle 291">
            <a:extLst>
              <a:ext uri="{FF2B5EF4-FFF2-40B4-BE49-F238E27FC236}">
                <a16:creationId xmlns:a16="http://schemas.microsoft.com/office/drawing/2014/main" id="{766D8B9E-C935-614C-3C7A-46DA619C9A09}"/>
              </a:ext>
            </a:extLst>
          </p:cNvPr>
          <p:cNvSpPr/>
          <p:nvPr/>
        </p:nvSpPr>
        <p:spPr>
          <a:xfrm>
            <a:off x="4456317" y="230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3" name="Rectangle 292">
            <a:extLst>
              <a:ext uri="{FF2B5EF4-FFF2-40B4-BE49-F238E27FC236}">
                <a16:creationId xmlns:a16="http://schemas.microsoft.com/office/drawing/2014/main" id="{87FAC670-C79A-9A8E-C3CB-115CD3A6DB6F}"/>
              </a:ext>
            </a:extLst>
          </p:cNvPr>
          <p:cNvSpPr/>
          <p:nvPr/>
        </p:nvSpPr>
        <p:spPr>
          <a:xfrm>
            <a:off x="4714109" y="230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</a:t>
            </a:r>
          </a:p>
        </p:txBody>
      </p:sp>
      <p:sp>
        <p:nvSpPr>
          <p:cNvPr id="294" name="Rectangle 293">
            <a:extLst>
              <a:ext uri="{FF2B5EF4-FFF2-40B4-BE49-F238E27FC236}">
                <a16:creationId xmlns:a16="http://schemas.microsoft.com/office/drawing/2014/main" id="{BC6449CA-8CF5-47BC-C08F-9FE18CFBD9A9}"/>
              </a:ext>
            </a:extLst>
          </p:cNvPr>
          <p:cNvSpPr/>
          <p:nvPr/>
        </p:nvSpPr>
        <p:spPr>
          <a:xfrm>
            <a:off x="4971900" y="230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5" name="Rectangle 294">
            <a:extLst>
              <a:ext uri="{FF2B5EF4-FFF2-40B4-BE49-F238E27FC236}">
                <a16:creationId xmlns:a16="http://schemas.microsoft.com/office/drawing/2014/main" id="{929A8C8D-4057-777B-FD05-21BF586AF4E8}"/>
              </a:ext>
            </a:extLst>
          </p:cNvPr>
          <p:cNvSpPr/>
          <p:nvPr/>
        </p:nvSpPr>
        <p:spPr>
          <a:xfrm>
            <a:off x="5229693" y="230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6" name="Rectangle 295">
            <a:extLst>
              <a:ext uri="{FF2B5EF4-FFF2-40B4-BE49-F238E27FC236}">
                <a16:creationId xmlns:a16="http://schemas.microsoft.com/office/drawing/2014/main" id="{9472F386-0E7A-C198-98DC-B8C5247C66F7}"/>
              </a:ext>
            </a:extLst>
          </p:cNvPr>
          <p:cNvSpPr/>
          <p:nvPr/>
        </p:nvSpPr>
        <p:spPr>
          <a:xfrm>
            <a:off x="5487484" y="230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7" name="Oval 296">
            <a:extLst>
              <a:ext uri="{FF2B5EF4-FFF2-40B4-BE49-F238E27FC236}">
                <a16:creationId xmlns:a16="http://schemas.microsoft.com/office/drawing/2014/main" id="{B561C8EE-DAD2-3AEA-CCF0-8D5D63BFCA4F}"/>
              </a:ext>
            </a:extLst>
          </p:cNvPr>
          <p:cNvSpPr/>
          <p:nvPr/>
        </p:nvSpPr>
        <p:spPr>
          <a:xfrm>
            <a:off x="5203498" y="2413402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1" i="0" u="none" strike="noStrike" kern="1200" cap="none" spc="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8" name="Arc 297">
            <a:extLst>
              <a:ext uri="{FF2B5EF4-FFF2-40B4-BE49-F238E27FC236}">
                <a16:creationId xmlns:a16="http://schemas.microsoft.com/office/drawing/2014/main" id="{E30E8E84-05F6-8968-ED1A-9205936A865D}"/>
              </a:ext>
            </a:extLst>
          </p:cNvPr>
          <p:cNvSpPr/>
          <p:nvPr/>
        </p:nvSpPr>
        <p:spPr>
          <a:xfrm>
            <a:off x="5621390" y="2141939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9" name="TextBox 298">
            <a:extLst>
              <a:ext uri="{FF2B5EF4-FFF2-40B4-BE49-F238E27FC236}">
                <a16:creationId xmlns:a16="http://schemas.microsoft.com/office/drawing/2014/main" id="{06A72D03-164E-46D6-60C8-0CFE6A6124AB}"/>
              </a:ext>
            </a:extLst>
          </p:cNvPr>
          <p:cNvSpPr txBox="1"/>
          <p:nvPr/>
        </p:nvSpPr>
        <p:spPr>
          <a:xfrm>
            <a:off x="5927621" y="2145105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×100</a:t>
            </a:r>
          </a:p>
        </p:txBody>
      </p:sp>
      <p:sp>
        <p:nvSpPr>
          <p:cNvPr id="236" name="Arc 235">
            <a:extLst>
              <a:ext uri="{FF2B5EF4-FFF2-40B4-BE49-F238E27FC236}">
                <a16:creationId xmlns:a16="http://schemas.microsoft.com/office/drawing/2014/main" id="{2CAACDED-F7B5-5237-109E-80EC2D9DDE40}"/>
              </a:ext>
            </a:extLst>
          </p:cNvPr>
          <p:cNvSpPr/>
          <p:nvPr/>
        </p:nvSpPr>
        <p:spPr>
          <a:xfrm>
            <a:off x="8707013" y="1765702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25D78A96-A021-FBAB-A910-CBAD491888E7}"/>
              </a:ext>
            </a:extLst>
          </p:cNvPr>
          <p:cNvSpPr txBox="1"/>
          <p:nvPr/>
        </p:nvSpPr>
        <p:spPr>
          <a:xfrm>
            <a:off x="9013244" y="1756660"/>
            <a:ext cx="418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×10</a:t>
            </a:r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30313495-829C-1D05-71CF-75A5F887F708}"/>
              </a:ext>
            </a:extLst>
          </p:cNvPr>
          <p:cNvSpPr txBox="1"/>
          <p:nvPr/>
        </p:nvSpPr>
        <p:spPr>
          <a:xfrm>
            <a:off x="6971579" y="1623752"/>
            <a:ext cx="3097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е</a:t>
            </a: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240" name="Rectangle 239">
            <a:extLst>
              <a:ext uri="{FF2B5EF4-FFF2-40B4-BE49-F238E27FC236}">
                <a16:creationId xmlns:a16="http://schemas.microsoft.com/office/drawing/2014/main" id="{6F615B7B-0D35-40E0-9C14-9B31AD596516}"/>
              </a:ext>
            </a:extLst>
          </p:cNvPr>
          <p:cNvSpPr/>
          <p:nvPr/>
        </p:nvSpPr>
        <p:spPr>
          <a:xfrm>
            <a:off x="7285913" y="163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C3793639-EE98-DB63-9FA9-F35825B00FF9}"/>
              </a:ext>
            </a:extLst>
          </p:cNvPr>
          <p:cNvSpPr/>
          <p:nvPr/>
        </p:nvSpPr>
        <p:spPr>
          <a:xfrm>
            <a:off x="7543705" y="163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A6A18EAE-A597-FF9F-9647-9B4203E42048}"/>
              </a:ext>
            </a:extLst>
          </p:cNvPr>
          <p:cNvSpPr/>
          <p:nvPr/>
        </p:nvSpPr>
        <p:spPr>
          <a:xfrm>
            <a:off x="7801497" y="163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</a:t>
            </a:r>
          </a:p>
        </p:txBody>
      </p:sp>
      <p:sp>
        <p:nvSpPr>
          <p:cNvPr id="243" name="Rectangle 242">
            <a:extLst>
              <a:ext uri="{FF2B5EF4-FFF2-40B4-BE49-F238E27FC236}">
                <a16:creationId xmlns:a16="http://schemas.microsoft.com/office/drawing/2014/main" id="{CB4C6E71-44B4-9176-0D7A-7DD07E3F63A6}"/>
              </a:ext>
            </a:extLst>
          </p:cNvPr>
          <p:cNvSpPr/>
          <p:nvPr/>
        </p:nvSpPr>
        <p:spPr>
          <a:xfrm>
            <a:off x="8059289" y="163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</a:p>
        </p:txBody>
      </p:sp>
      <p:sp>
        <p:nvSpPr>
          <p:cNvPr id="244" name="Rectangle 243">
            <a:extLst>
              <a:ext uri="{FF2B5EF4-FFF2-40B4-BE49-F238E27FC236}">
                <a16:creationId xmlns:a16="http://schemas.microsoft.com/office/drawing/2014/main" id="{0F12D614-BF87-9E59-8F20-812B56B5E222}"/>
              </a:ext>
            </a:extLst>
          </p:cNvPr>
          <p:cNvSpPr/>
          <p:nvPr/>
        </p:nvSpPr>
        <p:spPr>
          <a:xfrm>
            <a:off x="8317080" y="163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6833984C-E1C7-6E5E-AF2A-C7BD21137E28}"/>
              </a:ext>
            </a:extLst>
          </p:cNvPr>
          <p:cNvSpPr/>
          <p:nvPr/>
        </p:nvSpPr>
        <p:spPr>
          <a:xfrm>
            <a:off x="8574873" y="16373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7" name="Oval 246">
            <a:extLst>
              <a:ext uri="{FF2B5EF4-FFF2-40B4-BE49-F238E27FC236}">
                <a16:creationId xmlns:a16="http://schemas.microsoft.com/office/drawing/2014/main" id="{37D44BC5-498B-265C-39B1-D575E7F833EB}"/>
              </a:ext>
            </a:extLst>
          </p:cNvPr>
          <p:cNvSpPr/>
          <p:nvPr/>
        </p:nvSpPr>
        <p:spPr>
          <a:xfrm>
            <a:off x="8548678" y="1746652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1" i="0" u="none" strike="noStrike" kern="1200" cap="none" spc="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9" name="Rectangle 248">
            <a:extLst>
              <a:ext uri="{FF2B5EF4-FFF2-40B4-BE49-F238E27FC236}">
                <a16:creationId xmlns:a16="http://schemas.microsoft.com/office/drawing/2014/main" id="{FDA27EB4-9BDD-B232-B5B4-12593F519886}"/>
              </a:ext>
            </a:extLst>
          </p:cNvPr>
          <p:cNvSpPr/>
          <p:nvPr/>
        </p:nvSpPr>
        <p:spPr>
          <a:xfrm>
            <a:off x="7285913" y="197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0" name="Rectangle 249">
            <a:extLst>
              <a:ext uri="{FF2B5EF4-FFF2-40B4-BE49-F238E27FC236}">
                <a16:creationId xmlns:a16="http://schemas.microsoft.com/office/drawing/2014/main" id="{0A0FB626-E171-8AE0-846D-BE365DBD59E7}"/>
              </a:ext>
            </a:extLst>
          </p:cNvPr>
          <p:cNvSpPr/>
          <p:nvPr/>
        </p:nvSpPr>
        <p:spPr>
          <a:xfrm>
            <a:off x="7543705" y="197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1" name="Rectangle 250">
            <a:extLst>
              <a:ext uri="{FF2B5EF4-FFF2-40B4-BE49-F238E27FC236}">
                <a16:creationId xmlns:a16="http://schemas.microsoft.com/office/drawing/2014/main" id="{CF09C59C-7B08-88A8-CF95-4A3676818E27}"/>
              </a:ext>
            </a:extLst>
          </p:cNvPr>
          <p:cNvSpPr/>
          <p:nvPr/>
        </p:nvSpPr>
        <p:spPr>
          <a:xfrm>
            <a:off x="7801497" y="197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2" name="Rectangle 251">
            <a:extLst>
              <a:ext uri="{FF2B5EF4-FFF2-40B4-BE49-F238E27FC236}">
                <a16:creationId xmlns:a16="http://schemas.microsoft.com/office/drawing/2014/main" id="{B84E1FF3-68C6-0343-CE1D-5A5333B0C70F}"/>
              </a:ext>
            </a:extLst>
          </p:cNvPr>
          <p:cNvSpPr/>
          <p:nvPr/>
        </p:nvSpPr>
        <p:spPr>
          <a:xfrm>
            <a:off x="8059289" y="197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3" name="Rectangle 252">
            <a:extLst>
              <a:ext uri="{FF2B5EF4-FFF2-40B4-BE49-F238E27FC236}">
                <a16:creationId xmlns:a16="http://schemas.microsoft.com/office/drawing/2014/main" id="{005E5AC7-242D-3BCB-E1A2-70D1E07506D7}"/>
              </a:ext>
            </a:extLst>
          </p:cNvPr>
          <p:cNvSpPr/>
          <p:nvPr/>
        </p:nvSpPr>
        <p:spPr>
          <a:xfrm>
            <a:off x="8317080" y="197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4" name="Rectangle 253">
            <a:extLst>
              <a:ext uri="{FF2B5EF4-FFF2-40B4-BE49-F238E27FC236}">
                <a16:creationId xmlns:a16="http://schemas.microsoft.com/office/drawing/2014/main" id="{6A0B5BA8-ED0E-8181-9DA3-A16E08A372A0}"/>
              </a:ext>
            </a:extLst>
          </p:cNvPr>
          <p:cNvSpPr/>
          <p:nvPr/>
        </p:nvSpPr>
        <p:spPr>
          <a:xfrm>
            <a:off x="8574873" y="197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8" name="Rectangle 257">
            <a:extLst>
              <a:ext uri="{FF2B5EF4-FFF2-40B4-BE49-F238E27FC236}">
                <a16:creationId xmlns:a16="http://schemas.microsoft.com/office/drawing/2014/main" id="{C634E3BD-E459-A8CD-64E6-3FDAD06840AF}"/>
              </a:ext>
            </a:extLst>
          </p:cNvPr>
          <p:cNvSpPr/>
          <p:nvPr/>
        </p:nvSpPr>
        <p:spPr>
          <a:xfrm>
            <a:off x="7285913" y="230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9" name="Rectangle 258">
            <a:extLst>
              <a:ext uri="{FF2B5EF4-FFF2-40B4-BE49-F238E27FC236}">
                <a16:creationId xmlns:a16="http://schemas.microsoft.com/office/drawing/2014/main" id="{387C2AAD-79AA-5E59-D434-C8EE4A20246F}"/>
              </a:ext>
            </a:extLst>
          </p:cNvPr>
          <p:cNvSpPr/>
          <p:nvPr/>
        </p:nvSpPr>
        <p:spPr>
          <a:xfrm>
            <a:off x="7543705" y="230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0" name="Rectangle 259">
            <a:extLst>
              <a:ext uri="{FF2B5EF4-FFF2-40B4-BE49-F238E27FC236}">
                <a16:creationId xmlns:a16="http://schemas.microsoft.com/office/drawing/2014/main" id="{082D3E60-E433-1D7C-1397-BDC3FE3E97A5}"/>
              </a:ext>
            </a:extLst>
          </p:cNvPr>
          <p:cNvSpPr/>
          <p:nvPr/>
        </p:nvSpPr>
        <p:spPr>
          <a:xfrm>
            <a:off x="7801497" y="230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1" name="Rectangle 260">
            <a:extLst>
              <a:ext uri="{FF2B5EF4-FFF2-40B4-BE49-F238E27FC236}">
                <a16:creationId xmlns:a16="http://schemas.microsoft.com/office/drawing/2014/main" id="{FF1A2A6C-220C-28F8-8826-B29C3FAE1F92}"/>
              </a:ext>
            </a:extLst>
          </p:cNvPr>
          <p:cNvSpPr/>
          <p:nvPr/>
        </p:nvSpPr>
        <p:spPr>
          <a:xfrm>
            <a:off x="8059289" y="230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2" name="Rectangle 261">
            <a:extLst>
              <a:ext uri="{FF2B5EF4-FFF2-40B4-BE49-F238E27FC236}">
                <a16:creationId xmlns:a16="http://schemas.microsoft.com/office/drawing/2014/main" id="{FEF71E84-F2BE-78E5-8004-C03B2D557551}"/>
              </a:ext>
            </a:extLst>
          </p:cNvPr>
          <p:cNvSpPr/>
          <p:nvPr/>
        </p:nvSpPr>
        <p:spPr>
          <a:xfrm>
            <a:off x="8317080" y="230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3" name="Rectangle 262">
            <a:extLst>
              <a:ext uri="{FF2B5EF4-FFF2-40B4-BE49-F238E27FC236}">
                <a16:creationId xmlns:a16="http://schemas.microsoft.com/office/drawing/2014/main" id="{DFFE2A65-F444-B79A-9A68-43CFFE177979}"/>
              </a:ext>
            </a:extLst>
          </p:cNvPr>
          <p:cNvSpPr/>
          <p:nvPr/>
        </p:nvSpPr>
        <p:spPr>
          <a:xfrm>
            <a:off x="8574873" y="230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6" name="Arc 265">
            <a:extLst>
              <a:ext uri="{FF2B5EF4-FFF2-40B4-BE49-F238E27FC236}">
                <a16:creationId xmlns:a16="http://schemas.microsoft.com/office/drawing/2014/main" id="{98C8248C-629A-096D-A7BD-FEDA1D813A7E}"/>
              </a:ext>
            </a:extLst>
          </p:cNvPr>
          <p:cNvSpPr/>
          <p:nvPr/>
        </p:nvSpPr>
        <p:spPr>
          <a:xfrm>
            <a:off x="8707013" y="2141939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7" name="TextBox 266">
            <a:extLst>
              <a:ext uri="{FF2B5EF4-FFF2-40B4-BE49-F238E27FC236}">
                <a16:creationId xmlns:a16="http://schemas.microsoft.com/office/drawing/2014/main" id="{4768BB5E-BCB6-D05D-6BAF-6C3E95D90807}"/>
              </a:ext>
            </a:extLst>
          </p:cNvPr>
          <p:cNvSpPr txBox="1"/>
          <p:nvPr/>
        </p:nvSpPr>
        <p:spPr>
          <a:xfrm>
            <a:off x="9013244" y="2145105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÷100</a:t>
            </a:r>
          </a:p>
        </p:txBody>
      </p:sp>
      <p:sp>
        <p:nvSpPr>
          <p:cNvPr id="400" name="Arc 399">
            <a:extLst>
              <a:ext uri="{FF2B5EF4-FFF2-40B4-BE49-F238E27FC236}">
                <a16:creationId xmlns:a16="http://schemas.microsoft.com/office/drawing/2014/main" id="{52F62071-19DD-8347-7875-05D7E9CE53BA}"/>
              </a:ext>
            </a:extLst>
          </p:cNvPr>
          <p:cNvSpPr/>
          <p:nvPr/>
        </p:nvSpPr>
        <p:spPr>
          <a:xfrm>
            <a:off x="2323835" y="3039077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1" name="TextBox 400">
            <a:extLst>
              <a:ext uri="{FF2B5EF4-FFF2-40B4-BE49-F238E27FC236}">
                <a16:creationId xmlns:a16="http://schemas.microsoft.com/office/drawing/2014/main" id="{E4DD983E-9B17-25ED-FF77-A157834F5E8E}"/>
              </a:ext>
            </a:extLst>
          </p:cNvPr>
          <p:cNvSpPr txBox="1"/>
          <p:nvPr/>
        </p:nvSpPr>
        <p:spPr>
          <a:xfrm>
            <a:off x="2630066" y="3030035"/>
            <a:ext cx="5757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×1000</a:t>
            </a:r>
          </a:p>
        </p:txBody>
      </p:sp>
      <p:sp>
        <p:nvSpPr>
          <p:cNvPr id="402" name="TextBox 401">
            <a:extLst>
              <a:ext uri="{FF2B5EF4-FFF2-40B4-BE49-F238E27FC236}">
                <a16:creationId xmlns:a16="http://schemas.microsoft.com/office/drawing/2014/main" id="{FF5E2CC6-C241-5023-7733-F782A38ED859}"/>
              </a:ext>
            </a:extLst>
          </p:cNvPr>
          <p:cNvSpPr txBox="1"/>
          <p:nvPr/>
        </p:nvSpPr>
        <p:spPr>
          <a:xfrm>
            <a:off x="95479" y="2897127"/>
            <a:ext cx="3097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е</a:t>
            </a: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403" name="Rectangle 402">
            <a:extLst>
              <a:ext uri="{FF2B5EF4-FFF2-40B4-BE49-F238E27FC236}">
                <a16:creationId xmlns:a16="http://schemas.microsoft.com/office/drawing/2014/main" id="{71FC9C5A-1809-DF41-263E-DC3D17CA28E9}"/>
              </a:ext>
            </a:extLst>
          </p:cNvPr>
          <p:cNvSpPr/>
          <p:nvPr/>
        </p:nvSpPr>
        <p:spPr>
          <a:xfrm>
            <a:off x="385386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4" name="Rectangle 403">
            <a:extLst>
              <a:ext uri="{FF2B5EF4-FFF2-40B4-BE49-F238E27FC236}">
                <a16:creationId xmlns:a16="http://schemas.microsoft.com/office/drawing/2014/main" id="{04780C4D-88B1-04A6-B597-DC6BD1FB1A3D}"/>
              </a:ext>
            </a:extLst>
          </p:cNvPr>
          <p:cNvSpPr/>
          <p:nvPr/>
        </p:nvSpPr>
        <p:spPr>
          <a:xfrm>
            <a:off x="643178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5" name="Rectangle 404">
            <a:extLst>
              <a:ext uri="{FF2B5EF4-FFF2-40B4-BE49-F238E27FC236}">
                <a16:creationId xmlns:a16="http://schemas.microsoft.com/office/drawing/2014/main" id="{F236E970-0C20-E800-9AA0-708182EC8B81}"/>
              </a:ext>
            </a:extLst>
          </p:cNvPr>
          <p:cNvSpPr/>
          <p:nvPr/>
        </p:nvSpPr>
        <p:spPr>
          <a:xfrm>
            <a:off x="900970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6" name="Rectangle 405">
            <a:extLst>
              <a:ext uri="{FF2B5EF4-FFF2-40B4-BE49-F238E27FC236}">
                <a16:creationId xmlns:a16="http://schemas.microsoft.com/office/drawing/2014/main" id="{3BF99079-852F-FE94-E9D3-3493FF2C27CA}"/>
              </a:ext>
            </a:extLst>
          </p:cNvPr>
          <p:cNvSpPr/>
          <p:nvPr/>
        </p:nvSpPr>
        <p:spPr>
          <a:xfrm>
            <a:off x="1158762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7" name="Rectangle 406">
            <a:extLst>
              <a:ext uri="{FF2B5EF4-FFF2-40B4-BE49-F238E27FC236}">
                <a16:creationId xmlns:a16="http://schemas.microsoft.com/office/drawing/2014/main" id="{FEDEF549-B403-3554-F607-B39A74B2C57A}"/>
              </a:ext>
            </a:extLst>
          </p:cNvPr>
          <p:cNvSpPr/>
          <p:nvPr/>
        </p:nvSpPr>
        <p:spPr>
          <a:xfrm>
            <a:off x="1416554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8" name="Rectangle 407">
            <a:extLst>
              <a:ext uri="{FF2B5EF4-FFF2-40B4-BE49-F238E27FC236}">
                <a16:creationId xmlns:a16="http://schemas.microsoft.com/office/drawing/2014/main" id="{FE099DBD-4530-B169-81BB-E06E2525AA5A}"/>
              </a:ext>
            </a:extLst>
          </p:cNvPr>
          <p:cNvSpPr/>
          <p:nvPr/>
        </p:nvSpPr>
        <p:spPr>
          <a:xfrm>
            <a:off x="1674345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</a:p>
        </p:txBody>
      </p:sp>
      <p:sp>
        <p:nvSpPr>
          <p:cNvPr id="409" name="Rectangle 408">
            <a:extLst>
              <a:ext uri="{FF2B5EF4-FFF2-40B4-BE49-F238E27FC236}">
                <a16:creationId xmlns:a16="http://schemas.microsoft.com/office/drawing/2014/main" id="{273B55DF-844C-1778-9706-CFCE68166016}"/>
              </a:ext>
            </a:extLst>
          </p:cNvPr>
          <p:cNvSpPr/>
          <p:nvPr/>
        </p:nvSpPr>
        <p:spPr>
          <a:xfrm>
            <a:off x="1932138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</a:t>
            </a:r>
          </a:p>
        </p:txBody>
      </p:sp>
      <p:sp>
        <p:nvSpPr>
          <p:cNvPr id="410" name="Rectangle 409">
            <a:extLst>
              <a:ext uri="{FF2B5EF4-FFF2-40B4-BE49-F238E27FC236}">
                <a16:creationId xmlns:a16="http://schemas.microsoft.com/office/drawing/2014/main" id="{C19AB50F-1DF5-26CD-E821-CD434CD71874}"/>
              </a:ext>
            </a:extLst>
          </p:cNvPr>
          <p:cNvSpPr/>
          <p:nvPr/>
        </p:nvSpPr>
        <p:spPr>
          <a:xfrm>
            <a:off x="2189929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1" name="Oval 410">
            <a:extLst>
              <a:ext uri="{FF2B5EF4-FFF2-40B4-BE49-F238E27FC236}">
                <a16:creationId xmlns:a16="http://schemas.microsoft.com/office/drawing/2014/main" id="{FDE7E0EF-265F-5284-40AA-04E09241A098}"/>
              </a:ext>
            </a:extLst>
          </p:cNvPr>
          <p:cNvSpPr/>
          <p:nvPr/>
        </p:nvSpPr>
        <p:spPr>
          <a:xfrm>
            <a:off x="1905943" y="3020027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1" i="0" u="none" strike="noStrike" kern="1200" cap="none" spc="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2" name="Rectangle 411">
            <a:extLst>
              <a:ext uri="{FF2B5EF4-FFF2-40B4-BE49-F238E27FC236}">
                <a16:creationId xmlns:a16="http://schemas.microsoft.com/office/drawing/2014/main" id="{944667F2-653C-33C8-6F3C-C645C3A29E65}"/>
              </a:ext>
            </a:extLst>
          </p:cNvPr>
          <p:cNvSpPr/>
          <p:nvPr/>
        </p:nvSpPr>
        <p:spPr>
          <a:xfrm>
            <a:off x="385386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3" name="Rectangle 412">
            <a:extLst>
              <a:ext uri="{FF2B5EF4-FFF2-40B4-BE49-F238E27FC236}">
                <a16:creationId xmlns:a16="http://schemas.microsoft.com/office/drawing/2014/main" id="{5E2E1876-6F21-DBB8-7521-080F8E5B0462}"/>
              </a:ext>
            </a:extLst>
          </p:cNvPr>
          <p:cNvSpPr/>
          <p:nvPr/>
        </p:nvSpPr>
        <p:spPr>
          <a:xfrm>
            <a:off x="643178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4" name="Rectangle 413">
            <a:extLst>
              <a:ext uri="{FF2B5EF4-FFF2-40B4-BE49-F238E27FC236}">
                <a16:creationId xmlns:a16="http://schemas.microsoft.com/office/drawing/2014/main" id="{B8481FD4-66B9-B9E6-D7F3-60D264E3C628}"/>
              </a:ext>
            </a:extLst>
          </p:cNvPr>
          <p:cNvSpPr/>
          <p:nvPr/>
        </p:nvSpPr>
        <p:spPr>
          <a:xfrm>
            <a:off x="900970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5" name="Rectangle 414">
            <a:extLst>
              <a:ext uri="{FF2B5EF4-FFF2-40B4-BE49-F238E27FC236}">
                <a16:creationId xmlns:a16="http://schemas.microsoft.com/office/drawing/2014/main" id="{A0AA470E-107A-AD53-9E48-5B6FC60E5F4C}"/>
              </a:ext>
            </a:extLst>
          </p:cNvPr>
          <p:cNvSpPr/>
          <p:nvPr/>
        </p:nvSpPr>
        <p:spPr>
          <a:xfrm>
            <a:off x="1158762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6" name="Rectangle 415">
            <a:extLst>
              <a:ext uri="{FF2B5EF4-FFF2-40B4-BE49-F238E27FC236}">
                <a16:creationId xmlns:a16="http://schemas.microsoft.com/office/drawing/2014/main" id="{B63DC9AA-E875-D137-8884-84ED087F5D5B}"/>
              </a:ext>
            </a:extLst>
          </p:cNvPr>
          <p:cNvSpPr/>
          <p:nvPr/>
        </p:nvSpPr>
        <p:spPr>
          <a:xfrm>
            <a:off x="1416554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7" name="Rectangle 416">
            <a:extLst>
              <a:ext uri="{FF2B5EF4-FFF2-40B4-BE49-F238E27FC236}">
                <a16:creationId xmlns:a16="http://schemas.microsoft.com/office/drawing/2014/main" id="{D85A3B72-759B-B33C-AF55-28E1E7A677E2}"/>
              </a:ext>
            </a:extLst>
          </p:cNvPr>
          <p:cNvSpPr/>
          <p:nvPr/>
        </p:nvSpPr>
        <p:spPr>
          <a:xfrm>
            <a:off x="1674345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8" name="Rectangle 417">
            <a:extLst>
              <a:ext uri="{FF2B5EF4-FFF2-40B4-BE49-F238E27FC236}">
                <a16:creationId xmlns:a16="http://schemas.microsoft.com/office/drawing/2014/main" id="{88703CD3-4BAE-DA33-CD51-ABA78BC0AB04}"/>
              </a:ext>
            </a:extLst>
          </p:cNvPr>
          <p:cNvSpPr/>
          <p:nvPr/>
        </p:nvSpPr>
        <p:spPr>
          <a:xfrm>
            <a:off x="1932138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9" name="Rectangle 418">
            <a:extLst>
              <a:ext uri="{FF2B5EF4-FFF2-40B4-BE49-F238E27FC236}">
                <a16:creationId xmlns:a16="http://schemas.microsoft.com/office/drawing/2014/main" id="{B2CCB14F-1803-9CAC-7BDF-824EC872CF72}"/>
              </a:ext>
            </a:extLst>
          </p:cNvPr>
          <p:cNvSpPr/>
          <p:nvPr/>
        </p:nvSpPr>
        <p:spPr>
          <a:xfrm>
            <a:off x="2189929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1" name="Rectangle 420">
            <a:extLst>
              <a:ext uri="{FF2B5EF4-FFF2-40B4-BE49-F238E27FC236}">
                <a16:creationId xmlns:a16="http://schemas.microsoft.com/office/drawing/2014/main" id="{7167ECF8-51F3-10F9-D855-8BB2032611FA}"/>
              </a:ext>
            </a:extLst>
          </p:cNvPr>
          <p:cNvSpPr/>
          <p:nvPr/>
        </p:nvSpPr>
        <p:spPr>
          <a:xfrm>
            <a:off x="385386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2" name="Rectangle 421">
            <a:extLst>
              <a:ext uri="{FF2B5EF4-FFF2-40B4-BE49-F238E27FC236}">
                <a16:creationId xmlns:a16="http://schemas.microsoft.com/office/drawing/2014/main" id="{1ED1B80A-5214-8331-E595-3455A2B7BB1B}"/>
              </a:ext>
            </a:extLst>
          </p:cNvPr>
          <p:cNvSpPr/>
          <p:nvPr/>
        </p:nvSpPr>
        <p:spPr>
          <a:xfrm>
            <a:off x="643178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3" name="Rectangle 422">
            <a:extLst>
              <a:ext uri="{FF2B5EF4-FFF2-40B4-BE49-F238E27FC236}">
                <a16:creationId xmlns:a16="http://schemas.microsoft.com/office/drawing/2014/main" id="{312F066F-2565-2E5A-7756-4B4733CC1E12}"/>
              </a:ext>
            </a:extLst>
          </p:cNvPr>
          <p:cNvSpPr/>
          <p:nvPr/>
        </p:nvSpPr>
        <p:spPr>
          <a:xfrm>
            <a:off x="900970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4" name="Rectangle 423">
            <a:extLst>
              <a:ext uri="{FF2B5EF4-FFF2-40B4-BE49-F238E27FC236}">
                <a16:creationId xmlns:a16="http://schemas.microsoft.com/office/drawing/2014/main" id="{3459A0E0-174A-3739-DC2A-7D4C49274A69}"/>
              </a:ext>
            </a:extLst>
          </p:cNvPr>
          <p:cNvSpPr/>
          <p:nvPr/>
        </p:nvSpPr>
        <p:spPr>
          <a:xfrm>
            <a:off x="1158762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5" name="Rectangle 424">
            <a:extLst>
              <a:ext uri="{FF2B5EF4-FFF2-40B4-BE49-F238E27FC236}">
                <a16:creationId xmlns:a16="http://schemas.microsoft.com/office/drawing/2014/main" id="{AEE6F373-91C5-AB68-129B-A75918D675A2}"/>
              </a:ext>
            </a:extLst>
          </p:cNvPr>
          <p:cNvSpPr/>
          <p:nvPr/>
        </p:nvSpPr>
        <p:spPr>
          <a:xfrm>
            <a:off x="1416554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</a:t>
            </a:r>
          </a:p>
        </p:txBody>
      </p:sp>
      <p:sp>
        <p:nvSpPr>
          <p:cNvPr id="426" name="Rectangle 425">
            <a:extLst>
              <a:ext uri="{FF2B5EF4-FFF2-40B4-BE49-F238E27FC236}">
                <a16:creationId xmlns:a16="http://schemas.microsoft.com/office/drawing/2014/main" id="{11D8ABD7-829A-1282-0A06-F7F6AB6C7C84}"/>
              </a:ext>
            </a:extLst>
          </p:cNvPr>
          <p:cNvSpPr/>
          <p:nvPr/>
        </p:nvSpPr>
        <p:spPr>
          <a:xfrm>
            <a:off x="1674345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7" name="Rectangle 426">
            <a:extLst>
              <a:ext uri="{FF2B5EF4-FFF2-40B4-BE49-F238E27FC236}">
                <a16:creationId xmlns:a16="http://schemas.microsoft.com/office/drawing/2014/main" id="{4263E13D-C898-13D3-AAB8-1AE614D6E9FF}"/>
              </a:ext>
            </a:extLst>
          </p:cNvPr>
          <p:cNvSpPr/>
          <p:nvPr/>
        </p:nvSpPr>
        <p:spPr>
          <a:xfrm>
            <a:off x="1932138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8" name="Rectangle 427">
            <a:extLst>
              <a:ext uri="{FF2B5EF4-FFF2-40B4-BE49-F238E27FC236}">
                <a16:creationId xmlns:a16="http://schemas.microsoft.com/office/drawing/2014/main" id="{852786D1-F279-524B-AF0B-31E1493277C7}"/>
              </a:ext>
            </a:extLst>
          </p:cNvPr>
          <p:cNvSpPr/>
          <p:nvPr/>
        </p:nvSpPr>
        <p:spPr>
          <a:xfrm>
            <a:off x="2189929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0" name="Arc 429">
            <a:extLst>
              <a:ext uri="{FF2B5EF4-FFF2-40B4-BE49-F238E27FC236}">
                <a16:creationId xmlns:a16="http://schemas.microsoft.com/office/drawing/2014/main" id="{BDD9B3D3-A497-B11B-98CF-F3AB953B6FAC}"/>
              </a:ext>
            </a:extLst>
          </p:cNvPr>
          <p:cNvSpPr/>
          <p:nvPr/>
        </p:nvSpPr>
        <p:spPr>
          <a:xfrm>
            <a:off x="2323835" y="3415314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1" name="TextBox 430">
            <a:extLst>
              <a:ext uri="{FF2B5EF4-FFF2-40B4-BE49-F238E27FC236}">
                <a16:creationId xmlns:a16="http://schemas.microsoft.com/office/drawing/2014/main" id="{DF09A9B9-99FC-4383-5538-8FC4C36911B5}"/>
              </a:ext>
            </a:extLst>
          </p:cNvPr>
          <p:cNvSpPr txBox="1"/>
          <p:nvPr/>
        </p:nvSpPr>
        <p:spPr>
          <a:xfrm>
            <a:off x="2630066" y="3418480"/>
            <a:ext cx="418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÷10</a:t>
            </a:r>
          </a:p>
        </p:txBody>
      </p:sp>
      <p:sp>
        <p:nvSpPr>
          <p:cNvPr id="368" name="Arc 367">
            <a:extLst>
              <a:ext uri="{FF2B5EF4-FFF2-40B4-BE49-F238E27FC236}">
                <a16:creationId xmlns:a16="http://schemas.microsoft.com/office/drawing/2014/main" id="{47AD1536-5B42-A217-2D7C-9417B398EF27}"/>
              </a:ext>
            </a:extLst>
          </p:cNvPr>
          <p:cNvSpPr/>
          <p:nvPr/>
        </p:nvSpPr>
        <p:spPr>
          <a:xfrm>
            <a:off x="5364215" y="3039077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9" name="TextBox 368">
            <a:extLst>
              <a:ext uri="{FF2B5EF4-FFF2-40B4-BE49-F238E27FC236}">
                <a16:creationId xmlns:a16="http://schemas.microsoft.com/office/drawing/2014/main" id="{79FCCBEA-A701-9BEB-7AF3-56346BFE25B0}"/>
              </a:ext>
            </a:extLst>
          </p:cNvPr>
          <p:cNvSpPr txBox="1"/>
          <p:nvPr/>
        </p:nvSpPr>
        <p:spPr>
          <a:xfrm>
            <a:off x="5670446" y="3030035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÷100</a:t>
            </a:r>
          </a:p>
        </p:txBody>
      </p:sp>
      <p:sp>
        <p:nvSpPr>
          <p:cNvPr id="370" name="TextBox 369">
            <a:extLst>
              <a:ext uri="{FF2B5EF4-FFF2-40B4-BE49-F238E27FC236}">
                <a16:creationId xmlns:a16="http://schemas.microsoft.com/office/drawing/2014/main" id="{6370F09A-0220-26F6-5342-FCEC0658B5BE}"/>
              </a:ext>
            </a:extLst>
          </p:cNvPr>
          <p:cNvSpPr txBox="1"/>
          <p:nvPr/>
        </p:nvSpPr>
        <p:spPr>
          <a:xfrm>
            <a:off x="3632813" y="2897127"/>
            <a:ext cx="3465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</a:t>
            </a: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373" name="Rectangle 372">
            <a:extLst>
              <a:ext uri="{FF2B5EF4-FFF2-40B4-BE49-F238E27FC236}">
                <a16:creationId xmlns:a16="http://schemas.microsoft.com/office/drawing/2014/main" id="{E994595E-D46A-6D29-B708-B8C6BE960557}"/>
              </a:ext>
            </a:extLst>
          </p:cNvPr>
          <p:cNvSpPr/>
          <p:nvPr/>
        </p:nvSpPr>
        <p:spPr>
          <a:xfrm>
            <a:off x="3941350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4" name="Rectangle 373">
            <a:extLst>
              <a:ext uri="{FF2B5EF4-FFF2-40B4-BE49-F238E27FC236}">
                <a16:creationId xmlns:a16="http://schemas.microsoft.com/office/drawing/2014/main" id="{68883CDE-A33E-D4DD-A9ED-2A200DE6DA1C}"/>
              </a:ext>
            </a:extLst>
          </p:cNvPr>
          <p:cNvSpPr/>
          <p:nvPr/>
        </p:nvSpPr>
        <p:spPr>
          <a:xfrm>
            <a:off x="4199142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5" name="Rectangle 374">
            <a:extLst>
              <a:ext uri="{FF2B5EF4-FFF2-40B4-BE49-F238E27FC236}">
                <a16:creationId xmlns:a16="http://schemas.microsoft.com/office/drawing/2014/main" id="{A4236E97-C427-13CE-F91D-8754B7D1A0B5}"/>
              </a:ext>
            </a:extLst>
          </p:cNvPr>
          <p:cNvSpPr/>
          <p:nvPr/>
        </p:nvSpPr>
        <p:spPr>
          <a:xfrm>
            <a:off x="4456934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6" name="Rectangle 375">
            <a:extLst>
              <a:ext uri="{FF2B5EF4-FFF2-40B4-BE49-F238E27FC236}">
                <a16:creationId xmlns:a16="http://schemas.microsoft.com/office/drawing/2014/main" id="{C25D357D-02CB-5913-4DB0-F0E89516692A}"/>
              </a:ext>
            </a:extLst>
          </p:cNvPr>
          <p:cNvSpPr/>
          <p:nvPr/>
        </p:nvSpPr>
        <p:spPr>
          <a:xfrm>
            <a:off x="4714725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</a:t>
            </a:r>
          </a:p>
        </p:txBody>
      </p:sp>
      <p:sp>
        <p:nvSpPr>
          <p:cNvPr id="377" name="Rectangle 376">
            <a:extLst>
              <a:ext uri="{FF2B5EF4-FFF2-40B4-BE49-F238E27FC236}">
                <a16:creationId xmlns:a16="http://schemas.microsoft.com/office/drawing/2014/main" id="{90E7EDE8-88A6-E5FD-81B2-1B964087D4CF}"/>
              </a:ext>
            </a:extLst>
          </p:cNvPr>
          <p:cNvSpPr/>
          <p:nvPr/>
        </p:nvSpPr>
        <p:spPr>
          <a:xfrm>
            <a:off x="4972518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8" name="Rectangle 377">
            <a:extLst>
              <a:ext uri="{FF2B5EF4-FFF2-40B4-BE49-F238E27FC236}">
                <a16:creationId xmlns:a16="http://schemas.microsoft.com/office/drawing/2014/main" id="{8119B89B-D737-1516-31F6-D0C711FBC395}"/>
              </a:ext>
            </a:extLst>
          </p:cNvPr>
          <p:cNvSpPr/>
          <p:nvPr/>
        </p:nvSpPr>
        <p:spPr>
          <a:xfrm>
            <a:off x="5230309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9" name="Oval 378">
            <a:extLst>
              <a:ext uri="{FF2B5EF4-FFF2-40B4-BE49-F238E27FC236}">
                <a16:creationId xmlns:a16="http://schemas.microsoft.com/office/drawing/2014/main" id="{344DD623-7799-D0BB-F47E-5DA1120A64A5}"/>
              </a:ext>
            </a:extLst>
          </p:cNvPr>
          <p:cNvSpPr/>
          <p:nvPr/>
        </p:nvSpPr>
        <p:spPr>
          <a:xfrm>
            <a:off x="4946323" y="3020027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1" i="0" u="none" strike="noStrike" kern="1200" cap="none" spc="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2" name="Rectangle 381">
            <a:extLst>
              <a:ext uri="{FF2B5EF4-FFF2-40B4-BE49-F238E27FC236}">
                <a16:creationId xmlns:a16="http://schemas.microsoft.com/office/drawing/2014/main" id="{0B05FDE9-86EB-5555-385F-9BB2BC828032}"/>
              </a:ext>
            </a:extLst>
          </p:cNvPr>
          <p:cNvSpPr/>
          <p:nvPr/>
        </p:nvSpPr>
        <p:spPr>
          <a:xfrm>
            <a:off x="3941350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3" name="Rectangle 382">
            <a:extLst>
              <a:ext uri="{FF2B5EF4-FFF2-40B4-BE49-F238E27FC236}">
                <a16:creationId xmlns:a16="http://schemas.microsoft.com/office/drawing/2014/main" id="{5A86724A-E094-9111-1022-226229DFC3EB}"/>
              </a:ext>
            </a:extLst>
          </p:cNvPr>
          <p:cNvSpPr/>
          <p:nvPr/>
        </p:nvSpPr>
        <p:spPr>
          <a:xfrm>
            <a:off x="4199142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4" name="Rectangle 383">
            <a:extLst>
              <a:ext uri="{FF2B5EF4-FFF2-40B4-BE49-F238E27FC236}">
                <a16:creationId xmlns:a16="http://schemas.microsoft.com/office/drawing/2014/main" id="{FCDD3D6C-E305-956D-FF34-7750EE7FA4D2}"/>
              </a:ext>
            </a:extLst>
          </p:cNvPr>
          <p:cNvSpPr/>
          <p:nvPr/>
        </p:nvSpPr>
        <p:spPr>
          <a:xfrm>
            <a:off x="4456934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5" name="Rectangle 384">
            <a:extLst>
              <a:ext uri="{FF2B5EF4-FFF2-40B4-BE49-F238E27FC236}">
                <a16:creationId xmlns:a16="http://schemas.microsoft.com/office/drawing/2014/main" id="{0875645D-ED32-AFAC-6A52-1866CE0C9BE1}"/>
              </a:ext>
            </a:extLst>
          </p:cNvPr>
          <p:cNvSpPr/>
          <p:nvPr/>
        </p:nvSpPr>
        <p:spPr>
          <a:xfrm>
            <a:off x="4714725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386" name="Rectangle 385">
            <a:extLst>
              <a:ext uri="{FF2B5EF4-FFF2-40B4-BE49-F238E27FC236}">
                <a16:creationId xmlns:a16="http://schemas.microsoft.com/office/drawing/2014/main" id="{9C2F3936-0073-92A3-09AE-B4A9D465DD8B}"/>
              </a:ext>
            </a:extLst>
          </p:cNvPr>
          <p:cNvSpPr/>
          <p:nvPr/>
        </p:nvSpPr>
        <p:spPr>
          <a:xfrm>
            <a:off x="4972518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7" name="Rectangle 386">
            <a:extLst>
              <a:ext uri="{FF2B5EF4-FFF2-40B4-BE49-F238E27FC236}">
                <a16:creationId xmlns:a16="http://schemas.microsoft.com/office/drawing/2014/main" id="{3C13F3E9-C6F8-7AFE-E09F-B33615BE03D7}"/>
              </a:ext>
            </a:extLst>
          </p:cNvPr>
          <p:cNvSpPr/>
          <p:nvPr/>
        </p:nvSpPr>
        <p:spPr>
          <a:xfrm>
            <a:off x="5230309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1" name="Rectangle 390">
            <a:extLst>
              <a:ext uri="{FF2B5EF4-FFF2-40B4-BE49-F238E27FC236}">
                <a16:creationId xmlns:a16="http://schemas.microsoft.com/office/drawing/2014/main" id="{F19C1AB6-DC84-3173-60F4-A395628BB26B}"/>
              </a:ext>
            </a:extLst>
          </p:cNvPr>
          <p:cNvSpPr/>
          <p:nvPr/>
        </p:nvSpPr>
        <p:spPr>
          <a:xfrm>
            <a:off x="3941350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2" name="Rectangle 391">
            <a:extLst>
              <a:ext uri="{FF2B5EF4-FFF2-40B4-BE49-F238E27FC236}">
                <a16:creationId xmlns:a16="http://schemas.microsoft.com/office/drawing/2014/main" id="{C12B335C-A196-1BAC-B50F-B918510FA44B}"/>
              </a:ext>
            </a:extLst>
          </p:cNvPr>
          <p:cNvSpPr/>
          <p:nvPr/>
        </p:nvSpPr>
        <p:spPr>
          <a:xfrm>
            <a:off x="4199142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3" name="Rectangle 392">
            <a:extLst>
              <a:ext uri="{FF2B5EF4-FFF2-40B4-BE49-F238E27FC236}">
                <a16:creationId xmlns:a16="http://schemas.microsoft.com/office/drawing/2014/main" id="{23679018-986A-285C-3ED4-364E132FCBEB}"/>
              </a:ext>
            </a:extLst>
          </p:cNvPr>
          <p:cNvSpPr/>
          <p:nvPr/>
        </p:nvSpPr>
        <p:spPr>
          <a:xfrm>
            <a:off x="4456934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4" name="Rectangle 393">
            <a:extLst>
              <a:ext uri="{FF2B5EF4-FFF2-40B4-BE49-F238E27FC236}">
                <a16:creationId xmlns:a16="http://schemas.microsoft.com/office/drawing/2014/main" id="{E94A4553-E2A2-4750-0DA7-7956448B3743}"/>
              </a:ext>
            </a:extLst>
          </p:cNvPr>
          <p:cNvSpPr/>
          <p:nvPr/>
        </p:nvSpPr>
        <p:spPr>
          <a:xfrm>
            <a:off x="4714725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395" name="Rectangle 394">
            <a:extLst>
              <a:ext uri="{FF2B5EF4-FFF2-40B4-BE49-F238E27FC236}">
                <a16:creationId xmlns:a16="http://schemas.microsoft.com/office/drawing/2014/main" id="{17D17E41-3A9B-0FE5-B9AE-259B31D83CC2}"/>
              </a:ext>
            </a:extLst>
          </p:cNvPr>
          <p:cNvSpPr/>
          <p:nvPr/>
        </p:nvSpPr>
        <p:spPr>
          <a:xfrm>
            <a:off x="4972518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6" name="Rectangle 395">
            <a:extLst>
              <a:ext uri="{FF2B5EF4-FFF2-40B4-BE49-F238E27FC236}">
                <a16:creationId xmlns:a16="http://schemas.microsoft.com/office/drawing/2014/main" id="{95A2F0A1-87AC-B03B-BC31-25129850AE77}"/>
              </a:ext>
            </a:extLst>
          </p:cNvPr>
          <p:cNvSpPr/>
          <p:nvPr/>
        </p:nvSpPr>
        <p:spPr>
          <a:xfrm>
            <a:off x="5230309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8" name="Arc 397">
            <a:extLst>
              <a:ext uri="{FF2B5EF4-FFF2-40B4-BE49-F238E27FC236}">
                <a16:creationId xmlns:a16="http://schemas.microsoft.com/office/drawing/2014/main" id="{F1424CE0-630B-5321-2840-0C3774C4B37A}"/>
              </a:ext>
            </a:extLst>
          </p:cNvPr>
          <p:cNvSpPr/>
          <p:nvPr/>
        </p:nvSpPr>
        <p:spPr>
          <a:xfrm>
            <a:off x="5364215" y="3415314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9" name="TextBox 398">
            <a:extLst>
              <a:ext uri="{FF2B5EF4-FFF2-40B4-BE49-F238E27FC236}">
                <a16:creationId xmlns:a16="http://schemas.microsoft.com/office/drawing/2014/main" id="{3146D5D0-93BE-27E6-4B8D-4761854096F0}"/>
              </a:ext>
            </a:extLst>
          </p:cNvPr>
          <p:cNvSpPr txBox="1"/>
          <p:nvPr/>
        </p:nvSpPr>
        <p:spPr>
          <a:xfrm>
            <a:off x="5670446" y="3418480"/>
            <a:ext cx="5757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×1000</a:t>
            </a:r>
          </a:p>
        </p:txBody>
      </p:sp>
      <p:sp>
        <p:nvSpPr>
          <p:cNvPr id="336" name="Arc 335">
            <a:extLst>
              <a:ext uri="{FF2B5EF4-FFF2-40B4-BE49-F238E27FC236}">
                <a16:creationId xmlns:a16="http://schemas.microsoft.com/office/drawing/2014/main" id="{A330981F-4254-39AE-55E9-57DA18044184}"/>
              </a:ext>
            </a:extLst>
          </p:cNvPr>
          <p:cNvSpPr/>
          <p:nvPr/>
        </p:nvSpPr>
        <p:spPr>
          <a:xfrm>
            <a:off x="8842745" y="3039077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7" name="TextBox 336">
            <a:extLst>
              <a:ext uri="{FF2B5EF4-FFF2-40B4-BE49-F238E27FC236}">
                <a16:creationId xmlns:a16="http://schemas.microsoft.com/office/drawing/2014/main" id="{8D43CA58-A63D-7FF8-772B-3F08A3FB8210}"/>
              </a:ext>
            </a:extLst>
          </p:cNvPr>
          <p:cNvSpPr txBox="1"/>
          <p:nvPr/>
        </p:nvSpPr>
        <p:spPr>
          <a:xfrm>
            <a:off x="9148976" y="3030035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×100</a:t>
            </a:r>
          </a:p>
        </p:txBody>
      </p:sp>
      <p:sp>
        <p:nvSpPr>
          <p:cNvPr id="338" name="TextBox 337">
            <a:extLst>
              <a:ext uri="{FF2B5EF4-FFF2-40B4-BE49-F238E27FC236}">
                <a16:creationId xmlns:a16="http://schemas.microsoft.com/office/drawing/2014/main" id="{5B408B6E-2437-485F-EE23-FBF6C5AAB9E9}"/>
              </a:ext>
            </a:extLst>
          </p:cNvPr>
          <p:cNvSpPr txBox="1"/>
          <p:nvPr/>
        </p:nvSpPr>
        <p:spPr>
          <a:xfrm>
            <a:off x="7135388" y="2897127"/>
            <a:ext cx="2984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з</a:t>
            </a: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341" name="Rectangle 340">
            <a:extLst>
              <a:ext uri="{FF2B5EF4-FFF2-40B4-BE49-F238E27FC236}">
                <a16:creationId xmlns:a16="http://schemas.microsoft.com/office/drawing/2014/main" id="{CE38FC55-E11A-6B78-2107-EE1F8CA188CE}"/>
              </a:ext>
            </a:extLst>
          </p:cNvPr>
          <p:cNvSpPr/>
          <p:nvPr/>
        </p:nvSpPr>
        <p:spPr>
          <a:xfrm>
            <a:off x="7419880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2" name="Rectangle 341">
            <a:extLst>
              <a:ext uri="{FF2B5EF4-FFF2-40B4-BE49-F238E27FC236}">
                <a16:creationId xmlns:a16="http://schemas.microsoft.com/office/drawing/2014/main" id="{66A071FD-7FDC-3DD9-E888-FF17F9E2E59A}"/>
              </a:ext>
            </a:extLst>
          </p:cNvPr>
          <p:cNvSpPr/>
          <p:nvPr/>
        </p:nvSpPr>
        <p:spPr>
          <a:xfrm>
            <a:off x="7677672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3" name="Rectangle 342">
            <a:extLst>
              <a:ext uri="{FF2B5EF4-FFF2-40B4-BE49-F238E27FC236}">
                <a16:creationId xmlns:a16="http://schemas.microsoft.com/office/drawing/2014/main" id="{A73F5903-F0CA-AD77-9679-E5E0927E97FB}"/>
              </a:ext>
            </a:extLst>
          </p:cNvPr>
          <p:cNvSpPr/>
          <p:nvPr/>
        </p:nvSpPr>
        <p:spPr>
          <a:xfrm>
            <a:off x="7935464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4" name="Rectangle 343">
            <a:extLst>
              <a:ext uri="{FF2B5EF4-FFF2-40B4-BE49-F238E27FC236}">
                <a16:creationId xmlns:a16="http://schemas.microsoft.com/office/drawing/2014/main" id="{226F6C46-E9AD-0B35-21DB-F60F9B75CCE1}"/>
              </a:ext>
            </a:extLst>
          </p:cNvPr>
          <p:cNvSpPr/>
          <p:nvPr/>
        </p:nvSpPr>
        <p:spPr>
          <a:xfrm>
            <a:off x="8193255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345" name="Rectangle 344">
            <a:extLst>
              <a:ext uri="{FF2B5EF4-FFF2-40B4-BE49-F238E27FC236}">
                <a16:creationId xmlns:a16="http://schemas.microsoft.com/office/drawing/2014/main" id="{7176FAFA-AB8D-3ED6-C38C-B7120123354C}"/>
              </a:ext>
            </a:extLst>
          </p:cNvPr>
          <p:cNvSpPr/>
          <p:nvPr/>
        </p:nvSpPr>
        <p:spPr>
          <a:xfrm>
            <a:off x="8451048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</a:t>
            </a:r>
          </a:p>
        </p:txBody>
      </p:sp>
      <p:sp>
        <p:nvSpPr>
          <p:cNvPr id="346" name="Rectangle 345">
            <a:extLst>
              <a:ext uri="{FF2B5EF4-FFF2-40B4-BE49-F238E27FC236}">
                <a16:creationId xmlns:a16="http://schemas.microsoft.com/office/drawing/2014/main" id="{68A2E6C0-2F04-B024-AE79-FFEAA8D381EC}"/>
              </a:ext>
            </a:extLst>
          </p:cNvPr>
          <p:cNvSpPr/>
          <p:nvPr/>
        </p:nvSpPr>
        <p:spPr>
          <a:xfrm>
            <a:off x="8708839" y="291074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</a:t>
            </a:r>
          </a:p>
        </p:txBody>
      </p:sp>
      <p:sp>
        <p:nvSpPr>
          <p:cNvPr id="347" name="Oval 346">
            <a:extLst>
              <a:ext uri="{FF2B5EF4-FFF2-40B4-BE49-F238E27FC236}">
                <a16:creationId xmlns:a16="http://schemas.microsoft.com/office/drawing/2014/main" id="{E8AEA425-AD4A-ACFA-6DF3-97E806584DE7}"/>
              </a:ext>
            </a:extLst>
          </p:cNvPr>
          <p:cNvSpPr/>
          <p:nvPr/>
        </p:nvSpPr>
        <p:spPr>
          <a:xfrm>
            <a:off x="8424853" y="3020027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1" i="0" u="none" strike="noStrike" kern="1200" cap="none" spc="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0" name="Rectangle 349">
            <a:extLst>
              <a:ext uri="{FF2B5EF4-FFF2-40B4-BE49-F238E27FC236}">
                <a16:creationId xmlns:a16="http://schemas.microsoft.com/office/drawing/2014/main" id="{C26F8AF7-73D1-EF04-513F-9D77B2BBC91F}"/>
              </a:ext>
            </a:extLst>
          </p:cNvPr>
          <p:cNvSpPr/>
          <p:nvPr/>
        </p:nvSpPr>
        <p:spPr>
          <a:xfrm>
            <a:off x="7419880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1" name="Rectangle 350">
            <a:extLst>
              <a:ext uri="{FF2B5EF4-FFF2-40B4-BE49-F238E27FC236}">
                <a16:creationId xmlns:a16="http://schemas.microsoft.com/office/drawing/2014/main" id="{0217013D-AC05-D057-E06A-79553151F1C1}"/>
              </a:ext>
            </a:extLst>
          </p:cNvPr>
          <p:cNvSpPr/>
          <p:nvPr/>
        </p:nvSpPr>
        <p:spPr>
          <a:xfrm>
            <a:off x="7677672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2" name="Rectangle 351">
            <a:extLst>
              <a:ext uri="{FF2B5EF4-FFF2-40B4-BE49-F238E27FC236}">
                <a16:creationId xmlns:a16="http://schemas.microsoft.com/office/drawing/2014/main" id="{58661A7E-D612-2F81-9891-484082434EB5}"/>
              </a:ext>
            </a:extLst>
          </p:cNvPr>
          <p:cNvSpPr/>
          <p:nvPr/>
        </p:nvSpPr>
        <p:spPr>
          <a:xfrm>
            <a:off x="7935464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3" name="Rectangle 352">
            <a:extLst>
              <a:ext uri="{FF2B5EF4-FFF2-40B4-BE49-F238E27FC236}">
                <a16:creationId xmlns:a16="http://schemas.microsoft.com/office/drawing/2014/main" id="{B75472CD-49D9-A51C-013B-53E331BE44B2}"/>
              </a:ext>
            </a:extLst>
          </p:cNvPr>
          <p:cNvSpPr/>
          <p:nvPr/>
        </p:nvSpPr>
        <p:spPr>
          <a:xfrm>
            <a:off x="8193255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4" name="Rectangle 353">
            <a:extLst>
              <a:ext uri="{FF2B5EF4-FFF2-40B4-BE49-F238E27FC236}">
                <a16:creationId xmlns:a16="http://schemas.microsoft.com/office/drawing/2014/main" id="{FBC9127C-508B-1DB8-A822-519500C2D3C1}"/>
              </a:ext>
            </a:extLst>
          </p:cNvPr>
          <p:cNvSpPr/>
          <p:nvPr/>
        </p:nvSpPr>
        <p:spPr>
          <a:xfrm>
            <a:off x="8451048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5" name="Rectangle 354">
            <a:extLst>
              <a:ext uri="{FF2B5EF4-FFF2-40B4-BE49-F238E27FC236}">
                <a16:creationId xmlns:a16="http://schemas.microsoft.com/office/drawing/2014/main" id="{EB55A822-D6FF-1BD5-2793-AC24E0653904}"/>
              </a:ext>
            </a:extLst>
          </p:cNvPr>
          <p:cNvSpPr/>
          <p:nvPr/>
        </p:nvSpPr>
        <p:spPr>
          <a:xfrm>
            <a:off x="8708839" y="324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9" name="Rectangle 358">
            <a:extLst>
              <a:ext uri="{FF2B5EF4-FFF2-40B4-BE49-F238E27FC236}">
                <a16:creationId xmlns:a16="http://schemas.microsoft.com/office/drawing/2014/main" id="{3E2FC0FC-8F89-56A8-42FB-E40660250985}"/>
              </a:ext>
            </a:extLst>
          </p:cNvPr>
          <p:cNvSpPr/>
          <p:nvPr/>
        </p:nvSpPr>
        <p:spPr>
          <a:xfrm>
            <a:off x="7419880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0" name="Rectangle 359">
            <a:extLst>
              <a:ext uri="{FF2B5EF4-FFF2-40B4-BE49-F238E27FC236}">
                <a16:creationId xmlns:a16="http://schemas.microsoft.com/office/drawing/2014/main" id="{190F1E9C-F5FB-0C37-B1FC-C315004592B2}"/>
              </a:ext>
            </a:extLst>
          </p:cNvPr>
          <p:cNvSpPr/>
          <p:nvPr/>
        </p:nvSpPr>
        <p:spPr>
          <a:xfrm>
            <a:off x="7677672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1" name="Rectangle 360">
            <a:extLst>
              <a:ext uri="{FF2B5EF4-FFF2-40B4-BE49-F238E27FC236}">
                <a16:creationId xmlns:a16="http://schemas.microsoft.com/office/drawing/2014/main" id="{B70C65A7-7495-F332-9FE1-F12970E926B0}"/>
              </a:ext>
            </a:extLst>
          </p:cNvPr>
          <p:cNvSpPr/>
          <p:nvPr/>
        </p:nvSpPr>
        <p:spPr>
          <a:xfrm>
            <a:off x="7935464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2" name="Rectangle 361">
            <a:extLst>
              <a:ext uri="{FF2B5EF4-FFF2-40B4-BE49-F238E27FC236}">
                <a16:creationId xmlns:a16="http://schemas.microsoft.com/office/drawing/2014/main" id="{FEAF5D92-F179-1E94-7457-137219C01A87}"/>
              </a:ext>
            </a:extLst>
          </p:cNvPr>
          <p:cNvSpPr/>
          <p:nvPr/>
        </p:nvSpPr>
        <p:spPr>
          <a:xfrm>
            <a:off x="8193255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3" name="Rectangle 362">
            <a:extLst>
              <a:ext uri="{FF2B5EF4-FFF2-40B4-BE49-F238E27FC236}">
                <a16:creationId xmlns:a16="http://schemas.microsoft.com/office/drawing/2014/main" id="{1E2C618F-4B6F-60BD-EF06-A9C6B6B08DDA}"/>
              </a:ext>
            </a:extLst>
          </p:cNvPr>
          <p:cNvSpPr/>
          <p:nvPr/>
        </p:nvSpPr>
        <p:spPr>
          <a:xfrm>
            <a:off x="8451048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4" name="Rectangle 363">
            <a:extLst>
              <a:ext uri="{FF2B5EF4-FFF2-40B4-BE49-F238E27FC236}">
                <a16:creationId xmlns:a16="http://schemas.microsoft.com/office/drawing/2014/main" id="{74F0EE1C-7D6D-3153-477B-2454BCAD4A93}"/>
              </a:ext>
            </a:extLst>
          </p:cNvPr>
          <p:cNvSpPr/>
          <p:nvPr/>
        </p:nvSpPr>
        <p:spPr>
          <a:xfrm>
            <a:off x="8708839" y="357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6" name="Arc 365">
            <a:extLst>
              <a:ext uri="{FF2B5EF4-FFF2-40B4-BE49-F238E27FC236}">
                <a16:creationId xmlns:a16="http://schemas.microsoft.com/office/drawing/2014/main" id="{0D825A01-C98E-E675-54AD-48CF188C31B4}"/>
              </a:ext>
            </a:extLst>
          </p:cNvPr>
          <p:cNvSpPr/>
          <p:nvPr/>
        </p:nvSpPr>
        <p:spPr>
          <a:xfrm>
            <a:off x="8842745" y="3415314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7" name="TextBox 366">
            <a:extLst>
              <a:ext uri="{FF2B5EF4-FFF2-40B4-BE49-F238E27FC236}">
                <a16:creationId xmlns:a16="http://schemas.microsoft.com/office/drawing/2014/main" id="{EA86FF0E-53B3-9522-AFD1-0EA50437B331}"/>
              </a:ext>
            </a:extLst>
          </p:cNvPr>
          <p:cNvSpPr txBox="1"/>
          <p:nvPr/>
        </p:nvSpPr>
        <p:spPr>
          <a:xfrm>
            <a:off x="9148976" y="3418480"/>
            <a:ext cx="418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÷10</a:t>
            </a:r>
          </a:p>
        </p:txBody>
      </p:sp>
      <p:sp>
        <p:nvSpPr>
          <p:cNvPr id="500" name="Arc 499">
            <a:extLst>
              <a:ext uri="{FF2B5EF4-FFF2-40B4-BE49-F238E27FC236}">
                <a16:creationId xmlns:a16="http://schemas.microsoft.com/office/drawing/2014/main" id="{9636DEEC-BDB6-2F21-11C4-B95E12277EB7}"/>
              </a:ext>
            </a:extLst>
          </p:cNvPr>
          <p:cNvSpPr/>
          <p:nvPr/>
        </p:nvSpPr>
        <p:spPr>
          <a:xfrm>
            <a:off x="2200010" y="4312452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1" name="TextBox 500">
            <a:extLst>
              <a:ext uri="{FF2B5EF4-FFF2-40B4-BE49-F238E27FC236}">
                <a16:creationId xmlns:a16="http://schemas.microsoft.com/office/drawing/2014/main" id="{486699ED-38CA-6E76-4908-47EAA64C7AC6}"/>
              </a:ext>
            </a:extLst>
          </p:cNvPr>
          <p:cNvSpPr txBox="1"/>
          <p:nvPr/>
        </p:nvSpPr>
        <p:spPr>
          <a:xfrm>
            <a:off x="2506241" y="4303410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×100</a:t>
            </a:r>
          </a:p>
        </p:txBody>
      </p:sp>
      <p:sp>
        <p:nvSpPr>
          <p:cNvPr id="502" name="TextBox 501">
            <a:extLst>
              <a:ext uri="{FF2B5EF4-FFF2-40B4-BE49-F238E27FC236}">
                <a16:creationId xmlns:a16="http://schemas.microsoft.com/office/drawing/2014/main" id="{776CD7D1-F931-2998-C7C4-DDC97A76C59A}"/>
              </a:ext>
            </a:extLst>
          </p:cNvPr>
          <p:cNvSpPr txBox="1"/>
          <p:nvPr/>
        </p:nvSpPr>
        <p:spPr>
          <a:xfrm>
            <a:off x="201010" y="4170502"/>
            <a:ext cx="3177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и</a:t>
            </a: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504" name="Rectangle 503">
            <a:extLst>
              <a:ext uri="{FF2B5EF4-FFF2-40B4-BE49-F238E27FC236}">
                <a16:creationId xmlns:a16="http://schemas.microsoft.com/office/drawing/2014/main" id="{58EAA0D1-1AA3-339D-005D-420CB90151B7}"/>
              </a:ext>
            </a:extLst>
          </p:cNvPr>
          <p:cNvSpPr/>
          <p:nvPr/>
        </p:nvSpPr>
        <p:spPr>
          <a:xfrm>
            <a:off x="519353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5" name="Rectangle 504">
            <a:extLst>
              <a:ext uri="{FF2B5EF4-FFF2-40B4-BE49-F238E27FC236}">
                <a16:creationId xmlns:a16="http://schemas.microsoft.com/office/drawing/2014/main" id="{CAEC2A49-E027-E8D3-FD8F-8B1363278893}"/>
              </a:ext>
            </a:extLst>
          </p:cNvPr>
          <p:cNvSpPr/>
          <p:nvPr/>
        </p:nvSpPr>
        <p:spPr>
          <a:xfrm>
            <a:off x="777145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6" name="Rectangle 505">
            <a:extLst>
              <a:ext uri="{FF2B5EF4-FFF2-40B4-BE49-F238E27FC236}">
                <a16:creationId xmlns:a16="http://schemas.microsoft.com/office/drawing/2014/main" id="{BAE1D53F-9268-6743-05A2-0434F1190F15}"/>
              </a:ext>
            </a:extLst>
          </p:cNvPr>
          <p:cNvSpPr/>
          <p:nvPr/>
        </p:nvSpPr>
        <p:spPr>
          <a:xfrm>
            <a:off x="1034937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7" name="Rectangle 506">
            <a:extLst>
              <a:ext uri="{FF2B5EF4-FFF2-40B4-BE49-F238E27FC236}">
                <a16:creationId xmlns:a16="http://schemas.microsoft.com/office/drawing/2014/main" id="{05780D4A-EEED-AB48-22AA-A3EFADE3B1F1}"/>
              </a:ext>
            </a:extLst>
          </p:cNvPr>
          <p:cNvSpPr/>
          <p:nvPr/>
        </p:nvSpPr>
        <p:spPr>
          <a:xfrm>
            <a:off x="1292729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</a:p>
        </p:txBody>
      </p:sp>
      <p:sp>
        <p:nvSpPr>
          <p:cNvPr id="508" name="Rectangle 507">
            <a:extLst>
              <a:ext uri="{FF2B5EF4-FFF2-40B4-BE49-F238E27FC236}">
                <a16:creationId xmlns:a16="http://schemas.microsoft.com/office/drawing/2014/main" id="{55439999-AA91-B60D-1BC0-8DF20AB97D25}"/>
              </a:ext>
            </a:extLst>
          </p:cNvPr>
          <p:cNvSpPr/>
          <p:nvPr/>
        </p:nvSpPr>
        <p:spPr>
          <a:xfrm>
            <a:off x="1550520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509" name="Rectangle 508">
            <a:extLst>
              <a:ext uri="{FF2B5EF4-FFF2-40B4-BE49-F238E27FC236}">
                <a16:creationId xmlns:a16="http://schemas.microsoft.com/office/drawing/2014/main" id="{807F7EA0-9857-2CDD-A1CA-0547E95347ED}"/>
              </a:ext>
            </a:extLst>
          </p:cNvPr>
          <p:cNvSpPr/>
          <p:nvPr/>
        </p:nvSpPr>
        <p:spPr>
          <a:xfrm>
            <a:off x="1808313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</a:t>
            </a:r>
          </a:p>
        </p:txBody>
      </p:sp>
      <p:sp>
        <p:nvSpPr>
          <p:cNvPr id="510" name="Rectangle 509">
            <a:extLst>
              <a:ext uri="{FF2B5EF4-FFF2-40B4-BE49-F238E27FC236}">
                <a16:creationId xmlns:a16="http://schemas.microsoft.com/office/drawing/2014/main" id="{CBE7C73A-0EE2-46C7-4427-6E0589468401}"/>
              </a:ext>
            </a:extLst>
          </p:cNvPr>
          <p:cNvSpPr/>
          <p:nvPr/>
        </p:nvSpPr>
        <p:spPr>
          <a:xfrm>
            <a:off x="2066104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1" name="Oval 510">
            <a:extLst>
              <a:ext uri="{FF2B5EF4-FFF2-40B4-BE49-F238E27FC236}">
                <a16:creationId xmlns:a16="http://schemas.microsoft.com/office/drawing/2014/main" id="{44917901-6562-0D1C-7B11-17FE0B47337E}"/>
              </a:ext>
            </a:extLst>
          </p:cNvPr>
          <p:cNvSpPr/>
          <p:nvPr/>
        </p:nvSpPr>
        <p:spPr>
          <a:xfrm>
            <a:off x="1527324" y="4293402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1" i="0" u="none" strike="noStrike" kern="1200" cap="none" spc="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3" name="Rectangle 512">
            <a:extLst>
              <a:ext uri="{FF2B5EF4-FFF2-40B4-BE49-F238E27FC236}">
                <a16:creationId xmlns:a16="http://schemas.microsoft.com/office/drawing/2014/main" id="{DADD542B-2F52-3763-3215-270D3D6E208F}"/>
              </a:ext>
            </a:extLst>
          </p:cNvPr>
          <p:cNvSpPr/>
          <p:nvPr/>
        </p:nvSpPr>
        <p:spPr>
          <a:xfrm>
            <a:off x="519353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4" name="Rectangle 513">
            <a:extLst>
              <a:ext uri="{FF2B5EF4-FFF2-40B4-BE49-F238E27FC236}">
                <a16:creationId xmlns:a16="http://schemas.microsoft.com/office/drawing/2014/main" id="{6BD96EA6-4BAF-931E-C583-C09E7937F173}"/>
              </a:ext>
            </a:extLst>
          </p:cNvPr>
          <p:cNvSpPr/>
          <p:nvPr/>
        </p:nvSpPr>
        <p:spPr>
          <a:xfrm>
            <a:off x="777145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5" name="Rectangle 514">
            <a:extLst>
              <a:ext uri="{FF2B5EF4-FFF2-40B4-BE49-F238E27FC236}">
                <a16:creationId xmlns:a16="http://schemas.microsoft.com/office/drawing/2014/main" id="{35C729FE-1CEE-FADD-E9DD-DD531F4AC1E7}"/>
              </a:ext>
            </a:extLst>
          </p:cNvPr>
          <p:cNvSpPr/>
          <p:nvPr/>
        </p:nvSpPr>
        <p:spPr>
          <a:xfrm>
            <a:off x="1034937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6" name="Rectangle 515">
            <a:extLst>
              <a:ext uri="{FF2B5EF4-FFF2-40B4-BE49-F238E27FC236}">
                <a16:creationId xmlns:a16="http://schemas.microsoft.com/office/drawing/2014/main" id="{1936D4FD-61E1-91A0-A3C2-B6BBD14239F2}"/>
              </a:ext>
            </a:extLst>
          </p:cNvPr>
          <p:cNvSpPr/>
          <p:nvPr/>
        </p:nvSpPr>
        <p:spPr>
          <a:xfrm>
            <a:off x="1292729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7" name="Rectangle 516">
            <a:extLst>
              <a:ext uri="{FF2B5EF4-FFF2-40B4-BE49-F238E27FC236}">
                <a16:creationId xmlns:a16="http://schemas.microsoft.com/office/drawing/2014/main" id="{770EAD7F-F271-3C0D-9B8A-15AC861C42C1}"/>
              </a:ext>
            </a:extLst>
          </p:cNvPr>
          <p:cNvSpPr/>
          <p:nvPr/>
        </p:nvSpPr>
        <p:spPr>
          <a:xfrm>
            <a:off x="1550520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8" name="Rectangle 517">
            <a:extLst>
              <a:ext uri="{FF2B5EF4-FFF2-40B4-BE49-F238E27FC236}">
                <a16:creationId xmlns:a16="http://schemas.microsoft.com/office/drawing/2014/main" id="{F0DBD682-5A2D-5D30-7FBB-A6A54A3B58AF}"/>
              </a:ext>
            </a:extLst>
          </p:cNvPr>
          <p:cNvSpPr/>
          <p:nvPr/>
        </p:nvSpPr>
        <p:spPr>
          <a:xfrm>
            <a:off x="1808313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9" name="Rectangle 518">
            <a:extLst>
              <a:ext uri="{FF2B5EF4-FFF2-40B4-BE49-F238E27FC236}">
                <a16:creationId xmlns:a16="http://schemas.microsoft.com/office/drawing/2014/main" id="{B6989C43-32B9-10EF-6DC9-4E68EA0A87CA}"/>
              </a:ext>
            </a:extLst>
          </p:cNvPr>
          <p:cNvSpPr/>
          <p:nvPr/>
        </p:nvSpPr>
        <p:spPr>
          <a:xfrm>
            <a:off x="2066104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2" name="Rectangle 521">
            <a:extLst>
              <a:ext uri="{FF2B5EF4-FFF2-40B4-BE49-F238E27FC236}">
                <a16:creationId xmlns:a16="http://schemas.microsoft.com/office/drawing/2014/main" id="{99F5407B-D318-3147-70EB-904278E61223}"/>
              </a:ext>
            </a:extLst>
          </p:cNvPr>
          <p:cNvSpPr/>
          <p:nvPr/>
        </p:nvSpPr>
        <p:spPr>
          <a:xfrm>
            <a:off x="519353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3" name="Rectangle 522">
            <a:extLst>
              <a:ext uri="{FF2B5EF4-FFF2-40B4-BE49-F238E27FC236}">
                <a16:creationId xmlns:a16="http://schemas.microsoft.com/office/drawing/2014/main" id="{541834C9-7796-5EED-60ED-46BDDCC69BC0}"/>
              </a:ext>
            </a:extLst>
          </p:cNvPr>
          <p:cNvSpPr/>
          <p:nvPr/>
        </p:nvSpPr>
        <p:spPr>
          <a:xfrm>
            <a:off x="777145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4" name="Rectangle 523">
            <a:extLst>
              <a:ext uri="{FF2B5EF4-FFF2-40B4-BE49-F238E27FC236}">
                <a16:creationId xmlns:a16="http://schemas.microsoft.com/office/drawing/2014/main" id="{CB4BEEAC-EAC8-7131-94D1-A6EC15F4CE4A}"/>
              </a:ext>
            </a:extLst>
          </p:cNvPr>
          <p:cNvSpPr/>
          <p:nvPr/>
        </p:nvSpPr>
        <p:spPr>
          <a:xfrm>
            <a:off x="1034937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5" name="Rectangle 524">
            <a:extLst>
              <a:ext uri="{FF2B5EF4-FFF2-40B4-BE49-F238E27FC236}">
                <a16:creationId xmlns:a16="http://schemas.microsoft.com/office/drawing/2014/main" id="{978C1208-EF05-EA0A-05DA-CD579EB14964}"/>
              </a:ext>
            </a:extLst>
          </p:cNvPr>
          <p:cNvSpPr/>
          <p:nvPr/>
        </p:nvSpPr>
        <p:spPr>
          <a:xfrm>
            <a:off x="1292729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6" name="Rectangle 525">
            <a:extLst>
              <a:ext uri="{FF2B5EF4-FFF2-40B4-BE49-F238E27FC236}">
                <a16:creationId xmlns:a16="http://schemas.microsoft.com/office/drawing/2014/main" id="{2CC0765B-61A0-9A75-5A38-F70CE32BCFC8}"/>
              </a:ext>
            </a:extLst>
          </p:cNvPr>
          <p:cNvSpPr/>
          <p:nvPr/>
        </p:nvSpPr>
        <p:spPr>
          <a:xfrm>
            <a:off x="1550520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7" name="Rectangle 526">
            <a:extLst>
              <a:ext uri="{FF2B5EF4-FFF2-40B4-BE49-F238E27FC236}">
                <a16:creationId xmlns:a16="http://schemas.microsoft.com/office/drawing/2014/main" id="{B268DDF2-C4F4-85B1-4139-DCC8E095EAC9}"/>
              </a:ext>
            </a:extLst>
          </p:cNvPr>
          <p:cNvSpPr/>
          <p:nvPr/>
        </p:nvSpPr>
        <p:spPr>
          <a:xfrm>
            <a:off x="1808313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8" name="Rectangle 527">
            <a:extLst>
              <a:ext uri="{FF2B5EF4-FFF2-40B4-BE49-F238E27FC236}">
                <a16:creationId xmlns:a16="http://schemas.microsoft.com/office/drawing/2014/main" id="{4C3AB24B-5136-581B-B14C-038C3A840A7E}"/>
              </a:ext>
            </a:extLst>
          </p:cNvPr>
          <p:cNvSpPr/>
          <p:nvPr/>
        </p:nvSpPr>
        <p:spPr>
          <a:xfrm>
            <a:off x="2066104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0" name="Arc 529">
            <a:extLst>
              <a:ext uri="{FF2B5EF4-FFF2-40B4-BE49-F238E27FC236}">
                <a16:creationId xmlns:a16="http://schemas.microsoft.com/office/drawing/2014/main" id="{A8D001D4-ED52-A148-74E1-121BC7DEBA9F}"/>
              </a:ext>
            </a:extLst>
          </p:cNvPr>
          <p:cNvSpPr/>
          <p:nvPr/>
        </p:nvSpPr>
        <p:spPr>
          <a:xfrm>
            <a:off x="2200010" y="4688689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1" name="TextBox 530">
            <a:extLst>
              <a:ext uri="{FF2B5EF4-FFF2-40B4-BE49-F238E27FC236}">
                <a16:creationId xmlns:a16="http://schemas.microsoft.com/office/drawing/2014/main" id="{AB4A92E4-E10D-D783-0E3C-1E9CD3F5330F}"/>
              </a:ext>
            </a:extLst>
          </p:cNvPr>
          <p:cNvSpPr txBox="1"/>
          <p:nvPr/>
        </p:nvSpPr>
        <p:spPr>
          <a:xfrm>
            <a:off x="2506241" y="4691855"/>
            <a:ext cx="418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÷10</a:t>
            </a:r>
          </a:p>
        </p:txBody>
      </p:sp>
      <p:sp>
        <p:nvSpPr>
          <p:cNvPr id="468" name="Arc 467">
            <a:extLst>
              <a:ext uri="{FF2B5EF4-FFF2-40B4-BE49-F238E27FC236}">
                <a16:creationId xmlns:a16="http://schemas.microsoft.com/office/drawing/2014/main" id="{06706852-E137-8FBA-8C4C-849B323CCB77}"/>
              </a:ext>
            </a:extLst>
          </p:cNvPr>
          <p:cNvSpPr/>
          <p:nvPr/>
        </p:nvSpPr>
        <p:spPr>
          <a:xfrm>
            <a:off x="5510265" y="4312452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9" name="TextBox 468">
            <a:extLst>
              <a:ext uri="{FF2B5EF4-FFF2-40B4-BE49-F238E27FC236}">
                <a16:creationId xmlns:a16="http://schemas.microsoft.com/office/drawing/2014/main" id="{1C653CE8-A8FD-159F-FB14-E4E32A74D4ED}"/>
              </a:ext>
            </a:extLst>
          </p:cNvPr>
          <p:cNvSpPr txBox="1"/>
          <p:nvPr/>
        </p:nvSpPr>
        <p:spPr>
          <a:xfrm>
            <a:off x="5816496" y="4303410"/>
            <a:ext cx="418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÷10</a:t>
            </a:r>
          </a:p>
        </p:txBody>
      </p:sp>
      <p:sp>
        <p:nvSpPr>
          <p:cNvPr id="470" name="TextBox 469">
            <a:extLst>
              <a:ext uri="{FF2B5EF4-FFF2-40B4-BE49-F238E27FC236}">
                <a16:creationId xmlns:a16="http://schemas.microsoft.com/office/drawing/2014/main" id="{0730B97C-2CEE-3AD9-12DA-985178E3DF17}"/>
              </a:ext>
            </a:extLst>
          </p:cNvPr>
          <p:cNvSpPr txBox="1"/>
          <p:nvPr/>
        </p:nvSpPr>
        <p:spPr>
          <a:xfrm>
            <a:off x="3277901" y="4170502"/>
            <a:ext cx="3177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й</a:t>
            </a: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471" name="Rectangle 470">
            <a:extLst>
              <a:ext uri="{FF2B5EF4-FFF2-40B4-BE49-F238E27FC236}">
                <a16:creationId xmlns:a16="http://schemas.microsoft.com/office/drawing/2014/main" id="{873B635E-79CD-CE34-1AB5-BA2D9C624178}"/>
              </a:ext>
            </a:extLst>
          </p:cNvPr>
          <p:cNvSpPr/>
          <p:nvPr/>
        </p:nvSpPr>
        <p:spPr>
          <a:xfrm>
            <a:off x="3571816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2" name="Rectangle 471">
            <a:extLst>
              <a:ext uri="{FF2B5EF4-FFF2-40B4-BE49-F238E27FC236}">
                <a16:creationId xmlns:a16="http://schemas.microsoft.com/office/drawing/2014/main" id="{448C8A14-6572-06C5-E86A-DD6FE5378754}"/>
              </a:ext>
            </a:extLst>
          </p:cNvPr>
          <p:cNvSpPr/>
          <p:nvPr/>
        </p:nvSpPr>
        <p:spPr>
          <a:xfrm>
            <a:off x="3829608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3" name="Rectangle 472">
            <a:extLst>
              <a:ext uri="{FF2B5EF4-FFF2-40B4-BE49-F238E27FC236}">
                <a16:creationId xmlns:a16="http://schemas.microsoft.com/office/drawing/2014/main" id="{3B982D8F-5782-2E6E-8AF0-1C4BC2D289D7}"/>
              </a:ext>
            </a:extLst>
          </p:cNvPr>
          <p:cNvSpPr/>
          <p:nvPr/>
        </p:nvSpPr>
        <p:spPr>
          <a:xfrm>
            <a:off x="4087400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4" name="Rectangle 473">
            <a:extLst>
              <a:ext uri="{FF2B5EF4-FFF2-40B4-BE49-F238E27FC236}">
                <a16:creationId xmlns:a16="http://schemas.microsoft.com/office/drawing/2014/main" id="{E73316E5-6AC7-941F-B14A-0E46A5B9DE74}"/>
              </a:ext>
            </a:extLst>
          </p:cNvPr>
          <p:cNvSpPr/>
          <p:nvPr/>
        </p:nvSpPr>
        <p:spPr>
          <a:xfrm>
            <a:off x="4345192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</a:t>
            </a:r>
          </a:p>
        </p:txBody>
      </p:sp>
      <p:sp>
        <p:nvSpPr>
          <p:cNvPr id="475" name="Rectangle 474">
            <a:extLst>
              <a:ext uri="{FF2B5EF4-FFF2-40B4-BE49-F238E27FC236}">
                <a16:creationId xmlns:a16="http://schemas.microsoft.com/office/drawing/2014/main" id="{30DD5AD7-858F-4EE5-CED7-D88C835693CD}"/>
              </a:ext>
            </a:extLst>
          </p:cNvPr>
          <p:cNvSpPr/>
          <p:nvPr/>
        </p:nvSpPr>
        <p:spPr>
          <a:xfrm>
            <a:off x="4602984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</a:p>
        </p:txBody>
      </p:sp>
      <p:sp>
        <p:nvSpPr>
          <p:cNvPr id="476" name="Rectangle 475">
            <a:extLst>
              <a:ext uri="{FF2B5EF4-FFF2-40B4-BE49-F238E27FC236}">
                <a16:creationId xmlns:a16="http://schemas.microsoft.com/office/drawing/2014/main" id="{B1901F78-A6EF-CA98-FB5A-C9BB0F21DC9E}"/>
              </a:ext>
            </a:extLst>
          </p:cNvPr>
          <p:cNvSpPr/>
          <p:nvPr/>
        </p:nvSpPr>
        <p:spPr>
          <a:xfrm>
            <a:off x="4860775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</a:p>
        </p:txBody>
      </p:sp>
      <p:sp>
        <p:nvSpPr>
          <p:cNvPr id="477" name="Rectangle 476">
            <a:extLst>
              <a:ext uri="{FF2B5EF4-FFF2-40B4-BE49-F238E27FC236}">
                <a16:creationId xmlns:a16="http://schemas.microsoft.com/office/drawing/2014/main" id="{24CD3066-E2CD-34FE-CD76-3A1DDFD4FB55}"/>
              </a:ext>
            </a:extLst>
          </p:cNvPr>
          <p:cNvSpPr/>
          <p:nvPr/>
        </p:nvSpPr>
        <p:spPr>
          <a:xfrm>
            <a:off x="5118568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8</a:t>
            </a:r>
          </a:p>
        </p:txBody>
      </p:sp>
      <p:sp>
        <p:nvSpPr>
          <p:cNvPr id="478" name="Rectangle 477">
            <a:extLst>
              <a:ext uri="{FF2B5EF4-FFF2-40B4-BE49-F238E27FC236}">
                <a16:creationId xmlns:a16="http://schemas.microsoft.com/office/drawing/2014/main" id="{339A8BFC-4C97-0C53-D1DB-8F92CD6AC001}"/>
              </a:ext>
            </a:extLst>
          </p:cNvPr>
          <p:cNvSpPr/>
          <p:nvPr/>
        </p:nvSpPr>
        <p:spPr>
          <a:xfrm>
            <a:off x="5376359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9" name="Oval 478">
            <a:extLst>
              <a:ext uri="{FF2B5EF4-FFF2-40B4-BE49-F238E27FC236}">
                <a16:creationId xmlns:a16="http://schemas.microsoft.com/office/drawing/2014/main" id="{9B4715DE-8EEC-4504-30CC-9A7220ADC82C}"/>
              </a:ext>
            </a:extLst>
          </p:cNvPr>
          <p:cNvSpPr/>
          <p:nvPr/>
        </p:nvSpPr>
        <p:spPr>
          <a:xfrm>
            <a:off x="4832817" y="4293402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1" i="0" u="none" strike="noStrike" kern="1200" cap="none" spc="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0" name="Rectangle 479">
            <a:extLst>
              <a:ext uri="{FF2B5EF4-FFF2-40B4-BE49-F238E27FC236}">
                <a16:creationId xmlns:a16="http://schemas.microsoft.com/office/drawing/2014/main" id="{FD821A67-51CA-0F2D-865F-242577716037}"/>
              </a:ext>
            </a:extLst>
          </p:cNvPr>
          <p:cNvSpPr/>
          <p:nvPr/>
        </p:nvSpPr>
        <p:spPr>
          <a:xfrm>
            <a:off x="3571816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1" name="Rectangle 480">
            <a:extLst>
              <a:ext uri="{FF2B5EF4-FFF2-40B4-BE49-F238E27FC236}">
                <a16:creationId xmlns:a16="http://schemas.microsoft.com/office/drawing/2014/main" id="{436CF46E-696E-1CD1-2DB9-5A4D2A281BAF}"/>
              </a:ext>
            </a:extLst>
          </p:cNvPr>
          <p:cNvSpPr/>
          <p:nvPr/>
        </p:nvSpPr>
        <p:spPr>
          <a:xfrm>
            <a:off x="3829608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2" name="Rectangle 481">
            <a:extLst>
              <a:ext uri="{FF2B5EF4-FFF2-40B4-BE49-F238E27FC236}">
                <a16:creationId xmlns:a16="http://schemas.microsoft.com/office/drawing/2014/main" id="{2579D2AF-330E-8EA7-C408-18EABABD71A1}"/>
              </a:ext>
            </a:extLst>
          </p:cNvPr>
          <p:cNvSpPr/>
          <p:nvPr/>
        </p:nvSpPr>
        <p:spPr>
          <a:xfrm>
            <a:off x="4087400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3" name="Rectangle 482">
            <a:extLst>
              <a:ext uri="{FF2B5EF4-FFF2-40B4-BE49-F238E27FC236}">
                <a16:creationId xmlns:a16="http://schemas.microsoft.com/office/drawing/2014/main" id="{9EACC2D5-0ADD-3B74-B689-560F4735A193}"/>
              </a:ext>
            </a:extLst>
          </p:cNvPr>
          <p:cNvSpPr/>
          <p:nvPr/>
        </p:nvSpPr>
        <p:spPr>
          <a:xfrm>
            <a:off x="4345192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4" name="Rectangle 483">
            <a:extLst>
              <a:ext uri="{FF2B5EF4-FFF2-40B4-BE49-F238E27FC236}">
                <a16:creationId xmlns:a16="http://schemas.microsoft.com/office/drawing/2014/main" id="{FB3EDB54-EF2F-A2C3-AA90-239EAA3C0ED4}"/>
              </a:ext>
            </a:extLst>
          </p:cNvPr>
          <p:cNvSpPr/>
          <p:nvPr/>
        </p:nvSpPr>
        <p:spPr>
          <a:xfrm>
            <a:off x="4602984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5" name="Rectangle 484">
            <a:extLst>
              <a:ext uri="{FF2B5EF4-FFF2-40B4-BE49-F238E27FC236}">
                <a16:creationId xmlns:a16="http://schemas.microsoft.com/office/drawing/2014/main" id="{E280841B-5F15-F853-635D-B192229E59CC}"/>
              </a:ext>
            </a:extLst>
          </p:cNvPr>
          <p:cNvSpPr/>
          <p:nvPr/>
        </p:nvSpPr>
        <p:spPr>
          <a:xfrm>
            <a:off x="4860775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6" name="Rectangle 485">
            <a:extLst>
              <a:ext uri="{FF2B5EF4-FFF2-40B4-BE49-F238E27FC236}">
                <a16:creationId xmlns:a16="http://schemas.microsoft.com/office/drawing/2014/main" id="{6C4DE171-7717-F432-54B2-0692EA8E9989}"/>
              </a:ext>
            </a:extLst>
          </p:cNvPr>
          <p:cNvSpPr/>
          <p:nvPr/>
        </p:nvSpPr>
        <p:spPr>
          <a:xfrm>
            <a:off x="5118568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7" name="Rectangle 486">
            <a:extLst>
              <a:ext uri="{FF2B5EF4-FFF2-40B4-BE49-F238E27FC236}">
                <a16:creationId xmlns:a16="http://schemas.microsoft.com/office/drawing/2014/main" id="{E49024C5-CFCE-F688-9320-82CA608C0582}"/>
              </a:ext>
            </a:extLst>
          </p:cNvPr>
          <p:cNvSpPr/>
          <p:nvPr/>
        </p:nvSpPr>
        <p:spPr>
          <a:xfrm>
            <a:off x="5376359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9" name="Rectangle 488">
            <a:extLst>
              <a:ext uri="{FF2B5EF4-FFF2-40B4-BE49-F238E27FC236}">
                <a16:creationId xmlns:a16="http://schemas.microsoft.com/office/drawing/2014/main" id="{748D13BE-0C37-0B45-8C7A-B9EEDD2827CB}"/>
              </a:ext>
            </a:extLst>
          </p:cNvPr>
          <p:cNvSpPr/>
          <p:nvPr/>
        </p:nvSpPr>
        <p:spPr>
          <a:xfrm>
            <a:off x="3571816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0" name="Rectangle 489">
            <a:extLst>
              <a:ext uri="{FF2B5EF4-FFF2-40B4-BE49-F238E27FC236}">
                <a16:creationId xmlns:a16="http://schemas.microsoft.com/office/drawing/2014/main" id="{06D3F800-8B6E-75B4-92CF-786F5E947979}"/>
              </a:ext>
            </a:extLst>
          </p:cNvPr>
          <p:cNvSpPr/>
          <p:nvPr/>
        </p:nvSpPr>
        <p:spPr>
          <a:xfrm>
            <a:off x="3829608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1" name="Rectangle 490">
            <a:extLst>
              <a:ext uri="{FF2B5EF4-FFF2-40B4-BE49-F238E27FC236}">
                <a16:creationId xmlns:a16="http://schemas.microsoft.com/office/drawing/2014/main" id="{89379D24-A68E-3B8A-0658-571655ADA673}"/>
              </a:ext>
            </a:extLst>
          </p:cNvPr>
          <p:cNvSpPr/>
          <p:nvPr/>
        </p:nvSpPr>
        <p:spPr>
          <a:xfrm>
            <a:off x="4087400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2" name="Rectangle 491">
            <a:extLst>
              <a:ext uri="{FF2B5EF4-FFF2-40B4-BE49-F238E27FC236}">
                <a16:creationId xmlns:a16="http://schemas.microsoft.com/office/drawing/2014/main" id="{F71BC5AA-AE03-BED2-DFC0-898612AD122F}"/>
              </a:ext>
            </a:extLst>
          </p:cNvPr>
          <p:cNvSpPr/>
          <p:nvPr/>
        </p:nvSpPr>
        <p:spPr>
          <a:xfrm>
            <a:off x="4345192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3" name="Rectangle 492">
            <a:extLst>
              <a:ext uri="{FF2B5EF4-FFF2-40B4-BE49-F238E27FC236}">
                <a16:creationId xmlns:a16="http://schemas.microsoft.com/office/drawing/2014/main" id="{748609E1-6201-2878-5BBA-51E6209BC5E1}"/>
              </a:ext>
            </a:extLst>
          </p:cNvPr>
          <p:cNvSpPr/>
          <p:nvPr/>
        </p:nvSpPr>
        <p:spPr>
          <a:xfrm>
            <a:off x="4602984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4" name="Rectangle 493">
            <a:extLst>
              <a:ext uri="{FF2B5EF4-FFF2-40B4-BE49-F238E27FC236}">
                <a16:creationId xmlns:a16="http://schemas.microsoft.com/office/drawing/2014/main" id="{7207E931-E27E-9480-574C-61F106C7E21E}"/>
              </a:ext>
            </a:extLst>
          </p:cNvPr>
          <p:cNvSpPr/>
          <p:nvPr/>
        </p:nvSpPr>
        <p:spPr>
          <a:xfrm>
            <a:off x="4860775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5" name="Rectangle 494">
            <a:extLst>
              <a:ext uri="{FF2B5EF4-FFF2-40B4-BE49-F238E27FC236}">
                <a16:creationId xmlns:a16="http://schemas.microsoft.com/office/drawing/2014/main" id="{D7AB3983-6BAE-2E20-47ED-DE442A001038}"/>
              </a:ext>
            </a:extLst>
          </p:cNvPr>
          <p:cNvSpPr/>
          <p:nvPr/>
        </p:nvSpPr>
        <p:spPr>
          <a:xfrm>
            <a:off x="5118568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6" name="Rectangle 495">
            <a:extLst>
              <a:ext uri="{FF2B5EF4-FFF2-40B4-BE49-F238E27FC236}">
                <a16:creationId xmlns:a16="http://schemas.microsoft.com/office/drawing/2014/main" id="{A1DDCF31-AE16-976E-7893-4D5B2F62AD69}"/>
              </a:ext>
            </a:extLst>
          </p:cNvPr>
          <p:cNvSpPr/>
          <p:nvPr/>
        </p:nvSpPr>
        <p:spPr>
          <a:xfrm>
            <a:off x="5376359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8" name="Arc 497">
            <a:extLst>
              <a:ext uri="{FF2B5EF4-FFF2-40B4-BE49-F238E27FC236}">
                <a16:creationId xmlns:a16="http://schemas.microsoft.com/office/drawing/2014/main" id="{5313181F-385B-1932-2500-E38E05A59AF0}"/>
              </a:ext>
            </a:extLst>
          </p:cNvPr>
          <p:cNvSpPr/>
          <p:nvPr/>
        </p:nvSpPr>
        <p:spPr>
          <a:xfrm>
            <a:off x="5510265" y="4688689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9" name="TextBox 498">
            <a:extLst>
              <a:ext uri="{FF2B5EF4-FFF2-40B4-BE49-F238E27FC236}">
                <a16:creationId xmlns:a16="http://schemas.microsoft.com/office/drawing/2014/main" id="{F3CAA3BE-C0FB-FB8F-2EE6-99ECE29DAE37}"/>
              </a:ext>
            </a:extLst>
          </p:cNvPr>
          <p:cNvSpPr txBox="1"/>
          <p:nvPr/>
        </p:nvSpPr>
        <p:spPr>
          <a:xfrm>
            <a:off x="5816496" y="4691855"/>
            <a:ext cx="5757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×1000</a:t>
            </a:r>
          </a:p>
        </p:txBody>
      </p:sp>
      <p:sp>
        <p:nvSpPr>
          <p:cNvPr id="436" name="Arc 435">
            <a:extLst>
              <a:ext uri="{FF2B5EF4-FFF2-40B4-BE49-F238E27FC236}">
                <a16:creationId xmlns:a16="http://schemas.microsoft.com/office/drawing/2014/main" id="{18C35568-8D0F-13F0-3BA2-D1BDAFFE74A4}"/>
              </a:ext>
            </a:extLst>
          </p:cNvPr>
          <p:cNvSpPr/>
          <p:nvPr/>
        </p:nvSpPr>
        <p:spPr>
          <a:xfrm>
            <a:off x="8966570" y="4312452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7" name="TextBox 436">
            <a:extLst>
              <a:ext uri="{FF2B5EF4-FFF2-40B4-BE49-F238E27FC236}">
                <a16:creationId xmlns:a16="http://schemas.microsoft.com/office/drawing/2014/main" id="{177C33FC-E980-5679-9F94-F29D8045DD09}"/>
              </a:ext>
            </a:extLst>
          </p:cNvPr>
          <p:cNvSpPr txBox="1"/>
          <p:nvPr/>
        </p:nvSpPr>
        <p:spPr>
          <a:xfrm>
            <a:off x="9272801" y="4303410"/>
            <a:ext cx="5757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÷1000</a:t>
            </a:r>
          </a:p>
        </p:txBody>
      </p:sp>
      <p:sp>
        <p:nvSpPr>
          <p:cNvPr id="438" name="TextBox 437">
            <a:extLst>
              <a:ext uri="{FF2B5EF4-FFF2-40B4-BE49-F238E27FC236}">
                <a16:creationId xmlns:a16="http://schemas.microsoft.com/office/drawing/2014/main" id="{7D075654-2012-9DF9-3406-00920DA45E16}"/>
              </a:ext>
            </a:extLst>
          </p:cNvPr>
          <p:cNvSpPr txBox="1"/>
          <p:nvPr/>
        </p:nvSpPr>
        <p:spPr>
          <a:xfrm>
            <a:off x="6739015" y="4170502"/>
            <a:ext cx="3080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</a:t>
            </a: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439" name="Rectangle 438">
            <a:extLst>
              <a:ext uri="{FF2B5EF4-FFF2-40B4-BE49-F238E27FC236}">
                <a16:creationId xmlns:a16="http://schemas.microsoft.com/office/drawing/2014/main" id="{4CD26262-32D4-A72A-DA4B-D42ABA01D9DE}"/>
              </a:ext>
            </a:extLst>
          </p:cNvPr>
          <p:cNvSpPr/>
          <p:nvPr/>
        </p:nvSpPr>
        <p:spPr>
          <a:xfrm>
            <a:off x="7028121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0" name="Rectangle 439">
            <a:extLst>
              <a:ext uri="{FF2B5EF4-FFF2-40B4-BE49-F238E27FC236}">
                <a16:creationId xmlns:a16="http://schemas.microsoft.com/office/drawing/2014/main" id="{380D9E84-108E-FF3F-980F-15A814F7FAAD}"/>
              </a:ext>
            </a:extLst>
          </p:cNvPr>
          <p:cNvSpPr/>
          <p:nvPr/>
        </p:nvSpPr>
        <p:spPr>
          <a:xfrm>
            <a:off x="7285913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1" name="Rectangle 440">
            <a:extLst>
              <a:ext uri="{FF2B5EF4-FFF2-40B4-BE49-F238E27FC236}">
                <a16:creationId xmlns:a16="http://schemas.microsoft.com/office/drawing/2014/main" id="{C2853180-6F5B-6079-8211-707214522008}"/>
              </a:ext>
            </a:extLst>
          </p:cNvPr>
          <p:cNvSpPr/>
          <p:nvPr/>
        </p:nvSpPr>
        <p:spPr>
          <a:xfrm>
            <a:off x="7543705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</a:t>
            </a:r>
          </a:p>
        </p:txBody>
      </p:sp>
      <p:sp>
        <p:nvSpPr>
          <p:cNvPr id="442" name="Rectangle 441">
            <a:extLst>
              <a:ext uri="{FF2B5EF4-FFF2-40B4-BE49-F238E27FC236}">
                <a16:creationId xmlns:a16="http://schemas.microsoft.com/office/drawing/2014/main" id="{AF73B226-A098-3C2D-D2FF-404BB505AB11}"/>
              </a:ext>
            </a:extLst>
          </p:cNvPr>
          <p:cNvSpPr/>
          <p:nvPr/>
        </p:nvSpPr>
        <p:spPr>
          <a:xfrm>
            <a:off x="7801497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</a:p>
        </p:txBody>
      </p:sp>
      <p:sp>
        <p:nvSpPr>
          <p:cNvPr id="443" name="Rectangle 442">
            <a:extLst>
              <a:ext uri="{FF2B5EF4-FFF2-40B4-BE49-F238E27FC236}">
                <a16:creationId xmlns:a16="http://schemas.microsoft.com/office/drawing/2014/main" id="{5BDA32A0-3855-8120-F5E9-3EA0E72823BE}"/>
              </a:ext>
            </a:extLst>
          </p:cNvPr>
          <p:cNvSpPr/>
          <p:nvPr/>
        </p:nvSpPr>
        <p:spPr>
          <a:xfrm>
            <a:off x="8059289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4" name="Rectangle 443">
            <a:extLst>
              <a:ext uri="{FF2B5EF4-FFF2-40B4-BE49-F238E27FC236}">
                <a16:creationId xmlns:a16="http://schemas.microsoft.com/office/drawing/2014/main" id="{B83911A1-CA02-6375-CCAA-7B2BE9E3ECA2}"/>
              </a:ext>
            </a:extLst>
          </p:cNvPr>
          <p:cNvSpPr/>
          <p:nvPr/>
        </p:nvSpPr>
        <p:spPr>
          <a:xfrm>
            <a:off x="8317080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5" name="Rectangle 444">
            <a:extLst>
              <a:ext uri="{FF2B5EF4-FFF2-40B4-BE49-F238E27FC236}">
                <a16:creationId xmlns:a16="http://schemas.microsoft.com/office/drawing/2014/main" id="{14A979DF-9D51-2293-F1F8-6B96D9917597}"/>
              </a:ext>
            </a:extLst>
          </p:cNvPr>
          <p:cNvSpPr/>
          <p:nvPr/>
        </p:nvSpPr>
        <p:spPr>
          <a:xfrm>
            <a:off x="8574873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6" name="Rectangle 445">
            <a:extLst>
              <a:ext uri="{FF2B5EF4-FFF2-40B4-BE49-F238E27FC236}">
                <a16:creationId xmlns:a16="http://schemas.microsoft.com/office/drawing/2014/main" id="{5BFBACC0-2D70-0FFC-4C3C-F8763E9EC926}"/>
              </a:ext>
            </a:extLst>
          </p:cNvPr>
          <p:cNvSpPr/>
          <p:nvPr/>
        </p:nvSpPr>
        <p:spPr>
          <a:xfrm>
            <a:off x="8832664" y="418411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7" name="Oval 446">
            <a:extLst>
              <a:ext uri="{FF2B5EF4-FFF2-40B4-BE49-F238E27FC236}">
                <a16:creationId xmlns:a16="http://schemas.microsoft.com/office/drawing/2014/main" id="{096E71E5-0BCE-8F11-D4BE-7E1FF9D6FBE9}"/>
              </a:ext>
            </a:extLst>
          </p:cNvPr>
          <p:cNvSpPr/>
          <p:nvPr/>
        </p:nvSpPr>
        <p:spPr>
          <a:xfrm>
            <a:off x="8031947" y="4293402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1" i="0" u="none" strike="noStrike" kern="1200" cap="none" spc="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8" name="Rectangle 447">
            <a:extLst>
              <a:ext uri="{FF2B5EF4-FFF2-40B4-BE49-F238E27FC236}">
                <a16:creationId xmlns:a16="http://schemas.microsoft.com/office/drawing/2014/main" id="{B81E00C5-778C-6C6D-E2AD-A917DF6AB040}"/>
              </a:ext>
            </a:extLst>
          </p:cNvPr>
          <p:cNvSpPr/>
          <p:nvPr/>
        </p:nvSpPr>
        <p:spPr>
          <a:xfrm>
            <a:off x="7028121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9" name="Rectangle 448">
            <a:extLst>
              <a:ext uri="{FF2B5EF4-FFF2-40B4-BE49-F238E27FC236}">
                <a16:creationId xmlns:a16="http://schemas.microsoft.com/office/drawing/2014/main" id="{C8A92262-34A9-B676-AAFE-E0B7C96A2E85}"/>
              </a:ext>
            </a:extLst>
          </p:cNvPr>
          <p:cNvSpPr/>
          <p:nvPr/>
        </p:nvSpPr>
        <p:spPr>
          <a:xfrm>
            <a:off x="7285913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0" name="Rectangle 449">
            <a:extLst>
              <a:ext uri="{FF2B5EF4-FFF2-40B4-BE49-F238E27FC236}">
                <a16:creationId xmlns:a16="http://schemas.microsoft.com/office/drawing/2014/main" id="{8C8F6C87-D373-1F54-CB1C-409A1D54CD93}"/>
              </a:ext>
            </a:extLst>
          </p:cNvPr>
          <p:cNvSpPr/>
          <p:nvPr/>
        </p:nvSpPr>
        <p:spPr>
          <a:xfrm>
            <a:off x="7543705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1" name="Rectangle 450">
            <a:extLst>
              <a:ext uri="{FF2B5EF4-FFF2-40B4-BE49-F238E27FC236}">
                <a16:creationId xmlns:a16="http://schemas.microsoft.com/office/drawing/2014/main" id="{654CB6B6-A09E-84D0-A2EF-632CAB99AC99}"/>
              </a:ext>
            </a:extLst>
          </p:cNvPr>
          <p:cNvSpPr/>
          <p:nvPr/>
        </p:nvSpPr>
        <p:spPr>
          <a:xfrm>
            <a:off x="7801497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2" name="Rectangle 451">
            <a:extLst>
              <a:ext uri="{FF2B5EF4-FFF2-40B4-BE49-F238E27FC236}">
                <a16:creationId xmlns:a16="http://schemas.microsoft.com/office/drawing/2014/main" id="{8E0BF14F-9741-F374-6D8D-E55232797342}"/>
              </a:ext>
            </a:extLst>
          </p:cNvPr>
          <p:cNvSpPr/>
          <p:nvPr/>
        </p:nvSpPr>
        <p:spPr>
          <a:xfrm>
            <a:off x="8059289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3" name="Rectangle 452">
            <a:extLst>
              <a:ext uri="{FF2B5EF4-FFF2-40B4-BE49-F238E27FC236}">
                <a16:creationId xmlns:a16="http://schemas.microsoft.com/office/drawing/2014/main" id="{AE5CD3EF-FF3A-747D-8AED-B1B2065ECDF5}"/>
              </a:ext>
            </a:extLst>
          </p:cNvPr>
          <p:cNvSpPr/>
          <p:nvPr/>
        </p:nvSpPr>
        <p:spPr>
          <a:xfrm>
            <a:off x="8317080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4" name="Rectangle 453">
            <a:extLst>
              <a:ext uri="{FF2B5EF4-FFF2-40B4-BE49-F238E27FC236}">
                <a16:creationId xmlns:a16="http://schemas.microsoft.com/office/drawing/2014/main" id="{D3B80952-507C-710E-2955-9836DFD02B8C}"/>
              </a:ext>
            </a:extLst>
          </p:cNvPr>
          <p:cNvSpPr/>
          <p:nvPr/>
        </p:nvSpPr>
        <p:spPr>
          <a:xfrm>
            <a:off x="8574873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5" name="Rectangle 454">
            <a:extLst>
              <a:ext uri="{FF2B5EF4-FFF2-40B4-BE49-F238E27FC236}">
                <a16:creationId xmlns:a16="http://schemas.microsoft.com/office/drawing/2014/main" id="{E776991D-F25F-D0F9-EC5F-ECF4E9CA9B4D}"/>
              </a:ext>
            </a:extLst>
          </p:cNvPr>
          <p:cNvSpPr/>
          <p:nvPr/>
        </p:nvSpPr>
        <p:spPr>
          <a:xfrm>
            <a:off x="8832664" y="4517493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7" name="Rectangle 456">
            <a:extLst>
              <a:ext uri="{FF2B5EF4-FFF2-40B4-BE49-F238E27FC236}">
                <a16:creationId xmlns:a16="http://schemas.microsoft.com/office/drawing/2014/main" id="{34ABD74B-ABF4-7064-70E0-F1D84B279865}"/>
              </a:ext>
            </a:extLst>
          </p:cNvPr>
          <p:cNvSpPr/>
          <p:nvPr/>
        </p:nvSpPr>
        <p:spPr>
          <a:xfrm>
            <a:off x="7028121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8" name="Rectangle 457">
            <a:extLst>
              <a:ext uri="{FF2B5EF4-FFF2-40B4-BE49-F238E27FC236}">
                <a16:creationId xmlns:a16="http://schemas.microsoft.com/office/drawing/2014/main" id="{F84EC5F9-90EC-C6BE-982E-23FFA010907E}"/>
              </a:ext>
            </a:extLst>
          </p:cNvPr>
          <p:cNvSpPr/>
          <p:nvPr/>
        </p:nvSpPr>
        <p:spPr>
          <a:xfrm>
            <a:off x="7285913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9" name="Rectangle 458">
            <a:extLst>
              <a:ext uri="{FF2B5EF4-FFF2-40B4-BE49-F238E27FC236}">
                <a16:creationId xmlns:a16="http://schemas.microsoft.com/office/drawing/2014/main" id="{DE5B9C8E-14C5-3B72-A73F-FB08115E6CE0}"/>
              </a:ext>
            </a:extLst>
          </p:cNvPr>
          <p:cNvSpPr/>
          <p:nvPr/>
        </p:nvSpPr>
        <p:spPr>
          <a:xfrm>
            <a:off x="7543705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0" name="Rectangle 459">
            <a:extLst>
              <a:ext uri="{FF2B5EF4-FFF2-40B4-BE49-F238E27FC236}">
                <a16:creationId xmlns:a16="http://schemas.microsoft.com/office/drawing/2014/main" id="{50FCC98D-2C02-014A-D07B-6A4420555F63}"/>
              </a:ext>
            </a:extLst>
          </p:cNvPr>
          <p:cNvSpPr/>
          <p:nvPr/>
        </p:nvSpPr>
        <p:spPr>
          <a:xfrm>
            <a:off x="7801497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1" name="Rectangle 460">
            <a:extLst>
              <a:ext uri="{FF2B5EF4-FFF2-40B4-BE49-F238E27FC236}">
                <a16:creationId xmlns:a16="http://schemas.microsoft.com/office/drawing/2014/main" id="{AE93527E-5B7A-23D2-83A1-E7331E23550A}"/>
              </a:ext>
            </a:extLst>
          </p:cNvPr>
          <p:cNvSpPr/>
          <p:nvPr/>
        </p:nvSpPr>
        <p:spPr>
          <a:xfrm>
            <a:off x="8059289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2" name="Rectangle 461">
            <a:extLst>
              <a:ext uri="{FF2B5EF4-FFF2-40B4-BE49-F238E27FC236}">
                <a16:creationId xmlns:a16="http://schemas.microsoft.com/office/drawing/2014/main" id="{E7DE867B-357D-1E1E-33AF-CE661649A33B}"/>
              </a:ext>
            </a:extLst>
          </p:cNvPr>
          <p:cNvSpPr/>
          <p:nvPr/>
        </p:nvSpPr>
        <p:spPr>
          <a:xfrm>
            <a:off x="8317080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3" name="Rectangle 462">
            <a:extLst>
              <a:ext uri="{FF2B5EF4-FFF2-40B4-BE49-F238E27FC236}">
                <a16:creationId xmlns:a16="http://schemas.microsoft.com/office/drawing/2014/main" id="{9BDB302C-E19A-B90F-906A-0A6476D8F9EF}"/>
              </a:ext>
            </a:extLst>
          </p:cNvPr>
          <p:cNvSpPr/>
          <p:nvPr/>
        </p:nvSpPr>
        <p:spPr>
          <a:xfrm>
            <a:off x="8574873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4" name="Rectangle 463">
            <a:extLst>
              <a:ext uri="{FF2B5EF4-FFF2-40B4-BE49-F238E27FC236}">
                <a16:creationId xmlns:a16="http://schemas.microsoft.com/office/drawing/2014/main" id="{E5E9A676-BB14-8AC7-15C7-8EE008D06E87}"/>
              </a:ext>
            </a:extLst>
          </p:cNvPr>
          <p:cNvSpPr/>
          <p:nvPr/>
        </p:nvSpPr>
        <p:spPr>
          <a:xfrm>
            <a:off x="8832664" y="4850868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6" name="Arc 465">
            <a:extLst>
              <a:ext uri="{FF2B5EF4-FFF2-40B4-BE49-F238E27FC236}">
                <a16:creationId xmlns:a16="http://schemas.microsoft.com/office/drawing/2014/main" id="{A1951DBE-3A08-1232-C132-75C00113E776}"/>
              </a:ext>
            </a:extLst>
          </p:cNvPr>
          <p:cNvSpPr/>
          <p:nvPr/>
        </p:nvSpPr>
        <p:spPr>
          <a:xfrm>
            <a:off x="8966570" y="4688689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7" name="TextBox 466">
            <a:extLst>
              <a:ext uri="{FF2B5EF4-FFF2-40B4-BE49-F238E27FC236}">
                <a16:creationId xmlns:a16="http://schemas.microsoft.com/office/drawing/2014/main" id="{7AAA7B20-27B9-9DC2-75FC-6AA36BF811BA}"/>
              </a:ext>
            </a:extLst>
          </p:cNvPr>
          <p:cNvSpPr txBox="1"/>
          <p:nvPr/>
        </p:nvSpPr>
        <p:spPr>
          <a:xfrm>
            <a:off x="9272801" y="4691855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×100</a:t>
            </a:r>
          </a:p>
        </p:txBody>
      </p:sp>
      <p:sp>
        <p:nvSpPr>
          <p:cNvPr id="532" name="Arc 531">
            <a:extLst>
              <a:ext uri="{FF2B5EF4-FFF2-40B4-BE49-F238E27FC236}">
                <a16:creationId xmlns:a16="http://schemas.microsoft.com/office/drawing/2014/main" id="{DCB0AA0B-B156-9400-5BDB-1A1318857C0F}"/>
              </a:ext>
            </a:extLst>
          </p:cNvPr>
          <p:cNvSpPr/>
          <p:nvPr/>
        </p:nvSpPr>
        <p:spPr>
          <a:xfrm>
            <a:off x="2257160" y="5585828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3" name="TextBox 532">
            <a:extLst>
              <a:ext uri="{FF2B5EF4-FFF2-40B4-BE49-F238E27FC236}">
                <a16:creationId xmlns:a16="http://schemas.microsoft.com/office/drawing/2014/main" id="{2629B52B-31D6-8AAD-88A3-A5247B5EE001}"/>
              </a:ext>
            </a:extLst>
          </p:cNvPr>
          <p:cNvSpPr txBox="1"/>
          <p:nvPr/>
        </p:nvSpPr>
        <p:spPr>
          <a:xfrm>
            <a:off x="2563391" y="5576786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×100</a:t>
            </a:r>
          </a:p>
        </p:txBody>
      </p:sp>
      <p:sp>
        <p:nvSpPr>
          <p:cNvPr id="534" name="TextBox 533">
            <a:extLst>
              <a:ext uri="{FF2B5EF4-FFF2-40B4-BE49-F238E27FC236}">
                <a16:creationId xmlns:a16="http://schemas.microsoft.com/office/drawing/2014/main" id="{6614FB94-5CA9-1B39-1ABD-95AC47595027}"/>
              </a:ext>
            </a:extLst>
          </p:cNvPr>
          <p:cNvSpPr txBox="1"/>
          <p:nvPr/>
        </p:nvSpPr>
        <p:spPr>
          <a:xfrm>
            <a:off x="27201" y="5443878"/>
            <a:ext cx="312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л</a:t>
            </a: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535" name="Rectangle 534">
            <a:extLst>
              <a:ext uri="{FF2B5EF4-FFF2-40B4-BE49-F238E27FC236}">
                <a16:creationId xmlns:a16="http://schemas.microsoft.com/office/drawing/2014/main" id="{8054AA2E-A597-23C0-1F96-EEEFEFB0C1FA}"/>
              </a:ext>
            </a:extLst>
          </p:cNvPr>
          <p:cNvSpPr/>
          <p:nvPr/>
        </p:nvSpPr>
        <p:spPr>
          <a:xfrm>
            <a:off x="318711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6" name="Rectangle 535">
            <a:extLst>
              <a:ext uri="{FF2B5EF4-FFF2-40B4-BE49-F238E27FC236}">
                <a16:creationId xmlns:a16="http://schemas.microsoft.com/office/drawing/2014/main" id="{201F451E-9B1C-56D1-911A-B82A066B83E8}"/>
              </a:ext>
            </a:extLst>
          </p:cNvPr>
          <p:cNvSpPr/>
          <p:nvPr/>
        </p:nvSpPr>
        <p:spPr>
          <a:xfrm>
            <a:off x="576503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7" name="Rectangle 536">
            <a:extLst>
              <a:ext uri="{FF2B5EF4-FFF2-40B4-BE49-F238E27FC236}">
                <a16:creationId xmlns:a16="http://schemas.microsoft.com/office/drawing/2014/main" id="{B24E5488-6A97-E386-1607-6956E3B42526}"/>
              </a:ext>
            </a:extLst>
          </p:cNvPr>
          <p:cNvSpPr/>
          <p:nvPr/>
        </p:nvSpPr>
        <p:spPr>
          <a:xfrm>
            <a:off x="834295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</a:p>
        </p:txBody>
      </p:sp>
      <p:sp>
        <p:nvSpPr>
          <p:cNvPr id="538" name="Rectangle 537">
            <a:extLst>
              <a:ext uri="{FF2B5EF4-FFF2-40B4-BE49-F238E27FC236}">
                <a16:creationId xmlns:a16="http://schemas.microsoft.com/office/drawing/2014/main" id="{4CA3350A-8729-FE63-E2AA-B38DF4B59633}"/>
              </a:ext>
            </a:extLst>
          </p:cNvPr>
          <p:cNvSpPr/>
          <p:nvPr/>
        </p:nvSpPr>
        <p:spPr>
          <a:xfrm>
            <a:off x="1092087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539" name="Rectangle 538">
            <a:extLst>
              <a:ext uri="{FF2B5EF4-FFF2-40B4-BE49-F238E27FC236}">
                <a16:creationId xmlns:a16="http://schemas.microsoft.com/office/drawing/2014/main" id="{F4DEB7E6-B86D-48B0-EFB2-F2159F52D287}"/>
              </a:ext>
            </a:extLst>
          </p:cNvPr>
          <p:cNvSpPr/>
          <p:nvPr/>
        </p:nvSpPr>
        <p:spPr>
          <a:xfrm>
            <a:off x="1349879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</a:t>
            </a:r>
          </a:p>
        </p:txBody>
      </p:sp>
      <p:sp>
        <p:nvSpPr>
          <p:cNvPr id="540" name="Rectangle 539">
            <a:extLst>
              <a:ext uri="{FF2B5EF4-FFF2-40B4-BE49-F238E27FC236}">
                <a16:creationId xmlns:a16="http://schemas.microsoft.com/office/drawing/2014/main" id="{FBB29C0A-69D3-7705-42D1-32251A9F4E31}"/>
              </a:ext>
            </a:extLst>
          </p:cNvPr>
          <p:cNvSpPr/>
          <p:nvPr/>
        </p:nvSpPr>
        <p:spPr>
          <a:xfrm>
            <a:off x="1607670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</a:p>
        </p:txBody>
      </p:sp>
      <p:sp>
        <p:nvSpPr>
          <p:cNvPr id="541" name="Rectangle 540">
            <a:extLst>
              <a:ext uri="{FF2B5EF4-FFF2-40B4-BE49-F238E27FC236}">
                <a16:creationId xmlns:a16="http://schemas.microsoft.com/office/drawing/2014/main" id="{A2ED3573-E883-BAB5-C2A0-3C23A038ECA7}"/>
              </a:ext>
            </a:extLst>
          </p:cNvPr>
          <p:cNvSpPr/>
          <p:nvPr/>
        </p:nvSpPr>
        <p:spPr>
          <a:xfrm>
            <a:off x="1865463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2" name="Rectangle 541">
            <a:extLst>
              <a:ext uri="{FF2B5EF4-FFF2-40B4-BE49-F238E27FC236}">
                <a16:creationId xmlns:a16="http://schemas.microsoft.com/office/drawing/2014/main" id="{8310CBA4-B615-48C0-E853-A34BDDECC52F}"/>
              </a:ext>
            </a:extLst>
          </p:cNvPr>
          <p:cNvSpPr/>
          <p:nvPr/>
        </p:nvSpPr>
        <p:spPr>
          <a:xfrm>
            <a:off x="2123254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3" name="Oval 542">
            <a:extLst>
              <a:ext uri="{FF2B5EF4-FFF2-40B4-BE49-F238E27FC236}">
                <a16:creationId xmlns:a16="http://schemas.microsoft.com/office/drawing/2014/main" id="{AA510C52-39CD-3ED6-5B36-04857689E982}"/>
              </a:ext>
            </a:extLst>
          </p:cNvPr>
          <p:cNvSpPr/>
          <p:nvPr/>
        </p:nvSpPr>
        <p:spPr>
          <a:xfrm>
            <a:off x="1324918" y="5566778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1" i="0" u="none" strike="noStrike" kern="1200" cap="none" spc="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4" name="Rectangle 543">
            <a:extLst>
              <a:ext uri="{FF2B5EF4-FFF2-40B4-BE49-F238E27FC236}">
                <a16:creationId xmlns:a16="http://schemas.microsoft.com/office/drawing/2014/main" id="{022A191F-944C-EEF3-272A-338472821731}"/>
              </a:ext>
            </a:extLst>
          </p:cNvPr>
          <p:cNvSpPr/>
          <p:nvPr/>
        </p:nvSpPr>
        <p:spPr>
          <a:xfrm>
            <a:off x="318711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5" name="Rectangle 544">
            <a:extLst>
              <a:ext uri="{FF2B5EF4-FFF2-40B4-BE49-F238E27FC236}">
                <a16:creationId xmlns:a16="http://schemas.microsoft.com/office/drawing/2014/main" id="{1AE9B2EB-4C82-D571-C9FF-151BD77FD2FA}"/>
              </a:ext>
            </a:extLst>
          </p:cNvPr>
          <p:cNvSpPr/>
          <p:nvPr/>
        </p:nvSpPr>
        <p:spPr>
          <a:xfrm>
            <a:off x="576503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6" name="Rectangle 545">
            <a:extLst>
              <a:ext uri="{FF2B5EF4-FFF2-40B4-BE49-F238E27FC236}">
                <a16:creationId xmlns:a16="http://schemas.microsoft.com/office/drawing/2014/main" id="{04CFE37A-F600-6D7F-D5D7-560D46DA3FFD}"/>
              </a:ext>
            </a:extLst>
          </p:cNvPr>
          <p:cNvSpPr/>
          <p:nvPr/>
        </p:nvSpPr>
        <p:spPr>
          <a:xfrm>
            <a:off x="834295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7" name="Rectangle 546">
            <a:extLst>
              <a:ext uri="{FF2B5EF4-FFF2-40B4-BE49-F238E27FC236}">
                <a16:creationId xmlns:a16="http://schemas.microsoft.com/office/drawing/2014/main" id="{93D82848-D204-9688-4829-159BF98DC899}"/>
              </a:ext>
            </a:extLst>
          </p:cNvPr>
          <p:cNvSpPr/>
          <p:nvPr/>
        </p:nvSpPr>
        <p:spPr>
          <a:xfrm>
            <a:off x="1092087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8" name="Rectangle 547">
            <a:extLst>
              <a:ext uri="{FF2B5EF4-FFF2-40B4-BE49-F238E27FC236}">
                <a16:creationId xmlns:a16="http://schemas.microsoft.com/office/drawing/2014/main" id="{5F9077FA-3C32-D472-2CD5-58EABE72E9F9}"/>
              </a:ext>
            </a:extLst>
          </p:cNvPr>
          <p:cNvSpPr/>
          <p:nvPr/>
        </p:nvSpPr>
        <p:spPr>
          <a:xfrm>
            <a:off x="1349879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9" name="Rectangle 548">
            <a:extLst>
              <a:ext uri="{FF2B5EF4-FFF2-40B4-BE49-F238E27FC236}">
                <a16:creationId xmlns:a16="http://schemas.microsoft.com/office/drawing/2014/main" id="{CC7B7333-A591-F877-DB46-045EA1AC9A98}"/>
              </a:ext>
            </a:extLst>
          </p:cNvPr>
          <p:cNvSpPr/>
          <p:nvPr/>
        </p:nvSpPr>
        <p:spPr>
          <a:xfrm>
            <a:off x="1607670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0" name="Rectangle 549">
            <a:extLst>
              <a:ext uri="{FF2B5EF4-FFF2-40B4-BE49-F238E27FC236}">
                <a16:creationId xmlns:a16="http://schemas.microsoft.com/office/drawing/2014/main" id="{D92B8D30-4533-069E-DCAB-4B32985F99E6}"/>
              </a:ext>
            </a:extLst>
          </p:cNvPr>
          <p:cNvSpPr/>
          <p:nvPr/>
        </p:nvSpPr>
        <p:spPr>
          <a:xfrm>
            <a:off x="1865463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1" name="Rectangle 550">
            <a:extLst>
              <a:ext uri="{FF2B5EF4-FFF2-40B4-BE49-F238E27FC236}">
                <a16:creationId xmlns:a16="http://schemas.microsoft.com/office/drawing/2014/main" id="{F60E4940-CA1F-A378-D21B-C09D5B11A3C6}"/>
              </a:ext>
            </a:extLst>
          </p:cNvPr>
          <p:cNvSpPr/>
          <p:nvPr/>
        </p:nvSpPr>
        <p:spPr>
          <a:xfrm>
            <a:off x="2123254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3" name="Rectangle 552">
            <a:extLst>
              <a:ext uri="{FF2B5EF4-FFF2-40B4-BE49-F238E27FC236}">
                <a16:creationId xmlns:a16="http://schemas.microsoft.com/office/drawing/2014/main" id="{EC8506D2-0D3C-08D1-2051-36C435923C3B}"/>
              </a:ext>
            </a:extLst>
          </p:cNvPr>
          <p:cNvSpPr/>
          <p:nvPr/>
        </p:nvSpPr>
        <p:spPr>
          <a:xfrm>
            <a:off x="318711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4" name="Rectangle 553">
            <a:extLst>
              <a:ext uri="{FF2B5EF4-FFF2-40B4-BE49-F238E27FC236}">
                <a16:creationId xmlns:a16="http://schemas.microsoft.com/office/drawing/2014/main" id="{F76E7A9F-660D-81CB-7168-3CEEFBDFF599}"/>
              </a:ext>
            </a:extLst>
          </p:cNvPr>
          <p:cNvSpPr/>
          <p:nvPr/>
        </p:nvSpPr>
        <p:spPr>
          <a:xfrm>
            <a:off x="576503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5" name="Rectangle 554">
            <a:extLst>
              <a:ext uri="{FF2B5EF4-FFF2-40B4-BE49-F238E27FC236}">
                <a16:creationId xmlns:a16="http://schemas.microsoft.com/office/drawing/2014/main" id="{9BEA0BE9-B80A-BC1B-EB90-061E2DF49BFB}"/>
              </a:ext>
            </a:extLst>
          </p:cNvPr>
          <p:cNvSpPr/>
          <p:nvPr/>
        </p:nvSpPr>
        <p:spPr>
          <a:xfrm>
            <a:off x="834295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6" name="Rectangle 555">
            <a:extLst>
              <a:ext uri="{FF2B5EF4-FFF2-40B4-BE49-F238E27FC236}">
                <a16:creationId xmlns:a16="http://schemas.microsoft.com/office/drawing/2014/main" id="{8D0FE1CD-6C63-C5FA-2C14-EFC0EBDE765D}"/>
              </a:ext>
            </a:extLst>
          </p:cNvPr>
          <p:cNvSpPr/>
          <p:nvPr/>
        </p:nvSpPr>
        <p:spPr>
          <a:xfrm>
            <a:off x="1092087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7" name="Rectangle 556">
            <a:extLst>
              <a:ext uri="{FF2B5EF4-FFF2-40B4-BE49-F238E27FC236}">
                <a16:creationId xmlns:a16="http://schemas.microsoft.com/office/drawing/2014/main" id="{5D530387-B069-417E-A7B4-C8E57393E240}"/>
              </a:ext>
            </a:extLst>
          </p:cNvPr>
          <p:cNvSpPr/>
          <p:nvPr/>
        </p:nvSpPr>
        <p:spPr>
          <a:xfrm>
            <a:off x="1349879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8" name="Rectangle 557">
            <a:extLst>
              <a:ext uri="{FF2B5EF4-FFF2-40B4-BE49-F238E27FC236}">
                <a16:creationId xmlns:a16="http://schemas.microsoft.com/office/drawing/2014/main" id="{C4B6B4EF-2AA5-D8C6-F0A5-DCC153911B0F}"/>
              </a:ext>
            </a:extLst>
          </p:cNvPr>
          <p:cNvSpPr/>
          <p:nvPr/>
        </p:nvSpPr>
        <p:spPr>
          <a:xfrm>
            <a:off x="1607670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9" name="Rectangle 558">
            <a:extLst>
              <a:ext uri="{FF2B5EF4-FFF2-40B4-BE49-F238E27FC236}">
                <a16:creationId xmlns:a16="http://schemas.microsoft.com/office/drawing/2014/main" id="{5644ACD8-561F-7DA2-48DC-C22D36D585DA}"/>
              </a:ext>
            </a:extLst>
          </p:cNvPr>
          <p:cNvSpPr/>
          <p:nvPr/>
        </p:nvSpPr>
        <p:spPr>
          <a:xfrm>
            <a:off x="1865463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0" name="Rectangle 559">
            <a:extLst>
              <a:ext uri="{FF2B5EF4-FFF2-40B4-BE49-F238E27FC236}">
                <a16:creationId xmlns:a16="http://schemas.microsoft.com/office/drawing/2014/main" id="{FAE901A2-93A7-B5AA-8526-C8DBEF015A62}"/>
              </a:ext>
            </a:extLst>
          </p:cNvPr>
          <p:cNvSpPr/>
          <p:nvPr/>
        </p:nvSpPr>
        <p:spPr>
          <a:xfrm>
            <a:off x="2123254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2" name="Arc 561">
            <a:extLst>
              <a:ext uri="{FF2B5EF4-FFF2-40B4-BE49-F238E27FC236}">
                <a16:creationId xmlns:a16="http://schemas.microsoft.com/office/drawing/2014/main" id="{BE6A1BE9-66BC-AEB3-6240-7CE4DBF1828D}"/>
              </a:ext>
            </a:extLst>
          </p:cNvPr>
          <p:cNvSpPr/>
          <p:nvPr/>
        </p:nvSpPr>
        <p:spPr>
          <a:xfrm>
            <a:off x="2257160" y="5962065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3" name="TextBox 562">
            <a:extLst>
              <a:ext uri="{FF2B5EF4-FFF2-40B4-BE49-F238E27FC236}">
                <a16:creationId xmlns:a16="http://schemas.microsoft.com/office/drawing/2014/main" id="{EC124B2B-4E49-6312-4DCB-BB5BF143AC09}"/>
              </a:ext>
            </a:extLst>
          </p:cNvPr>
          <p:cNvSpPr txBox="1"/>
          <p:nvPr/>
        </p:nvSpPr>
        <p:spPr>
          <a:xfrm>
            <a:off x="2563391" y="5965231"/>
            <a:ext cx="5757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÷1000</a:t>
            </a:r>
          </a:p>
        </p:txBody>
      </p:sp>
      <p:sp>
        <p:nvSpPr>
          <p:cNvPr id="564" name="Arc 563">
            <a:extLst>
              <a:ext uri="{FF2B5EF4-FFF2-40B4-BE49-F238E27FC236}">
                <a16:creationId xmlns:a16="http://schemas.microsoft.com/office/drawing/2014/main" id="{B9822196-0994-719C-C3C7-D864FE60653F}"/>
              </a:ext>
            </a:extLst>
          </p:cNvPr>
          <p:cNvSpPr/>
          <p:nvPr/>
        </p:nvSpPr>
        <p:spPr>
          <a:xfrm>
            <a:off x="5672190" y="5585828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5" name="TextBox 564">
            <a:extLst>
              <a:ext uri="{FF2B5EF4-FFF2-40B4-BE49-F238E27FC236}">
                <a16:creationId xmlns:a16="http://schemas.microsoft.com/office/drawing/2014/main" id="{282CC0EC-74DA-2A6B-1077-CCDDE6C35C40}"/>
              </a:ext>
            </a:extLst>
          </p:cNvPr>
          <p:cNvSpPr txBox="1"/>
          <p:nvPr/>
        </p:nvSpPr>
        <p:spPr>
          <a:xfrm>
            <a:off x="5978421" y="5576786"/>
            <a:ext cx="5757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÷1000</a:t>
            </a:r>
          </a:p>
        </p:txBody>
      </p:sp>
      <p:sp>
        <p:nvSpPr>
          <p:cNvPr id="566" name="TextBox 565">
            <a:extLst>
              <a:ext uri="{FF2B5EF4-FFF2-40B4-BE49-F238E27FC236}">
                <a16:creationId xmlns:a16="http://schemas.microsoft.com/office/drawing/2014/main" id="{58C785C7-16F9-3168-D7AF-B8118B23CB94}"/>
              </a:ext>
            </a:extLst>
          </p:cNvPr>
          <p:cNvSpPr txBox="1"/>
          <p:nvPr/>
        </p:nvSpPr>
        <p:spPr>
          <a:xfrm>
            <a:off x="3427804" y="5443878"/>
            <a:ext cx="3417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</a:t>
            </a: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567" name="Rectangle 566">
            <a:extLst>
              <a:ext uri="{FF2B5EF4-FFF2-40B4-BE49-F238E27FC236}">
                <a16:creationId xmlns:a16="http://schemas.microsoft.com/office/drawing/2014/main" id="{2B78720C-C4DD-6B44-B6DC-8677C31156A1}"/>
              </a:ext>
            </a:extLst>
          </p:cNvPr>
          <p:cNvSpPr/>
          <p:nvPr/>
        </p:nvSpPr>
        <p:spPr>
          <a:xfrm>
            <a:off x="3733741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8" name="Rectangle 567">
            <a:extLst>
              <a:ext uri="{FF2B5EF4-FFF2-40B4-BE49-F238E27FC236}">
                <a16:creationId xmlns:a16="http://schemas.microsoft.com/office/drawing/2014/main" id="{EF1ED8DA-0CED-A26C-CA03-FE14BC172B41}"/>
              </a:ext>
            </a:extLst>
          </p:cNvPr>
          <p:cNvSpPr/>
          <p:nvPr/>
        </p:nvSpPr>
        <p:spPr>
          <a:xfrm>
            <a:off x="3991533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</a:t>
            </a:r>
          </a:p>
        </p:txBody>
      </p:sp>
      <p:sp>
        <p:nvSpPr>
          <p:cNvPr id="569" name="Rectangle 568">
            <a:extLst>
              <a:ext uri="{FF2B5EF4-FFF2-40B4-BE49-F238E27FC236}">
                <a16:creationId xmlns:a16="http://schemas.microsoft.com/office/drawing/2014/main" id="{6A7ACD0F-5B66-C9CB-A9CB-8DBEA5F4525F}"/>
              </a:ext>
            </a:extLst>
          </p:cNvPr>
          <p:cNvSpPr/>
          <p:nvPr/>
        </p:nvSpPr>
        <p:spPr>
          <a:xfrm>
            <a:off x="4249325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</a:p>
        </p:txBody>
      </p:sp>
      <p:sp>
        <p:nvSpPr>
          <p:cNvPr id="570" name="Rectangle 569">
            <a:extLst>
              <a:ext uri="{FF2B5EF4-FFF2-40B4-BE49-F238E27FC236}">
                <a16:creationId xmlns:a16="http://schemas.microsoft.com/office/drawing/2014/main" id="{A5351B00-3B2F-7AA0-9B88-6F84F6BC14C2}"/>
              </a:ext>
            </a:extLst>
          </p:cNvPr>
          <p:cNvSpPr/>
          <p:nvPr/>
        </p:nvSpPr>
        <p:spPr>
          <a:xfrm>
            <a:off x="4507117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571" name="Rectangle 570">
            <a:extLst>
              <a:ext uri="{FF2B5EF4-FFF2-40B4-BE49-F238E27FC236}">
                <a16:creationId xmlns:a16="http://schemas.microsoft.com/office/drawing/2014/main" id="{7536721E-2C66-06AA-FBFD-7AAE380D6669}"/>
              </a:ext>
            </a:extLst>
          </p:cNvPr>
          <p:cNvSpPr/>
          <p:nvPr/>
        </p:nvSpPr>
        <p:spPr>
          <a:xfrm>
            <a:off x="4764909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</a:t>
            </a:r>
          </a:p>
        </p:txBody>
      </p:sp>
      <p:sp>
        <p:nvSpPr>
          <p:cNvPr id="572" name="Rectangle 571">
            <a:extLst>
              <a:ext uri="{FF2B5EF4-FFF2-40B4-BE49-F238E27FC236}">
                <a16:creationId xmlns:a16="http://schemas.microsoft.com/office/drawing/2014/main" id="{00F991F6-A1C1-CA8B-3448-9AAFDEF58C3F}"/>
              </a:ext>
            </a:extLst>
          </p:cNvPr>
          <p:cNvSpPr/>
          <p:nvPr/>
        </p:nvSpPr>
        <p:spPr>
          <a:xfrm>
            <a:off x="5022700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3" name="Rectangle 572">
            <a:extLst>
              <a:ext uri="{FF2B5EF4-FFF2-40B4-BE49-F238E27FC236}">
                <a16:creationId xmlns:a16="http://schemas.microsoft.com/office/drawing/2014/main" id="{76F6D08E-57A0-22EF-FEF8-EBCAB9849A91}"/>
              </a:ext>
            </a:extLst>
          </p:cNvPr>
          <p:cNvSpPr/>
          <p:nvPr/>
        </p:nvSpPr>
        <p:spPr>
          <a:xfrm>
            <a:off x="5280493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4" name="Rectangle 573">
            <a:extLst>
              <a:ext uri="{FF2B5EF4-FFF2-40B4-BE49-F238E27FC236}">
                <a16:creationId xmlns:a16="http://schemas.microsoft.com/office/drawing/2014/main" id="{9F3184B9-D4C8-19AB-C5AB-DAF61EED0B1E}"/>
              </a:ext>
            </a:extLst>
          </p:cNvPr>
          <p:cNvSpPr/>
          <p:nvPr/>
        </p:nvSpPr>
        <p:spPr>
          <a:xfrm>
            <a:off x="5538284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5" name="Oval 574">
            <a:extLst>
              <a:ext uri="{FF2B5EF4-FFF2-40B4-BE49-F238E27FC236}">
                <a16:creationId xmlns:a16="http://schemas.microsoft.com/office/drawing/2014/main" id="{4B363B84-8487-D790-C741-5F60DAF0B8B1}"/>
              </a:ext>
            </a:extLst>
          </p:cNvPr>
          <p:cNvSpPr/>
          <p:nvPr/>
        </p:nvSpPr>
        <p:spPr>
          <a:xfrm>
            <a:off x="4479157" y="5560196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1" i="0" u="none" strike="noStrike" kern="1200" cap="none" spc="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6" name="Rectangle 575">
            <a:extLst>
              <a:ext uri="{FF2B5EF4-FFF2-40B4-BE49-F238E27FC236}">
                <a16:creationId xmlns:a16="http://schemas.microsoft.com/office/drawing/2014/main" id="{C6D45AA9-6F23-ACE4-5334-CA2775B71F34}"/>
              </a:ext>
            </a:extLst>
          </p:cNvPr>
          <p:cNvSpPr/>
          <p:nvPr/>
        </p:nvSpPr>
        <p:spPr>
          <a:xfrm>
            <a:off x="3733741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7" name="Rectangle 576">
            <a:extLst>
              <a:ext uri="{FF2B5EF4-FFF2-40B4-BE49-F238E27FC236}">
                <a16:creationId xmlns:a16="http://schemas.microsoft.com/office/drawing/2014/main" id="{BB9A9B12-48EC-5A7E-68EE-1F087CF9FDB1}"/>
              </a:ext>
            </a:extLst>
          </p:cNvPr>
          <p:cNvSpPr/>
          <p:nvPr/>
        </p:nvSpPr>
        <p:spPr>
          <a:xfrm>
            <a:off x="3991533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8" name="Rectangle 577">
            <a:extLst>
              <a:ext uri="{FF2B5EF4-FFF2-40B4-BE49-F238E27FC236}">
                <a16:creationId xmlns:a16="http://schemas.microsoft.com/office/drawing/2014/main" id="{0C42E1E0-AA47-C53A-FC83-805E00CF3041}"/>
              </a:ext>
            </a:extLst>
          </p:cNvPr>
          <p:cNvSpPr/>
          <p:nvPr/>
        </p:nvSpPr>
        <p:spPr>
          <a:xfrm>
            <a:off x="4249325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9" name="Rectangle 578">
            <a:extLst>
              <a:ext uri="{FF2B5EF4-FFF2-40B4-BE49-F238E27FC236}">
                <a16:creationId xmlns:a16="http://schemas.microsoft.com/office/drawing/2014/main" id="{6FF17F28-29E2-F841-E352-84FDB43BDA7F}"/>
              </a:ext>
            </a:extLst>
          </p:cNvPr>
          <p:cNvSpPr/>
          <p:nvPr/>
        </p:nvSpPr>
        <p:spPr>
          <a:xfrm>
            <a:off x="4507117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0" name="Rectangle 579">
            <a:extLst>
              <a:ext uri="{FF2B5EF4-FFF2-40B4-BE49-F238E27FC236}">
                <a16:creationId xmlns:a16="http://schemas.microsoft.com/office/drawing/2014/main" id="{BDC22222-2179-93F8-13EA-8743DA6DF444}"/>
              </a:ext>
            </a:extLst>
          </p:cNvPr>
          <p:cNvSpPr/>
          <p:nvPr/>
        </p:nvSpPr>
        <p:spPr>
          <a:xfrm>
            <a:off x="4764909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1" name="Rectangle 580">
            <a:extLst>
              <a:ext uri="{FF2B5EF4-FFF2-40B4-BE49-F238E27FC236}">
                <a16:creationId xmlns:a16="http://schemas.microsoft.com/office/drawing/2014/main" id="{004CA597-8E20-24FC-83B6-48E1BD47FB4B}"/>
              </a:ext>
            </a:extLst>
          </p:cNvPr>
          <p:cNvSpPr/>
          <p:nvPr/>
        </p:nvSpPr>
        <p:spPr>
          <a:xfrm>
            <a:off x="5022700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2" name="Rectangle 581">
            <a:extLst>
              <a:ext uri="{FF2B5EF4-FFF2-40B4-BE49-F238E27FC236}">
                <a16:creationId xmlns:a16="http://schemas.microsoft.com/office/drawing/2014/main" id="{E4B5E81A-4F70-C1F9-1531-548B22E2E23C}"/>
              </a:ext>
            </a:extLst>
          </p:cNvPr>
          <p:cNvSpPr/>
          <p:nvPr/>
        </p:nvSpPr>
        <p:spPr>
          <a:xfrm>
            <a:off x="5280493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3" name="Rectangle 582">
            <a:extLst>
              <a:ext uri="{FF2B5EF4-FFF2-40B4-BE49-F238E27FC236}">
                <a16:creationId xmlns:a16="http://schemas.microsoft.com/office/drawing/2014/main" id="{70B6E3CE-3229-201E-40CB-8E4A4D1BD56F}"/>
              </a:ext>
            </a:extLst>
          </p:cNvPr>
          <p:cNvSpPr/>
          <p:nvPr/>
        </p:nvSpPr>
        <p:spPr>
          <a:xfrm>
            <a:off x="5538284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5" name="Rectangle 584">
            <a:extLst>
              <a:ext uri="{FF2B5EF4-FFF2-40B4-BE49-F238E27FC236}">
                <a16:creationId xmlns:a16="http://schemas.microsoft.com/office/drawing/2014/main" id="{258F9F9E-EC5C-BD7C-E791-66103C815E2F}"/>
              </a:ext>
            </a:extLst>
          </p:cNvPr>
          <p:cNvSpPr/>
          <p:nvPr/>
        </p:nvSpPr>
        <p:spPr>
          <a:xfrm>
            <a:off x="3733741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6" name="Rectangle 585">
            <a:extLst>
              <a:ext uri="{FF2B5EF4-FFF2-40B4-BE49-F238E27FC236}">
                <a16:creationId xmlns:a16="http://schemas.microsoft.com/office/drawing/2014/main" id="{792244D0-1203-2739-2F99-2C19722F7DF8}"/>
              </a:ext>
            </a:extLst>
          </p:cNvPr>
          <p:cNvSpPr/>
          <p:nvPr/>
        </p:nvSpPr>
        <p:spPr>
          <a:xfrm>
            <a:off x="3991533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7" name="Rectangle 586">
            <a:extLst>
              <a:ext uri="{FF2B5EF4-FFF2-40B4-BE49-F238E27FC236}">
                <a16:creationId xmlns:a16="http://schemas.microsoft.com/office/drawing/2014/main" id="{16A5D9BF-E5FC-8897-1A62-284BA8033195}"/>
              </a:ext>
            </a:extLst>
          </p:cNvPr>
          <p:cNvSpPr/>
          <p:nvPr/>
        </p:nvSpPr>
        <p:spPr>
          <a:xfrm>
            <a:off x="4249325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8" name="Rectangle 587">
            <a:extLst>
              <a:ext uri="{FF2B5EF4-FFF2-40B4-BE49-F238E27FC236}">
                <a16:creationId xmlns:a16="http://schemas.microsoft.com/office/drawing/2014/main" id="{1FA925CD-5447-3FF8-AF2F-E0EC7EAE6994}"/>
              </a:ext>
            </a:extLst>
          </p:cNvPr>
          <p:cNvSpPr/>
          <p:nvPr/>
        </p:nvSpPr>
        <p:spPr>
          <a:xfrm>
            <a:off x="4507117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9" name="Rectangle 588">
            <a:extLst>
              <a:ext uri="{FF2B5EF4-FFF2-40B4-BE49-F238E27FC236}">
                <a16:creationId xmlns:a16="http://schemas.microsoft.com/office/drawing/2014/main" id="{E111F8A7-7DAB-F7B9-A8A2-0C03F535C5AF}"/>
              </a:ext>
            </a:extLst>
          </p:cNvPr>
          <p:cNvSpPr/>
          <p:nvPr/>
        </p:nvSpPr>
        <p:spPr>
          <a:xfrm>
            <a:off x="4764909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0" name="Rectangle 589">
            <a:extLst>
              <a:ext uri="{FF2B5EF4-FFF2-40B4-BE49-F238E27FC236}">
                <a16:creationId xmlns:a16="http://schemas.microsoft.com/office/drawing/2014/main" id="{B2F8FCEF-5AA1-0CE5-008A-5927DD0B206D}"/>
              </a:ext>
            </a:extLst>
          </p:cNvPr>
          <p:cNvSpPr/>
          <p:nvPr/>
        </p:nvSpPr>
        <p:spPr>
          <a:xfrm>
            <a:off x="5022700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1" name="Rectangle 590">
            <a:extLst>
              <a:ext uri="{FF2B5EF4-FFF2-40B4-BE49-F238E27FC236}">
                <a16:creationId xmlns:a16="http://schemas.microsoft.com/office/drawing/2014/main" id="{E3D2A3E0-AAE2-B414-EDD0-585DED50EF2C}"/>
              </a:ext>
            </a:extLst>
          </p:cNvPr>
          <p:cNvSpPr/>
          <p:nvPr/>
        </p:nvSpPr>
        <p:spPr>
          <a:xfrm>
            <a:off x="5280493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2" name="Rectangle 591">
            <a:extLst>
              <a:ext uri="{FF2B5EF4-FFF2-40B4-BE49-F238E27FC236}">
                <a16:creationId xmlns:a16="http://schemas.microsoft.com/office/drawing/2014/main" id="{99BC6536-71C9-6E86-BECE-76B14916BB2C}"/>
              </a:ext>
            </a:extLst>
          </p:cNvPr>
          <p:cNvSpPr/>
          <p:nvPr/>
        </p:nvSpPr>
        <p:spPr>
          <a:xfrm>
            <a:off x="5538284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4" name="Arc 593">
            <a:extLst>
              <a:ext uri="{FF2B5EF4-FFF2-40B4-BE49-F238E27FC236}">
                <a16:creationId xmlns:a16="http://schemas.microsoft.com/office/drawing/2014/main" id="{2E3937DD-6E43-5CAE-CB3E-49F668FA69A3}"/>
              </a:ext>
            </a:extLst>
          </p:cNvPr>
          <p:cNvSpPr/>
          <p:nvPr/>
        </p:nvSpPr>
        <p:spPr>
          <a:xfrm>
            <a:off x="5672190" y="5962065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5" name="TextBox 594">
            <a:extLst>
              <a:ext uri="{FF2B5EF4-FFF2-40B4-BE49-F238E27FC236}">
                <a16:creationId xmlns:a16="http://schemas.microsoft.com/office/drawing/2014/main" id="{AA2FDBE1-821E-18B0-18A5-1E81BC7999F5}"/>
              </a:ext>
            </a:extLst>
          </p:cNvPr>
          <p:cNvSpPr txBox="1"/>
          <p:nvPr/>
        </p:nvSpPr>
        <p:spPr>
          <a:xfrm>
            <a:off x="5978421" y="5965231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×100</a:t>
            </a:r>
          </a:p>
        </p:txBody>
      </p:sp>
      <p:sp>
        <p:nvSpPr>
          <p:cNvPr id="596" name="Arc 595">
            <a:extLst>
              <a:ext uri="{FF2B5EF4-FFF2-40B4-BE49-F238E27FC236}">
                <a16:creationId xmlns:a16="http://schemas.microsoft.com/office/drawing/2014/main" id="{92E71B9C-430A-9440-B042-7613D54A7132}"/>
              </a:ext>
            </a:extLst>
          </p:cNvPr>
          <p:cNvSpPr/>
          <p:nvPr/>
        </p:nvSpPr>
        <p:spPr>
          <a:xfrm>
            <a:off x="8880845" y="5585828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7" name="TextBox 596">
            <a:extLst>
              <a:ext uri="{FF2B5EF4-FFF2-40B4-BE49-F238E27FC236}">
                <a16:creationId xmlns:a16="http://schemas.microsoft.com/office/drawing/2014/main" id="{CA97D6F8-8DF4-1FFF-B087-EAE20282D19F}"/>
              </a:ext>
            </a:extLst>
          </p:cNvPr>
          <p:cNvSpPr txBox="1"/>
          <p:nvPr/>
        </p:nvSpPr>
        <p:spPr>
          <a:xfrm>
            <a:off x="9187076" y="5576786"/>
            <a:ext cx="6543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×10 000</a:t>
            </a:r>
          </a:p>
        </p:txBody>
      </p:sp>
      <p:sp>
        <p:nvSpPr>
          <p:cNvPr id="598" name="TextBox 597">
            <a:extLst>
              <a:ext uri="{FF2B5EF4-FFF2-40B4-BE49-F238E27FC236}">
                <a16:creationId xmlns:a16="http://schemas.microsoft.com/office/drawing/2014/main" id="{FEBCF49B-C8C7-2BD7-0E39-B9D57D82DE81}"/>
              </a:ext>
            </a:extLst>
          </p:cNvPr>
          <p:cNvSpPr txBox="1"/>
          <p:nvPr/>
        </p:nvSpPr>
        <p:spPr>
          <a:xfrm>
            <a:off x="6649283" y="5443878"/>
            <a:ext cx="3161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</a:t>
            </a: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599" name="Rectangle 598">
            <a:extLst>
              <a:ext uri="{FF2B5EF4-FFF2-40B4-BE49-F238E27FC236}">
                <a16:creationId xmlns:a16="http://schemas.microsoft.com/office/drawing/2014/main" id="{94D14DB2-0098-1241-4B2F-BE32D6CDD9A1}"/>
              </a:ext>
            </a:extLst>
          </p:cNvPr>
          <p:cNvSpPr/>
          <p:nvPr/>
        </p:nvSpPr>
        <p:spPr>
          <a:xfrm>
            <a:off x="6942396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0" name="Rectangle 599">
            <a:extLst>
              <a:ext uri="{FF2B5EF4-FFF2-40B4-BE49-F238E27FC236}">
                <a16:creationId xmlns:a16="http://schemas.microsoft.com/office/drawing/2014/main" id="{114DCDA3-07A7-1E58-1494-BE29407BAFDC}"/>
              </a:ext>
            </a:extLst>
          </p:cNvPr>
          <p:cNvSpPr/>
          <p:nvPr/>
        </p:nvSpPr>
        <p:spPr>
          <a:xfrm>
            <a:off x="7200188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1" name="Rectangle 600">
            <a:extLst>
              <a:ext uri="{FF2B5EF4-FFF2-40B4-BE49-F238E27FC236}">
                <a16:creationId xmlns:a16="http://schemas.microsoft.com/office/drawing/2014/main" id="{165E0B95-3CB6-7092-1A9F-2630152CD231}"/>
              </a:ext>
            </a:extLst>
          </p:cNvPr>
          <p:cNvSpPr/>
          <p:nvPr/>
        </p:nvSpPr>
        <p:spPr>
          <a:xfrm>
            <a:off x="7457980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2" name="Rectangle 601">
            <a:extLst>
              <a:ext uri="{FF2B5EF4-FFF2-40B4-BE49-F238E27FC236}">
                <a16:creationId xmlns:a16="http://schemas.microsoft.com/office/drawing/2014/main" id="{C10F2A6D-17B2-BC5F-115B-B926E2C7950C}"/>
              </a:ext>
            </a:extLst>
          </p:cNvPr>
          <p:cNvSpPr/>
          <p:nvPr/>
        </p:nvSpPr>
        <p:spPr>
          <a:xfrm>
            <a:off x="7715772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3" name="Rectangle 602">
            <a:extLst>
              <a:ext uri="{FF2B5EF4-FFF2-40B4-BE49-F238E27FC236}">
                <a16:creationId xmlns:a16="http://schemas.microsoft.com/office/drawing/2014/main" id="{2B5523CE-B003-CAAB-E445-BE75C0262537}"/>
              </a:ext>
            </a:extLst>
          </p:cNvPr>
          <p:cNvSpPr/>
          <p:nvPr/>
        </p:nvSpPr>
        <p:spPr>
          <a:xfrm>
            <a:off x="7973564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</a:t>
            </a:r>
          </a:p>
        </p:txBody>
      </p:sp>
      <p:sp>
        <p:nvSpPr>
          <p:cNvPr id="604" name="Rectangle 603">
            <a:extLst>
              <a:ext uri="{FF2B5EF4-FFF2-40B4-BE49-F238E27FC236}">
                <a16:creationId xmlns:a16="http://schemas.microsoft.com/office/drawing/2014/main" id="{088AC3A7-CC41-DDB8-F3A1-B68ADE8E8E74}"/>
              </a:ext>
            </a:extLst>
          </p:cNvPr>
          <p:cNvSpPr/>
          <p:nvPr/>
        </p:nvSpPr>
        <p:spPr>
          <a:xfrm>
            <a:off x="8231355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</a:t>
            </a:r>
          </a:p>
        </p:txBody>
      </p:sp>
      <p:sp>
        <p:nvSpPr>
          <p:cNvPr id="605" name="Rectangle 604">
            <a:extLst>
              <a:ext uri="{FF2B5EF4-FFF2-40B4-BE49-F238E27FC236}">
                <a16:creationId xmlns:a16="http://schemas.microsoft.com/office/drawing/2014/main" id="{004E8F62-74EE-C7E5-329D-BE75FDEAA59F}"/>
              </a:ext>
            </a:extLst>
          </p:cNvPr>
          <p:cNvSpPr/>
          <p:nvPr/>
        </p:nvSpPr>
        <p:spPr>
          <a:xfrm>
            <a:off x="8489148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606" name="Rectangle 605">
            <a:extLst>
              <a:ext uri="{FF2B5EF4-FFF2-40B4-BE49-F238E27FC236}">
                <a16:creationId xmlns:a16="http://schemas.microsoft.com/office/drawing/2014/main" id="{B57C10CA-24AA-3761-2EB6-FD3F458FA220}"/>
              </a:ext>
            </a:extLst>
          </p:cNvPr>
          <p:cNvSpPr/>
          <p:nvPr/>
        </p:nvSpPr>
        <p:spPr>
          <a:xfrm>
            <a:off x="8746939" y="545749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</a:p>
        </p:txBody>
      </p:sp>
      <p:sp>
        <p:nvSpPr>
          <p:cNvPr id="607" name="Oval 606">
            <a:extLst>
              <a:ext uri="{FF2B5EF4-FFF2-40B4-BE49-F238E27FC236}">
                <a16:creationId xmlns:a16="http://schemas.microsoft.com/office/drawing/2014/main" id="{4D3A883B-4AFE-9EA8-2D37-EB4CC4C48837}"/>
              </a:ext>
            </a:extLst>
          </p:cNvPr>
          <p:cNvSpPr/>
          <p:nvPr/>
        </p:nvSpPr>
        <p:spPr>
          <a:xfrm>
            <a:off x="8205778" y="5566778"/>
            <a:ext cx="52388" cy="5238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1" i="0" u="none" strike="noStrike" kern="1200" cap="none" spc="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8" name="Rectangle 607">
            <a:extLst>
              <a:ext uri="{FF2B5EF4-FFF2-40B4-BE49-F238E27FC236}">
                <a16:creationId xmlns:a16="http://schemas.microsoft.com/office/drawing/2014/main" id="{0621CF6D-212F-A318-1C12-545B62A5C2B3}"/>
              </a:ext>
            </a:extLst>
          </p:cNvPr>
          <p:cNvSpPr/>
          <p:nvPr/>
        </p:nvSpPr>
        <p:spPr>
          <a:xfrm>
            <a:off x="6942396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9" name="Rectangle 608">
            <a:extLst>
              <a:ext uri="{FF2B5EF4-FFF2-40B4-BE49-F238E27FC236}">
                <a16:creationId xmlns:a16="http://schemas.microsoft.com/office/drawing/2014/main" id="{34154D7E-8690-BE5D-3AF9-8FFB0D60CFD0}"/>
              </a:ext>
            </a:extLst>
          </p:cNvPr>
          <p:cNvSpPr/>
          <p:nvPr/>
        </p:nvSpPr>
        <p:spPr>
          <a:xfrm>
            <a:off x="7200188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0" name="Rectangle 609">
            <a:extLst>
              <a:ext uri="{FF2B5EF4-FFF2-40B4-BE49-F238E27FC236}">
                <a16:creationId xmlns:a16="http://schemas.microsoft.com/office/drawing/2014/main" id="{23456E40-74DA-20C3-F2C1-C93980EB9CEB}"/>
              </a:ext>
            </a:extLst>
          </p:cNvPr>
          <p:cNvSpPr/>
          <p:nvPr/>
        </p:nvSpPr>
        <p:spPr>
          <a:xfrm>
            <a:off x="7457980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1" name="Rectangle 610">
            <a:extLst>
              <a:ext uri="{FF2B5EF4-FFF2-40B4-BE49-F238E27FC236}">
                <a16:creationId xmlns:a16="http://schemas.microsoft.com/office/drawing/2014/main" id="{269DC048-F32E-7C59-8978-838608CB8502}"/>
              </a:ext>
            </a:extLst>
          </p:cNvPr>
          <p:cNvSpPr/>
          <p:nvPr/>
        </p:nvSpPr>
        <p:spPr>
          <a:xfrm>
            <a:off x="7715772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2" name="Rectangle 611">
            <a:extLst>
              <a:ext uri="{FF2B5EF4-FFF2-40B4-BE49-F238E27FC236}">
                <a16:creationId xmlns:a16="http://schemas.microsoft.com/office/drawing/2014/main" id="{8DB00E1E-38E4-B275-1C7C-3341DE61480D}"/>
              </a:ext>
            </a:extLst>
          </p:cNvPr>
          <p:cNvSpPr/>
          <p:nvPr/>
        </p:nvSpPr>
        <p:spPr>
          <a:xfrm>
            <a:off x="7973564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3" name="Rectangle 612">
            <a:extLst>
              <a:ext uri="{FF2B5EF4-FFF2-40B4-BE49-F238E27FC236}">
                <a16:creationId xmlns:a16="http://schemas.microsoft.com/office/drawing/2014/main" id="{24490C70-AF91-7E17-AB94-C3DAD7E97605}"/>
              </a:ext>
            </a:extLst>
          </p:cNvPr>
          <p:cNvSpPr/>
          <p:nvPr/>
        </p:nvSpPr>
        <p:spPr>
          <a:xfrm>
            <a:off x="8231355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4" name="Rectangle 613">
            <a:extLst>
              <a:ext uri="{FF2B5EF4-FFF2-40B4-BE49-F238E27FC236}">
                <a16:creationId xmlns:a16="http://schemas.microsoft.com/office/drawing/2014/main" id="{4B13C6DA-C8D6-E14F-ACC4-E6D90C218DBB}"/>
              </a:ext>
            </a:extLst>
          </p:cNvPr>
          <p:cNvSpPr/>
          <p:nvPr/>
        </p:nvSpPr>
        <p:spPr>
          <a:xfrm>
            <a:off x="8489148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5" name="Rectangle 614">
            <a:extLst>
              <a:ext uri="{FF2B5EF4-FFF2-40B4-BE49-F238E27FC236}">
                <a16:creationId xmlns:a16="http://schemas.microsoft.com/office/drawing/2014/main" id="{27B7FB72-244B-6A0E-DCE6-14D4ABD33A58}"/>
              </a:ext>
            </a:extLst>
          </p:cNvPr>
          <p:cNvSpPr/>
          <p:nvPr/>
        </p:nvSpPr>
        <p:spPr>
          <a:xfrm>
            <a:off x="8746939" y="5790869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7" name="Rectangle 616">
            <a:extLst>
              <a:ext uri="{FF2B5EF4-FFF2-40B4-BE49-F238E27FC236}">
                <a16:creationId xmlns:a16="http://schemas.microsoft.com/office/drawing/2014/main" id="{87C375EB-CF32-21D7-87EF-4E7906BE17E5}"/>
              </a:ext>
            </a:extLst>
          </p:cNvPr>
          <p:cNvSpPr/>
          <p:nvPr/>
        </p:nvSpPr>
        <p:spPr>
          <a:xfrm>
            <a:off x="6942396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8" name="Rectangle 617">
            <a:extLst>
              <a:ext uri="{FF2B5EF4-FFF2-40B4-BE49-F238E27FC236}">
                <a16:creationId xmlns:a16="http://schemas.microsoft.com/office/drawing/2014/main" id="{E334E1B5-3151-9351-F283-A9A1ED65EE77}"/>
              </a:ext>
            </a:extLst>
          </p:cNvPr>
          <p:cNvSpPr/>
          <p:nvPr/>
        </p:nvSpPr>
        <p:spPr>
          <a:xfrm>
            <a:off x="7200188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9" name="Rectangle 618">
            <a:extLst>
              <a:ext uri="{FF2B5EF4-FFF2-40B4-BE49-F238E27FC236}">
                <a16:creationId xmlns:a16="http://schemas.microsoft.com/office/drawing/2014/main" id="{7DC598F9-3489-C959-809C-B31288C7FFF2}"/>
              </a:ext>
            </a:extLst>
          </p:cNvPr>
          <p:cNvSpPr/>
          <p:nvPr/>
        </p:nvSpPr>
        <p:spPr>
          <a:xfrm>
            <a:off x="7457980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0" name="Rectangle 619">
            <a:extLst>
              <a:ext uri="{FF2B5EF4-FFF2-40B4-BE49-F238E27FC236}">
                <a16:creationId xmlns:a16="http://schemas.microsoft.com/office/drawing/2014/main" id="{681EC98F-B941-4143-8CC5-B63202FC6864}"/>
              </a:ext>
            </a:extLst>
          </p:cNvPr>
          <p:cNvSpPr/>
          <p:nvPr/>
        </p:nvSpPr>
        <p:spPr>
          <a:xfrm>
            <a:off x="7715772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1" name="Rectangle 620">
            <a:extLst>
              <a:ext uri="{FF2B5EF4-FFF2-40B4-BE49-F238E27FC236}">
                <a16:creationId xmlns:a16="http://schemas.microsoft.com/office/drawing/2014/main" id="{6CAA7E9E-F825-6B8E-F2FF-506D8263610C}"/>
              </a:ext>
            </a:extLst>
          </p:cNvPr>
          <p:cNvSpPr/>
          <p:nvPr/>
        </p:nvSpPr>
        <p:spPr>
          <a:xfrm>
            <a:off x="7973564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2" name="Rectangle 621">
            <a:extLst>
              <a:ext uri="{FF2B5EF4-FFF2-40B4-BE49-F238E27FC236}">
                <a16:creationId xmlns:a16="http://schemas.microsoft.com/office/drawing/2014/main" id="{881A5E93-40F4-6C50-C14D-7DFDB9BEEE05}"/>
              </a:ext>
            </a:extLst>
          </p:cNvPr>
          <p:cNvSpPr/>
          <p:nvPr/>
        </p:nvSpPr>
        <p:spPr>
          <a:xfrm>
            <a:off x="8231355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3" name="Rectangle 622">
            <a:extLst>
              <a:ext uri="{FF2B5EF4-FFF2-40B4-BE49-F238E27FC236}">
                <a16:creationId xmlns:a16="http://schemas.microsoft.com/office/drawing/2014/main" id="{902BD2E1-EECB-22DB-3803-6323CF746297}"/>
              </a:ext>
            </a:extLst>
          </p:cNvPr>
          <p:cNvSpPr/>
          <p:nvPr/>
        </p:nvSpPr>
        <p:spPr>
          <a:xfrm>
            <a:off x="8489148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4" name="Rectangle 623">
            <a:extLst>
              <a:ext uri="{FF2B5EF4-FFF2-40B4-BE49-F238E27FC236}">
                <a16:creationId xmlns:a16="http://schemas.microsoft.com/office/drawing/2014/main" id="{D35441A4-40CB-EF59-EB55-E6567EA506CD}"/>
              </a:ext>
            </a:extLst>
          </p:cNvPr>
          <p:cNvSpPr/>
          <p:nvPr/>
        </p:nvSpPr>
        <p:spPr>
          <a:xfrm>
            <a:off x="8746939" y="6124244"/>
            <a:ext cx="257792" cy="25779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6" name="Arc 625">
            <a:extLst>
              <a:ext uri="{FF2B5EF4-FFF2-40B4-BE49-F238E27FC236}">
                <a16:creationId xmlns:a16="http://schemas.microsoft.com/office/drawing/2014/main" id="{D16088E4-FF58-4FC9-34D6-DFF4C7549235}"/>
              </a:ext>
            </a:extLst>
          </p:cNvPr>
          <p:cNvSpPr/>
          <p:nvPr/>
        </p:nvSpPr>
        <p:spPr>
          <a:xfrm>
            <a:off x="8880845" y="5962065"/>
            <a:ext cx="364392" cy="280165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7" name="TextBox 626">
            <a:extLst>
              <a:ext uri="{FF2B5EF4-FFF2-40B4-BE49-F238E27FC236}">
                <a16:creationId xmlns:a16="http://schemas.microsoft.com/office/drawing/2014/main" id="{0657D18F-7FCD-8F9C-9E3B-9A379C2296BD}"/>
              </a:ext>
            </a:extLst>
          </p:cNvPr>
          <p:cNvSpPr txBox="1"/>
          <p:nvPr/>
        </p:nvSpPr>
        <p:spPr>
          <a:xfrm>
            <a:off x="9187076" y="5965231"/>
            <a:ext cx="5757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÷1000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28" name="TextBox 627">
                <a:extLst>
                  <a:ext uri="{FF2B5EF4-FFF2-40B4-BE49-F238E27FC236}">
                    <a16:creationId xmlns:a16="http://schemas.microsoft.com/office/drawing/2014/main" id="{CE2540EF-86B3-8C02-E759-80E2B53BF908}"/>
                  </a:ext>
                </a:extLst>
              </p:cNvPr>
              <p:cNvSpPr txBox="1"/>
              <p:nvPr/>
            </p:nvSpPr>
            <p:spPr>
              <a:xfrm>
                <a:off x="3588776" y="6522183"/>
                <a:ext cx="252825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y-KG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п</a:t>
                </a:r>
                <a:r>
                  <a:rPr kumimoji="0" lang="en-GB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)  4,02 </a:t>
                </a:r>
                <a14:m>
                  <m:oMath xmlns:m="http://schemas.openxmlformats.org/officeDocument/2006/math">
                    <m:r>
                      <a:rPr kumimoji="0" lang="en-GB" sz="12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÷</m:t>
                    </m:r>
                  </m:oMath>
                </a14:m>
                <a:r>
                  <a:rPr kumimoji="0" lang="en-GB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10 × 1000 = ____________</a:t>
                </a:r>
              </a:p>
            </p:txBody>
          </p:sp>
        </mc:Choice>
        <mc:Fallback>
          <p:sp>
            <p:nvSpPr>
              <p:cNvPr id="628" name="TextBox 627">
                <a:extLst>
                  <a:ext uri="{FF2B5EF4-FFF2-40B4-BE49-F238E27FC236}">
                    <a16:creationId xmlns:a16="http://schemas.microsoft.com/office/drawing/2014/main" id="{CE2540EF-86B3-8C02-E759-80E2B53BF9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8776" y="6522183"/>
                <a:ext cx="2528256" cy="276999"/>
              </a:xfrm>
              <a:prstGeom prst="rect">
                <a:avLst/>
              </a:prstGeom>
              <a:blipFill>
                <a:blip r:embed="rId3"/>
                <a:stretch>
                  <a:fillRect l="-242" t="-2222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9" name="TextBox 628">
                <a:extLst>
                  <a:ext uri="{FF2B5EF4-FFF2-40B4-BE49-F238E27FC236}">
                    <a16:creationId xmlns:a16="http://schemas.microsoft.com/office/drawing/2014/main" id="{168C2E00-E8D3-F5EC-33E9-7F84FED39191}"/>
                  </a:ext>
                </a:extLst>
              </p:cNvPr>
              <p:cNvSpPr txBox="1"/>
              <p:nvPr/>
            </p:nvSpPr>
            <p:spPr>
              <a:xfrm>
                <a:off x="6955431" y="6522183"/>
                <a:ext cx="268535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y-KG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р</a:t>
                </a:r>
                <a:r>
                  <a:rPr kumimoji="0" lang="en-GB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)  108,7 </a:t>
                </a:r>
                <a14:m>
                  <m:oMath xmlns:m="http://schemas.openxmlformats.org/officeDocument/2006/math">
                    <m:r>
                      <a:rPr kumimoji="0" lang="en-GB" sz="12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÷</m:t>
                    </m:r>
                  </m:oMath>
                </a14:m>
                <a:r>
                  <a:rPr kumimoji="0" lang="en-GB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1000 × 100 = ____________</a:t>
                </a:r>
              </a:p>
            </p:txBody>
          </p:sp>
        </mc:Choice>
        <mc:Fallback>
          <p:sp>
            <p:nvSpPr>
              <p:cNvPr id="629" name="TextBox 628">
                <a:extLst>
                  <a:ext uri="{FF2B5EF4-FFF2-40B4-BE49-F238E27FC236}">
                    <a16:creationId xmlns:a16="http://schemas.microsoft.com/office/drawing/2014/main" id="{168C2E00-E8D3-F5EC-33E9-7F84FED391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5431" y="6522183"/>
                <a:ext cx="2685351" cy="276999"/>
              </a:xfrm>
              <a:prstGeom prst="rect">
                <a:avLst/>
              </a:prstGeom>
              <a:blipFill>
                <a:blip r:embed="rId4"/>
                <a:stretch>
                  <a:fillRect l="-227" t="-2222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Arc 1">
            <a:extLst>
              <a:ext uri="{FF2B5EF4-FFF2-40B4-BE49-F238E27FC236}">
                <a16:creationId xmlns:a16="http://schemas.microsoft.com/office/drawing/2014/main" id="{1F1B8B01-2347-435B-6958-730EEA052CB7}"/>
              </a:ext>
            </a:extLst>
          </p:cNvPr>
          <p:cNvSpPr/>
          <p:nvPr/>
        </p:nvSpPr>
        <p:spPr>
          <a:xfrm>
            <a:off x="2435753" y="505027"/>
            <a:ext cx="599548" cy="653848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179103-1F01-5DCA-CF9D-A0F1FB395183}"/>
              </a:ext>
            </a:extLst>
          </p:cNvPr>
          <p:cNvSpPr txBox="1"/>
          <p:nvPr/>
        </p:nvSpPr>
        <p:spPr>
          <a:xfrm>
            <a:off x="2983284" y="680135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×100</a:t>
            </a:r>
          </a:p>
        </p:txBody>
      </p:sp>
      <p:sp>
        <p:nvSpPr>
          <p:cNvPr id="5" name="Arc 4">
            <a:extLst>
              <a:ext uri="{FF2B5EF4-FFF2-40B4-BE49-F238E27FC236}">
                <a16:creationId xmlns:a16="http://schemas.microsoft.com/office/drawing/2014/main" id="{A9758551-DF10-967C-F3EC-556049B03F79}"/>
              </a:ext>
            </a:extLst>
          </p:cNvPr>
          <p:cNvSpPr/>
          <p:nvPr/>
        </p:nvSpPr>
        <p:spPr>
          <a:xfrm>
            <a:off x="8455553" y="505027"/>
            <a:ext cx="599548" cy="653848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195A07-01BB-B1EA-2DE9-816595E2D53A}"/>
              </a:ext>
            </a:extLst>
          </p:cNvPr>
          <p:cNvSpPr txBox="1"/>
          <p:nvPr/>
        </p:nvSpPr>
        <p:spPr>
          <a:xfrm>
            <a:off x="9003084" y="680135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÷100</a:t>
            </a:r>
          </a:p>
        </p:txBody>
      </p:sp>
      <p:sp>
        <p:nvSpPr>
          <p:cNvPr id="9" name="Arc 8">
            <a:extLst>
              <a:ext uri="{FF2B5EF4-FFF2-40B4-BE49-F238E27FC236}">
                <a16:creationId xmlns:a16="http://schemas.microsoft.com/office/drawing/2014/main" id="{F767863B-1232-EEF2-3833-9C5962353C77}"/>
              </a:ext>
            </a:extLst>
          </p:cNvPr>
          <p:cNvSpPr/>
          <p:nvPr/>
        </p:nvSpPr>
        <p:spPr>
          <a:xfrm>
            <a:off x="2581803" y="1749627"/>
            <a:ext cx="599548" cy="653848"/>
          </a:xfrm>
          <a:prstGeom prst="arc">
            <a:avLst>
              <a:gd name="adj1" fmla="val 16200000"/>
              <a:gd name="adj2" fmla="val 54354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47CBE1B-F5CA-78D3-90FC-15646DAF483B}"/>
              </a:ext>
            </a:extLst>
          </p:cNvPr>
          <p:cNvSpPr txBox="1"/>
          <p:nvPr/>
        </p:nvSpPr>
        <p:spPr>
          <a:xfrm>
            <a:off x="3129334" y="1924735"/>
            <a:ext cx="5757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×1000</a:t>
            </a:r>
          </a:p>
        </p:txBody>
      </p:sp>
    </p:spTree>
    <p:extLst>
      <p:ext uri="{BB962C8B-B14F-4D97-AF65-F5344CB8AC3E}">
        <p14:creationId xmlns:p14="http://schemas.microsoft.com/office/powerpoint/2010/main" val="13841419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5B66F5C-9D8A-E1EB-5D98-706378E297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776326" y="958087"/>
            <a:ext cx="6687416" cy="477124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15110F2-7DDC-8AB2-5E37-53184AB848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061685" y="1078513"/>
            <a:ext cx="6858000" cy="4700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7870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76CDD9D-55A2-032D-A9D8-50AEEA316A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4889499" cy="329738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060D7E8-2F05-CEB9-FFA5-8E9E216E5B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0"/>
            <a:ext cx="4953000" cy="32973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DFE12E9-87EB-450C-6746-31A34CAB27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60617"/>
            <a:ext cx="4889499" cy="329738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52FF5F0-FBAA-057E-EFD6-8D9B453576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3560616"/>
            <a:ext cx="4953000" cy="3297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2123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788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26820678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bg1">
              <a:lumMod val="50000"/>
            </a:schemeClr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2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bg1">
              <a:lumMod val="50000"/>
            </a:schemeClr>
          </a:solidFill>
          <a:headEnd type="arrow" w="med" len="med"/>
          <a:tailEnd type="arrow"/>
        </a:ln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2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10995</TotalTime>
  <Words>907</Words>
  <Application>Microsoft Office PowerPoint</Application>
  <PresentationFormat>A4 Paper (210x297 mm)</PresentationFormat>
  <Paragraphs>553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system-ui</vt:lpstr>
      <vt:lpstr>Cambria Math</vt:lpstr>
      <vt:lpstr>Calibri Light</vt:lpstr>
      <vt:lpstr>Arial</vt:lpstr>
      <vt:lpstr>Calibri</vt:lpstr>
      <vt:lpstr>Cooper Black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571</cp:revision>
  <cp:lastPrinted>2023-07-25T10:48:59Z</cp:lastPrinted>
  <dcterms:created xsi:type="dcterms:W3CDTF">2017-01-17T16:57:04Z</dcterms:created>
  <dcterms:modified xsi:type="dcterms:W3CDTF">2024-08-21T09:28:46Z</dcterms:modified>
</cp:coreProperties>
</file>