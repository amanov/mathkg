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D90A989D-9185-49BE-A48D-EE16E4930DA2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66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кошуу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40" y="30481"/>
            <a:ext cx="4888640" cy="67767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" y="30480"/>
            <a:ext cx="4888640" cy="677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16485" y="1090685"/>
            <a:ext cx="6783799" cy="4669550"/>
            <a:chOff x="40640" y="30480"/>
            <a:chExt cx="9845040" cy="677672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34636" y="1090686"/>
            <a:ext cx="6783799" cy="4669550"/>
            <a:chOff x="40640" y="30480"/>
            <a:chExt cx="9845040" cy="677672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7040" y="30481"/>
              <a:ext cx="4888640" cy="67767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640" y="30480"/>
              <a:ext cx="4888640" cy="6776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0"/>
            <a:ext cx="785812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26891AD-74E1-0389-0D1E-E4F1E3C0E4B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2024-08-26T17:45:23Z</cp:lastPrinted>
  <dcterms:created xsi:type="dcterms:W3CDTF">2017-01-17T16:57:04Z</dcterms:created>
  <dcterms:modified xsi:type="dcterms:W3CDTF">2024-08-26T17:48:00Z</dcterms:modified>
</cp:coreProperties>
</file>