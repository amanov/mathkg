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943" r:id="rId2"/>
    <p:sldId id="281" r:id="rId3"/>
    <p:sldId id="944" r:id="rId4"/>
    <p:sldId id="939" r:id="rId5"/>
    <p:sldId id="941" r:id="rId6"/>
    <p:sldId id="833" r:id="rId7"/>
    <p:sldId id="942" r:id="rId8"/>
    <p:sldId id="834" r:id="rId9"/>
    <p:sldId id="940" r:id="rId10"/>
    <p:sldId id="945" r:id="rId11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3"/>
            <p14:sldId id="281"/>
          </p14:sldIdLst>
        </p14:section>
        <p14:section name="Титулдук слайд" id="{D90A989D-9185-49BE-A48D-EE16E4930DA2}">
          <p14:sldIdLst>
            <p14:sldId id="944"/>
          </p14:sldIdLst>
        </p14:section>
        <p14:section name="Толук бет курак" id="{531F805A-1DCC-40B3-8FB9-6E08FCFE2E5B}">
          <p14:sldIdLst>
            <p14:sldId id="939"/>
            <p14:sldId id="941"/>
          </p14:sldIdLst>
        </p14:section>
        <p14:section name="Жарым бет курак" id="{5DF08072-BA7F-4529-9AD7-1EC420FF613B}">
          <p14:sldIdLst>
            <p14:sldId id="833"/>
            <p14:sldId id="942"/>
          </p14:sldIdLst>
        </p14:section>
        <p14:section name="Жообу" id="{56223EB8-1375-4DC7-8A6D-5C55890171F0}">
          <p14:sldIdLst>
            <p14:sldId id="834"/>
            <p14:sldId id="940"/>
          </p14:sldIdLst>
        </p14:section>
        <p14:section name="Кайтарым байланыш" id="{09321E3B-DF6D-463F-B0B7-51F1A49F3708}">
          <p14:sldIdLst>
            <p14:sldId id="9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9/23/2024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251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 сан – Орундук мааниси –– Тарсиа  Курак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3248FBF-0BF9-42E7-B14B-3FEB8DFC98AB}"/>
              </a:ext>
            </a:extLst>
          </p:cNvPr>
          <p:cNvGrpSpPr/>
          <p:nvPr/>
        </p:nvGrpSpPr>
        <p:grpSpPr>
          <a:xfrm>
            <a:off x="3905026" y="1668294"/>
            <a:ext cx="5790717" cy="5009015"/>
            <a:chOff x="1323701" y="62985"/>
            <a:chExt cx="7236280" cy="625943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5E6081-D11B-4361-9F4E-5B678F141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2848" y="62985"/>
              <a:ext cx="5560304" cy="470262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E5852DF-E692-43D7-9478-F6B6F5AC9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23701" y="4739487"/>
              <a:ext cx="7236280" cy="15829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116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BD570E-9B43-4BC8-9B44-0C840F0AA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421" y="0"/>
            <a:ext cx="497105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6462AE-8CFA-4F51-AD0B-E3D688D3B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" y="0"/>
            <a:ext cx="494948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E2FF85-3B25-4DFA-9F75-E1EF65E436AB}"/>
              </a:ext>
            </a:extLst>
          </p:cNvPr>
          <p:cNvSpPr txBox="1"/>
          <p:nvPr/>
        </p:nvSpPr>
        <p:spPr>
          <a:xfrm>
            <a:off x="2810708" y="4690"/>
            <a:ext cx="4322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асты сызылган ондук үчүн сандардын мааниси кандай?</a:t>
            </a:r>
          </a:p>
          <a:p>
            <a:pPr algn="ctr"/>
            <a:r>
              <a:rPr lang="ky-KG" sz="1200" dirty="0"/>
              <a:t>Бул маанини бөлчөккө айландыр.</a:t>
            </a:r>
            <a:endParaRPr lang="en-GB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029AE-CFDD-408C-A86F-D99ABD6F35AE}"/>
              </a:ext>
            </a:extLst>
          </p:cNvPr>
          <p:cNvSpPr txBox="1"/>
          <p:nvPr/>
        </p:nvSpPr>
        <p:spPr>
          <a:xfrm>
            <a:off x="9346673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38B75E-A816-4B37-99D4-AA5A54D28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94377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4A61851-9906-4D06-A708-4F6E6881B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" y="0"/>
            <a:ext cx="494727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9603D7-6B42-49D5-8CB3-AE663AB5E02A}"/>
              </a:ext>
            </a:extLst>
          </p:cNvPr>
          <p:cNvSpPr txBox="1"/>
          <p:nvPr/>
        </p:nvSpPr>
        <p:spPr>
          <a:xfrm>
            <a:off x="2794413" y="70338"/>
            <a:ext cx="4322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Ар бир асты сызылган ондук үчүн сандардын мааниси кандай?</a:t>
            </a:r>
          </a:p>
          <a:p>
            <a:pPr algn="ctr"/>
            <a:r>
              <a:rPr lang="ky-KG" sz="1200" dirty="0"/>
              <a:t>Бул маанини бөлчөккө айландыр </a:t>
            </a:r>
          </a:p>
          <a:p>
            <a:pPr algn="ctr"/>
            <a:r>
              <a:rPr lang="ky-KG" sz="1200" dirty="0"/>
              <a:t>жана жөнөкөйлөштүр.</a:t>
            </a:r>
            <a:endParaRPr lang="en-GB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F695D1-E263-47C1-8C43-69E8B27F2998}"/>
              </a:ext>
            </a:extLst>
          </p:cNvPr>
          <p:cNvSpPr txBox="1"/>
          <p:nvPr/>
        </p:nvSpPr>
        <p:spPr>
          <a:xfrm>
            <a:off x="9346673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09601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9596CF0-F221-448D-BF1F-CBE6425139C0}"/>
              </a:ext>
            </a:extLst>
          </p:cNvPr>
          <p:cNvSpPr txBox="1"/>
          <p:nvPr/>
        </p:nvSpPr>
        <p:spPr>
          <a:xfrm rot="16200000">
            <a:off x="5109952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DE58A8-6C82-4F82-9262-F72BBC4D93D3}"/>
              </a:ext>
            </a:extLst>
          </p:cNvPr>
          <p:cNvSpPr txBox="1"/>
          <p:nvPr/>
        </p:nvSpPr>
        <p:spPr>
          <a:xfrm rot="16200000">
            <a:off x="-31009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B13D8F-0D9D-BB9B-35C2-497A83EA4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29699" y="1031516"/>
            <a:ext cx="6750749" cy="482160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BF83B6-635E-CD10-2437-E5746FDF1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84951" y="1031516"/>
            <a:ext cx="6750749" cy="482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378F643-C010-4EA4-9382-AC37B31D727E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22B2D15-7A94-4184-8C0C-09532D2E7C74}"/>
              </a:ext>
            </a:extLst>
          </p:cNvPr>
          <p:cNvSpPr txBox="1"/>
          <p:nvPr/>
        </p:nvSpPr>
        <p:spPr>
          <a:xfrm rot="16200000">
            <a:off x="5109952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CF7D0F-696D-44A8-BF32-A459B8D4A80D}"/>
              </a:ext>
            </a:extLst>
          </p:cNvPr>
          <p:cNvSpPr txBox="1"/>
          <p:nvPr/>
        </p:nvSpPr>
        <p:spPr>
          <a:xfrm rot="16200000">
            <a:off x="-31009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82A707-BF2D-28D6-0E71-02BC50552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60632" y="994191"/>
            <a:ext cx="6815648" cy="48943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674725-79FF-1A57-D1C6-654DBDA6A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0983" y="1002983"/>
            <a:ext cx="6815648" cy="489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0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A28AB9-FBE6-4B70-B864-75917183C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230" y="19050"/>
            <a:ext cx="7848600" cy="6819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3D8A77-C730-4634-A206-6F6FA3B21338}"/>
              </a:ext>
            </a:extLst>
          </p:cNvPr>
          <p:cNvSpPr txBox="1"/>
          <p:nvPr/>
        </p:nvSpPr>
        <p:spPr>
          <a:xfrm>
            <a:off x="9346673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868442-FF02-7CAC-1235-8550D28DD8D2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7D49C2-2321-4231-94C8-6AFA6909A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705" y="19050"/>
            <a:ext cx="7867650" cy="6819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19A616-A135-4E57-B6A4-509B16022AC2}"/>
              </a:ext>
            </a:extLst>
          </p:cNvPr>
          <p:cNvSpPr txBox="1"/>
          <p:nvPr/>
        </p:nvSpPr>
        <p:spPr>
          <a:xfrm>
            <a:off x="9346673" y="351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3D4A62-EEC4-51A7-4EB9-2C9F7A41D857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2345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8411</TotalTime>
  <Words>193</Words>
  <Application>Microsoft Office PowerPoint</Application>
  <PresentationFormat>A4 Paper (210x297 mm)</PresentationFormat>
  <Paragraphs>48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Arial</vt:lpstr>
      <vt:lpstr>Calibri 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2024-09-23T17:08:01Z</cp:lastPrinted>
  <dcterms:created xsi:type="dcterms:W3CDTF">2017-01-17T16:57:04Z</dcterms:created>
  <dcterms:modified xsi:type="dcterms:W3CDTF">2024-09-23T17:08:46Z</dcterms:modified>
</cp:coreProperties>
</file>