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54" r:id="rId5"/>
    <p:sldId id="963" r:id="rId6"/>
    <p:sldId id="962" r:id="rId7"/>
    <p:sldId id="959" r:id="rId8"/>
    <p:sldId id="952" r:id="rId9"/>
    <p:sldId id="956" r:id="rId10"/>
    <p:sldId id="960" r:id="rId11"/>
    <p:sldId id="957" r:id="rId12"/>
    <p:sldId id="950" r:id="rId13"/>
    <p:sldId id="951" r:id="rId14"/>
    <p:sldId id="958" r:id="rId15"/>
    <p:sldId id="964" r:id="rId16"/>
    <p:sldId id="955" r:id="rId17"/>
    <p:sldId id="961" r:id="rId18"/>
    <p:sldId id="965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54"/>
            <p14:sldId id="963"/>
            <p14:sldId id="962"/>
            <p14:sldId id="959"/>
            <p14:sldId id="952"/>
            <p14:sldId id="956"/>
            <p14:sldId id="960"/>
            <p14:sldId id="957"/>
            <p14:sldId id="950"/>
            <p14:sldId id="951"/>
            <p14:sldId id="958"/>
            <p14:sldId id="964"/>
            <p14:sldId id="955"/>
            <p14:sldId id="961"/>
            <p14:sldId id="965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208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Кайталануучу ондуктарды Бөлчөккө</a:t>
            </a:r>
            <a:r>
              <a:rPr lang="en-US" sz="2400" b="1" dirty="0"/>
              <a:t> </a:t>
            </a:r>
            <a:r>
              <a:rPr lang="ky-KG" sz="2400" b="1" dirty="0"/>
              <a:t>айландыруу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</a:t>
            </a:r>
            <a:r>
              <a:rPr lang="en-US" sz="2400" b="1" dirty="0"/>
              <a:t> </a:t>
            </a:r>
            <a:r>
              <a:rPr lang="ky-KG" sz="2400" b="1" dirty="0"/>
              <a:t>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Кайталануучу ондуктарды бөлчөккө айландыруу 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B8919-DE7A-1E2C-3507-2DBB565DBBEB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B8919-DE7A-1E2C-3507-2DBB565DB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3F26354-DFFD-7AE6-3AD3-8EB71D464FC4}"/>
              </a:ext>
            </a:extLst>
          </p:cNvPr>
          <p:cNvSpPr txBox="1"/>
          <p:nvPr/>
        </p:nvSpPr>
        <p:spPr>
          <a:xfrm>
            <a:off x="3829914" y="4113557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4824D2-214F-E601-4C96-AF5F77671DC6}"/>
                  </a:ext>
                </a:extLst>
              </p:cNvPr>
              <p:cNvSpPr txBox="1"/>
              <p:nvPr/>
            </p:nvSpPr>
            <p:spPr>
              <a:xfrm>
                <a:off x="918146" y="3750565"/>
                <a:ext cx="3067956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4824D2-214F-E601-4C96-AF5F7767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46" y="3750565"/>
                <a:ext cx="3067956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A2C634-9906-38D2-0A2A-9DBFEDC924C0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A2C634-9906-38D2-0A2A-9DBFEDC9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6D90250-C39C-15F7-A295-0FB0C7D12EAF}"/>
              </a:ext>
            </a:extLst>
          </p:cNvPr>
          <p:cNvSpPr txBox="1"/>
          <p:nvPr/>
        </p:nvSpPr>
        <p:spPr>
          <a:xfrm>
            <a:off x="3410929" y="408174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FF1C0-7077-F4E5-2FA8-39AD59F3093D}"/>
                  </a:ext>
                </a:extLst>
              </p:cNvPr>
              <p:cNvSpPr txBox="1"/>
              <p:nvPr/>
            </p:nvSpPr>
            <p:spPr>
              <a:xfrm>
                <a:off x="739598" y="37505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FF1C0-7077-F4E5-2FA8-39AD59F3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7505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7718D-B09B-661A-23BF-AB504B241290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7718D-B09B-661A-23BF-AB504B241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EE0E7A4-05D8-E89C-9A0C-DE750587750D}"/>
              </a:ext>
            </a:extLst>
          </p:cNvPr>
          <p:cNvSpPr txBox="1"/>
          <p:nvPr/>
        </p:nvSpPr>
        <p:spPr>
          <a:xfrm>
            <a:off x="3097820" y="3939505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86E77-FB6E-A1C8-36CC-42DB0D11B46E}"/>
                  </a:ext>
                </a:extLst>
              </p:cNvPr>
              <p:cNvSpPr txBox="1"/>
              <p:nvPr/>
            </p:nvSpPr>
            <p:spPr>
              <a:xfrm>
                <a:off x="579120" y="360832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86E77-FB6E-A1C8-36CC-42DB0D11B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60832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FEC4F-47CE-36E6-C6CC-AF28380644E3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61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FEC4F-47CE-36E6-C6CC-AF283806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EC2320F-5A30-44CA-A940-ACDFAAE1D52C}"/>
              </a:ext>
            </a:extLst>
          </p:cNvPr>
          <p:cNvSpPr txBox="1"/>
          <p:nvPr/>
        </p:nvSpPr>
        <p:spPr>
          <a:xfrm>
            <a:off x="3108271" y="3990305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B14B13-58DC-1F2B-FA99-1584F118517D}"/>
                  </a:ext>
                </a:extLst>
              </p:cNvPr>
              <p:cNvSpPr txBox="1"/>
              <p:nvPr/>
            </p:nvSpPr>
            <p:spPr>
              <a:xfrm>
                <a:off x="739598" y="365912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B14B13-58DC-1F2B-FA99-1584F1185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5912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67AE9-82B1-06A1-5B3D-64B5A8E8A708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67AE9-82B1-06A1-5B3D-64B5A8E8A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F7ADC3-6E60-C67C-2862-FE4A9B70F180}"/>
              </a:ext>
            </a:extLst>
          </p:cNvPr>
          <p:cNvSpPr txBox="1"/>
          <p:nvPr/>
        </p:nvSpPr>
        <p:spPr>
          <a:xfrm>
            <a:off x="3240091" y="400046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A67EC-8AE9-00F7-4F89-56A47B8C80FF}"/>
                  </a:ext>
                </a:extLst>
              </p:cNvPr>
              <p:cNvSpPr txBox="1"/>
              <p:nvPr/>
            </p:nvSpPr>
            <p:spPr>
              <a:xfrm>
                <a:off x="739598" y="366928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A67EC-8AE9-00F7-4F89-56A47B8C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6928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5DAE8-43FF-2E3F-8CD8-3EE8C0D765E5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5DAE8-43FF-2E3F-8CD8-3EE8C0D76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D4C3F2B-937D-3B9C-9303-EFCC99C2A497}"/>
              </a:ext>
            </a:extLst>
          </p:cNvPr>
          <p:cNvSpPr txBox="1"/>
          <p:nvPr/>
        </p:nvSpPr>
        <p:spPr>
          <a:xfrm>
            <a:off x="2573590" y="3921860"/>
            <a:ext cx="523412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тү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33C6E-0AD8-3CBF-E3B2-0069C3737167}"/>
                  </a:ext>
                </a:extLst>
              </p:cNvPr>
              <p:cNvSpPr txBox="1"/>
              <p:nvPr/>
            </p:nvSpPr>
            <p:spPr>
              <a:xfrm>
                <a:off x="739598" y="3577845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33C6E-0AD8-3CBF-E3B2-0069C3737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77845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C0F578-E681-F427-C0A8-1F753DD0D1C9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C0F578-E681-F427-C0A8-1F753DD0D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33C8989-2E90-5E29-1E6C-9FB59A038741}"/>
              </a:ext>
            </a:extLst>
          </p:cNvPr>
          <p:cNvSpPr txBox="1"/>
          <p:nvPr/>
        </p:nvSpPr>
        <p:spPr>
          <a:xfrm>
            <a:off x="3036860" y="385822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9D0FB4-5EC3-632C-E601-63619C747362}"/>
                  </a:ext>
                </a:extLst>
              </p:cNvPr>
              <p:cNvSpPr txBox="1"/>
              <p:nvPr/>
            </p:nvSpPr>
            <p:spPr>
              <a:xfrm>
                <a:off x="739598" y="352704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9D0FB4-5EC3-632C-E601-63619C747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2704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82A8C-A241-8B84-72B7-217E2073A4A9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82A8C-A241-8B84-72B7-217E2073A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57E307-0A05-908B-EE86-3DCA43416E6F}"/>
              </a:ext>
            </a:extLst>
          </p:cNvPr>
          <p:cNvSpPr txBox="1"/>
          <p:nvPr/>
        </p:nvSpPr>
        <p:spPr>
          <a:xfrm>
            <a:off x="3636545" y="3805540"/>
            <a:ext cx="523412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тү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98F124-7047-AE1B-F2FC-8430EBB9911C}"/>
                  </a:ext>
                </a:extLst>
              </p:cNvPr>
              <p:cNvSpPr txBox="1"/>
              <p:nvPr/>
            </p:nvSpPr>
            <p:spPr>
              <a:xfrm>
                <a:off x="739598" y="3519129"/>
                <a:ext cx="2896947" cy="136575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01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98F124-7047-AE1B-F2FC-8430EBB99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19129"/>
                <a:ext cx="2896947" cy="13657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2281D-3880-CA66-194C-0B51E0158929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2281D-3880-CA66-194C-0B51E0158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1D9284A-AB13-7BE6-066C-FF2500C5CD2A}"/>
              </a:ext>
            </a:extLst>
          </p:cNvPr>
          <p:cNvSpPr txBox="1"/>
          <p:nvPr/>
        </p:nvSpPr>
        <p:spPr>
          <a:xfrm>
            <a:off x="2549180" y="3794446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347F7-B191-C7BE-4D55-94FDD4B13B33}"/>
                  </a:ext>
                </a:extLst>
              </p:cNvPr>
              <p:cNvSpPr txBox="1"/>
              <p:nvPr/>
            </p:nvSpPr>
            <p:spPr>
              <a:xfrm>
                <a:off x="739598" y="3429000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347F7-B191-C7BE-4D55-94FDD4B1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29000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F35A699-94A1-4978-D1C9-5EA7044241D7}"/>
              </a:ext>
            </a:extLst>
          </p:cNvPr>
          <p:cNvSpPr txBox="1"/>
          <p:nvPr/>
        </p:nvSpPr>
        <p:spPr>
          <a:xfrm>
            <a:off x="3240091" y="3794446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A230F9-E66F-4EB6-D369-9DF99FD654E1}"/>
                  </a:ext>
                </a:extLst>
              </p:cNvPr>
              <p:cNvSpPr txBox="1"/>
              <p:nvPr/>
            </p:nvSpPr>
            <p:spPr>
              <a:xfrm>
                <a:off x="739598" y="343052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A230F9-E66F-4EB6-D369-9DF99FD65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3052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FB8A01-1315-CF34-3ECE-5EFD3460B2F7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FB8A01-1315-CF34-3ECE-5EFD3460B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0D6DFAE-04A6-FA9A-3992-0C20AB43F18E}"/>
              </a:ext>
            </a:extLst>
          </p:cNvPr>
          <p:cNvSpPr txBox="1"/>
          <p:nvPr/>
        </p:nvSpPr>
        <p:spPr>
          <a:xfrm>
            <a:off x="3148620" y="375056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A43174-9894-C40E-FDA4-BF85B6741EAF}"/>
                  </a:ext>
                </a:extLst>
              </p:cNvPr>
              <p:cNvSpPr txBox="1"/>
              <p:nvPr/>
            </p:nvSpPr>
            <p:spPr>
              <a:xfrm>
                <a:off x="739598" y="33441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A43174-9894-C40E-FDA4-BF85B6741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3441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E35C-F009-7012-3894-CD0C5F36919C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E35C-F009-7012-3894-CD0C5F36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1A9524-6C7B-01B9-B319-9215D7369D73}"/>
              </a:ext>
            </a:extLst>
          </p:cNvPr>
          <p:cNvSpPr txBox="1"/>
          <p:nvPr/>
        </p:nvSpPr>
        <p:spPr>
          <a:xfrm>
            <a:off x="3069082" y="4062729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A42E2-1D17-953D-8BD2-1B7771EFA979}"/>
                  </a:ext>
                </a:extLst>
              </p:cNvPr>
              <p:cNvSpPr txBox="1"/>
              <p:nvPr/>
            </p:nvSpPr>
            <p:spPr>
              <a:xfrm>
                <a:off x="739598" y="364896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A42E2-1D17-953D-8BD2-1B7771EFA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4896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D21B0-A240-AF89-D6F4-165CCB2E05F7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D21B0-A240-AF89-D6F4-165CCB2E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17CC246-1666-F909-9A27-0911B723CB86}"/>
              </a:ext>
            </a:extLst>
          </p:cNvPr>
          <p:cNvSpPr txBox="1"/>
          <p:nvPr/>
        </p:nvSpPr>
        <p:spPr>
          <a:xfrm>
            <a:off x="2694138" y="3919185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EFFC2-1D55-36CD-99B6-8A803D59C098}"/>
                  </a:ext>
                </a:extLst>
              </p:cNvPr>
              <p:cNvSpPr txBox="1"/>
              <p:nvPr/>
            </p:nvSpPr>
            <p:spPr>
              <a:xfrm>
                <a:off x="739598" y="3588005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EFFC2-1D55-36CD-99B6-8A803D59C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88005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20119-EB41-E2F2-0AA6-1BB592D4ABB0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20119-EB41-E2F2-0AA6-1BB592D4A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108B351-636C-8764-B8F8-BA0B1F8865CF}"/>
              </a:ext>
            </a:extLst>
          </p:cNvPr>
          <p:cNvSpPr txBox="1"/>
          <p:nvPr/>
        </p:nvSpPr>
        <p:spPr>
          <a:xfrm>
            <a:off x="3723887" y="3806349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BF662F-2EA0-832B-C9C6-4CA52E6E86B0}"/>
                  </a:ext>
                </a:extLst>
              </p:cNvPr>
              <p:cNvSpPr txBox="1"/>
              <p:nvPr/>
            </p:nvSpPr>
            <p:spPr>
              <a:xfrm>
                <a:off x="739598" y="3475169"/>
                <a:ext cx="3067955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BF662F-2EA0-832B-C9C6-4CA52E6E8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75169"/>
                <a:ext cx="3067955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60DD53-2B96-1129-2122-DA6635324D47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60DD53-2B96-1129-2122-DA6635324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602FA4-A8D0-A80C-EE18-76D61D07E653}"/>
              </a:ext>
            </a:extLst>
          </p:cNvPr>
          <p:cNvSpPr txBox="1"/>
          <p:nvPr/>
        </p:nvSpPr>
        <p:spPr>
          <a:xfrm>
            <a:off x="3097820" y="3961129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F9F7-FFAD-F915-E8FD-ADF469C162E8}"/>
                  </a:ext>
                </a:extLst>
              </p:cNvPr>
              <p:cNvSpPr txBox="1"/>
              <p:nvPr/>
            </p:nvSpPr>
            <p:spPr>
              <a:xfrm>
                <a:off x="739598" y="35473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F9F7-FFAD-F915-E8FD-ADF469C1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473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0895EF-334D-B4B1-7066-30ABB97683E2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0895EF-334D-B4B1-7066-30ABB9768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2F68AB-8757-FBD2-5643-CAAE31DEA799}"/>
              </a:ext>
            </a:extLst>
          </p:cNvPr>
          <p:cNvSpPr txBox="1"/>
          <p:nvPr/>
        </p:nvSpPr>
        <p:spPr>
          <a:xfrm>
            <a:off x="3069082" y="3759614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5EB647-D78D-47C3-66DD-2E233D337239}"/>
                  </a:ext>
                </a:extLst>
              </p:cNvPr>
              <p:cNvSpPr txBox="1"/>
              <p:nvPr/>
            </p:nvSpPr>
            <p:spPr>
              <a:xfrm>
                <a:off x="739598" y="345084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5EB647-D78D-47C3-66DD-2E233D33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5084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889212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26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889212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46934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878171" y="54354"/>
            <a:ext cx="41496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347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Algerian</vt:lpstr>
      <vt:lpstr>Calibri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2024-08-31T16:21:22Z</cp:lastPrinted>
  <dcterms:created xsi:type="dcterms:W3CDTF">2017-01-17T16:57:04Z</dcterms:created>
  <dcterms:modified xsi:type="dcterms:W3CDTF">2024-09-02T17:51:21Z</dcterms:modified>
</cp:coreProperties>
</file>