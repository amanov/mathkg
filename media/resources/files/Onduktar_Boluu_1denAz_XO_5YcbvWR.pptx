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9"/>
  </p:notesMasterIdLst>
  <p:sldIdLst>
    <p:sldId id="947" r:id="rId3"/>
    <p:sldId id="948" r:id="rId4"/>
    <p:sldId id="943" r:id="rId5"/>
    <p:sldId id="941" r:id="rId6"/>
    <p:sldId id="946" r:id="rId7"/>
    <p:sldId id="949" r:id="rId8"/>
  </p:sldIdLst>
  <p:sldSz cx="9906000" cy="6858000" type="A4"/>
  <p:notesSz cx="6669088" cy="9926638"/>
  <p:embeddedFontLst>
    <p:embeddedFont>
      <p:font typeface="Comic Sans MS" panose="030F0702030302020204" pitchFamily="66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77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64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50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03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538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4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54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69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589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2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727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1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903340" y="1126942"/>
            <a:ext cx="388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1ден азга бөлүү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F17EB83-EC83-4883-97E5-8260BD86C82C}"/>
              </a:ext>
            </a:extLst>
          </p:cNvPr>
          <p:cNvSpPr txBox="1"/>
          <p:nvPr/>
        </p:nvSpPr>
        <p:spPr>
          <a:xfrm>
            <a:off x="4135707" y="0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733133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0,4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2" y="733133"/>
            <a:ext cx="1821012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12 ÷ 0,5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733133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8 ÷ 0,2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30 ÷ 0,6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829149" y="3027759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9 ÷ 0,3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337449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70 ÷ 0,7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0,1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3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11 ÷ 0,2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5331011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 ÷ 0,5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41065" y="-87824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38690" y="-105657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87199" y="-59174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30" y="34275"/>
            <a:ext cx="9243337" cy="64681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E43039-EAC3-7055-EEB2-1BFEEABA09B2}"/>
              </a:ext>
            </a:extLst>
          </p:cNvPr>
          <p:cNvSpPr/>
          <p:nvPr/>
        </p:nvSpPr>
        <p:spPr>
          <a:xfrm>
            <a:off x="4328160" y="34275"/>
            <a:ext cx="1209040" cy="57532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9B498-63CA-E0AD-E954-0F90C13F3637}"/>
              </a:ext>
            </a:extLst>
          </p:cNvPr>
          <p:cNvSpPr txBox="1"/>
          <p:nvPr/>
        </p:nvSpPr>
        <p:spPr>
          <a:xfrm>
            <a:off x="4155440" y="91104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Эсептеңиз: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65FB6C-AD02-E1C8-CA8D-E055B23D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0" y="42487"/>
            <a:ext cx="4783040" cy="3288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7B8DBC-36BD-C7AF-A368-40C8A339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972" y="42487"/>
            <a:ext cx="4783040" cy="3288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544308-A829-7CF5-70EE-824E1804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8" y="3569852"/>
            <a:ext cx="4783040" cy="32881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8FAC0-A8C6-128A-AB1D-399C35DA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0" y="3569852"/>
            <a:ext cx="4783040" cy="32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151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Arial</vt:lpstr>
      <vt:lpstr>Calibri Light</vt:lpstr>
      <vt:lpstr>Comic Sans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2017-12-31T22:38:51Z</cp:lastPrinted>
  <dcterms:created xsi:type="dcterms:W3CDTF">2017-01-17T16:57:04Z</dcterms:created>
  <dcterms:modified xsi:type="dcterms:W3CDTF">2024-05-13T16:48:36Z</dcterms:modified>
</cp:coreProperties>
</file>