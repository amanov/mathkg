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33"/>
  </p:notesMasterIdLst>
  <p:sldIdLst>
    <p:sldId id="978" r:id="rId2"/>
    <p:sldId id="831" r:id="rId3"/>
    <p:sldId id="995" r:id="rId4"/>
    <p:sldId id="996" r:id="rId5"/>
    <p:sldId id="945" r:id="rId6"/>
    <p:sldId id="997" r:id="rId7"/>
    <p:sldId id="954" r:id="rId8"/>
    <p:sldId id="998" r:id="rId9"/>
    <p:sldId id="956" r:id="rId10"/>
    <p:sldId id="999" r:id="rId11"/>
    <p:sldId id="955" r:id="rId12"/>
    <p:sldId id="1000" r:id="rId13"/>
    <p:sldId id="960" r:id="rId14"/>
    <p:sldId id="1001" r:id="rId15"/>
    <p:sldId id="959" r:id="rId16"/>
    <p:sldId id="1002" r:id="rId17"/>
    <p:sldId id="965" r:id="rId18"/>
    <p:sldId id="1003" r:id="rId19"/>
    <p:sldId id="958" r:id="rId20"/>
    <p:sldId id="1004" r:id="rId21"/>
    <p:sldId id="957" r:id="rId22"/>
    <p:sldId id="1005" r:id="rId23"/>
    <p:sldId id="964" r:id="rId24"/>
    <p:sldId id="1006" r:id="rId25"/>
    <p:sldId id="961" r:id="rId26"/>
    <p:sldId id="1007" r:id="rId27"/>
    <p:sldId id="962" r:id="rId28"/>
    <p:sldId id="1008" r:id="rId29"/>
    <p:sldId id="963" r:id="rId30"/>
    <p:sldId id="833" r:id="rId31"/>
    <p:sldId id="993" r:id="rId32"/>
  </p:sldIdLst>
  <p:sldSz cx="9906000" cy="6858000" type="A4"/>
  <p:notesSz cx="6669088" cy="9926638"/>
  <p:embeddedFontLst>
    <p:embeddedFont>
      <p:font typeface="Berlin Sans FB Demi" panose="020E0802020502020306" pitchFamily="34" charset="0"/>
      <p:bold r:id="rId34"/>
    </p:embeddedFont>
    <p:embeddedFont>
      <p:font typeface="Bernard MT Condensed" panose="02050806060905020404" pitchFamily="18" charset="0"/>
      <p:regular r:id="rId35"/>
    </p:embeddedFont>
    <p:embeddedFont>
      <p:font typeface="Cambria Math" panose="02040503050406030204" pitchFamily="18" charset="0"/>
      <p:regular r:id="rId36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197FF5E7-57A8-40D7-8FA0-8A089C366947}">
          <p14:sldIdLst>
            <p14:sldId id="978"/>
          </p14:sldIdLst>
        </p14:section>
        <p14:section name="Титулдук слайд" id="{8EFE0B80-9125-4ADC-A13A-755B3EC2010F}">
          <p14:sldIdLst>
            <p14:sldId id="831"/>
            <p14:sldId id="995"/>
          </p14:sldIdLst>
        </p14:section>
        <p14:section name="Оюн" id="{267FD0E9-36B9-4F9E-842D-CBFE57676936}">
          <p14:sldIdLst>
            <p14:sldId id="996"/>
            <p14:sldId id="945"/>
            <p14:sldId id="997"/>
            <p14:sldId id="954"/>
            <p14:sldId id="998"/>
            <p14:sldId id="956"/>
            <p14:sldId id="999"/>
            <p14:sldId id="955"/>
            <p14:sldId id="1000"/>
            <p14:sldId id="960"/>
            <p14:sldId id="1001"/>
            <p14:sldId id="959"/>
            <p14:sldId id="1002"/>
            <p14:sldId id="965"/>
            <p14:sldId id="1003"/>
            <p14:sldId id="958"/>
            <p14:sldId id="1004"/>
            <p14:sldId id="957"/>
            <p14:sldId id="1005"/>
            <p14:sldId id="964"/>
            <p14:sldId id="1006"/>
            <p14:sldId id="961"/>
            <p14:sldId id="1007"/>
            <p14:sldId id="962"/>
            <p14:sldId id="1008"/>
            <p14:sldId id="963"/>
            <p14:sldId id="833"/>
          </p14:sldIdLst>
        </p14:section>
        <p14:section name="Кайтарым байланыш" id="{03B37114-DCDE-48DC-B038-E57F20627236}">
          <p14:sldIdLst>
            <p14:sldId id="99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CBAD"/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466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75" d="100"/>
        <a:sy n="75" d="100"/>
      </p:scale>
      <p:origin x="0" y="-2357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30/08/2024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8/30/2024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8/30/2024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8/30/2024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8/30/2024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8/30/2024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8/30/2024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8/30/2024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8/30/2024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8/30/2024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8/30/2024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8/30/2024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8/30/2024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jpg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4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4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4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5" Type="http://schemas.openxmlformats.org/officeDocument/2006/relationships/image" Target="../media/image7.png"/><Relationship Id="rId4" Type="http://schemas.openxmlformats.org/officeDocument/2006/relationships/image" Target="../media/image4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4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4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4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4.jp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4.jp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4.jp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4.jp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4.jp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8.png"/><Relationship Id="rId5" Type="http://schemas.openxmlformats.org/officeDocument/2006/relationships/image" Target="../media/image42.png"/><Relationship Id="rId4" Type="http://schemas.openxmlformats.org/officeDocument/2006/relationships/image" Target="../media/image4.jp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9BBAE90-348B-F954-5F83-E34404E0F721}"/>
              </a:ext>
            </a:extLst>
          </p:cNvPr>
          <p:cNvSpPr/>
          <p:nvPr/>
        </p:nvSpPr>
        <p:spPr>
          <a:xfrm>
            <a:off x="0" y="1564384"/>
            <a:ext cx="9906000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Ондуктарды бөлчөккө айландыруу– Жыдымай!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суроолорго эң тез жооп берүү үчүн мелдешет (бирге бир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,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командалары менен, өз орундарында же алдыңкы орунда).</a:t>
            </a: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доскага же өз дептерге жазып корсото алышат.</a:t>
            </a: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Өтө татаал/жеңил суроо слайддарын алдын ала өчүрүп салыңыз.</a:t>
            </a: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Музыканы баштоо үчүн каалаган жерди чыкылдатыңыз, андан кийин суроону көрсөтүү үчүн "Өттү" чыкылдатыңыз, анан жоопту көрсөтүү үчүн кайра басыңыз.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5D6D007-2658-71C9-451F-09B96DEB381C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1924" y="5600147"/>
            <a:ext cx="938974" cy="938974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AC6184A-7B4A-29DD-8B8A-FFD814C5111D}"/>
              </a:ext>
            </a:extLst>
          </p:cNvPr>
          <p:cNvSpPr/>
          <p:nvPr/>
        </p:nvSpPr>
        <p:spPr>
          <a:xfrm>
            <a:off x="3024659" y="5856140"/>
            <a:ext cx="385668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Бул оюнда үн бар!</a:t>
            </a: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7BA8C5A9-39D8-298D-7734-40A472A940DD}"/>
              </a:ext>
            </a:extLst>
          </p:cNvPr>
          <p:cNvSpPr txBox="1">
            <a:spLocks/>
          </p:cNvSpPr>
          <p:nvPr/>
        </p:nvSpPr>
        <p:spPr>
          <a:xfrm>
            <a:off x="0" y="221873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15708501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5585FB2B-39FD-4723-8079-C4EA7B000B97}"/>
              </a:ext>
            </a:extLst>
          </p:cNvPr>
          <p:cNvGrpSpPr/>
          <p:nvPr/>
        </p:nvGrpSpPr>
        <p:grpSpPr>
          <a:xfrm>
            <a:off x="318558" y="978117"/>
            <a:ext cx="9268884" cy="2254888"/>
            <a:chOff x="318558" y="2301556"/>
            <a:chExt cx="9268884" cy="2254888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BACE1698-B04E-47BD-84A0-931C2125C107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4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CFEFA718-BA57-4C22-967C-DA711B22D315}"/>
                </a:ext>
              </a:extLst>
            </p:cNvPr>
            <p:cNvSpPr/>
            <p:nvPr/>
          </p:nvSpPr>
          <p:spPr>
            <a:xfrm>
              <a:off x="318558" y="2345631"/>
              <a:ext cx="9268884" cy="1862048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y-KG" sz="115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Жыдымай</a:t>
              </a:r>
              <a:r>
                <a:rPr kumimoji="0" lang="en-US" sz="115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 !</a:t>
              </a:r>
              <a:endParaRPr kumimoji="0" lang="en-US" sz="199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F0D5EEEE-4088-4440-8CA7-8122FC719FA0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94" t="39393" r="77582" b="15981"/>
          <a:stretch/>
        </p:blipFill>
        <p:spPr>
          <a:xfrm>
            <a:off x="3413412" y="2260816"/>
            <a:ext cx="948538" cy="109639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493708B-EB60-4993-AE99-63613F7295D3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94" t="39393" r="77582" b="15981"/>
          <a:stretch/>
        </p:blipFill>
        <p:spPr>
          <a:xfrm>
            <a:off x="613605" y="654005"/>
            <a:ext cx="948538" cy="109639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8425AD7-3E4B-472E-A82B-E616ADCEE837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94" t="39393" r="77582" b="15981"/>
          <a:stretch/>
        </p:blipFill>
        <p:spPr>
          <a:xfrm>
            <a:off x="7297521" y="782122"/>
            <a:ext cx="948538" cy="1096391"/>
          </a:xfrm>
          <a:prstGeom prst="rect">
            <a:avLst/>
          </a:prstGeom>
        </p:spPr>
      </p:pic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562BA6A-7F52-46D5-9A8E-A4E9CA88D29F}"/>
              </a:ext>
            </a:extLst>
          </p:cNvPr>
          <p:cNvSpPr/>
          <p:nvPr/>
        </p:nvSpPr>
        <p:spPr>
          <a:xfrm>
            <a:off x="613605" y="3429000"/>
            <a:ext cx="8610602" cy="3392213"/>
          </a:xfrm>
          <a:prstGeom prst="roundRect">
            <a:avLst/>
          </a:prstGeom>
          <a:blipFill>
            <a:blip r:embed="rId4"/>
            <a:tile tx="0" ty="0" sx="100000" sy="100000" flip="none" algn="tl"/>
          </a:blip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6600" b="1" dirty="0">
                <a:ln w="381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nard MT Condensed" panose="02050806060905020404" pitchFamily="18" charset="0"/>
              </a:rPr>
              <a:t>Ондуктарды бөлчөккө айландыруу</a:t>
            </a:r>
            <a:endParaRPr lang="en-US" sz="3600" b="1" dirty="0">
              <a:ln w="38100">
                <a:solidFill>
                  <a:schemeClr val="tx1"/>
                </a:solidFill>
              </a:ln>
              <a:solidFill>
                <a:srgbClr val="FF0000"/>
              </a:solidFill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  <a:latin typeface="Berlin Sans FB Demi" panose="020E08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70730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35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4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4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44Magnum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44Magnum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44Magnum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562BA6A-7F52-46D5-9A8E-A4E9CA88D29F}"/>
              </a:ext>
            </a:extLst>
          </p:cNvPr>
          <p:cNvSpPr/>
          <p:nvPr/>
        </p:nvSpPr>
        <p:spPr>
          <a:xfrm>
            <a:off x="594574" y="2209772"/>
            <a:ext cx="8716852" cy="2554545"/>
          </a:xfrm>
          <a:prstGeom prst="roundRect">
            <a:avLst/>
          </a:prstGeom>
          <a:blipFill>
            <a:blip r:embed="rId2"/>
            <a:tile tx="0" ty="0" sx="100000" sy="100000" flip="none" algn="tl"/>
          </a:blip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20C8FFC-32B9-46EA-B931-685CF455866B}"/>
              </a:ext>
            </a:extLst>
          </p:cNvPr>
          <p:cNvSpPr/>
          <p:nvPr/>
        </p:nvSpPr>
        <p:spPr>
          <a:xfrm>
            <a:off x="349876" y="2151727"/>
            <a:ext cx="9206248" cy="221599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66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nard MT Condensed" panose="02050806060905020404" pitchFamily="18" charset="0"/>
                <a:ea typeface="+mn-ea"/>
                <a:cs typeface="+mn-cs"/>
              </a:rPr>
              <a:t>Туура жооп = 1 упай</a:t>
            </a:r>
            <a:endParaRPr kumimoji="0" lang="en-US" sz="6600" b="1" i="0" u="none" strike="noStrike" kern="1200" cap="none" spc="0" normalizeH="0" baseline="0" noProof="0" dirty="0">
              <a:ln w="38100">
                <a:solidFill>
                  <a:prstClr val="black"/>
                </a:solidFill>
              </a:ln>
              <a:solidFill>
                <a:srgbClr val="FF0000"/>
              </a:solidFill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Bernard MT Condensed" panose="02050806060905020404" pitchFamily="18" charset="0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72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nard MT Condensed" panose="02050806060905020404" pitchFamily="18" charset="0"/>
                <a:ea typeface="+mn-ea"/>
                <a:cs typeface="+mn-cs"/>
              </a:rPr>
              <a:t>Эң тез! = 1 упай</a:t>
            </a:r>
            <a:endParaRPr kumimoji="0" lang="en-US" sz="7200" b="1" i="0" u="none" strike="noStrike" kern="1200" cap="none" spc="0" normalizeH="0" baseline="0" noProof="0" dirty="0">
              <a:ln w="38100">
                <a:solidFill>
                  <a:prstClr val="black"/>
                </a:solidFill>
              </a:ln>
              <a:solidFill>
                <a:srgbClr val="FF0000"/>
              </a:solidFill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Berlin Sans FB Demi" panose="020E0802020502020306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519112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617123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77834046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0.3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77834046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2742413" y="542840"/>
            <a:ext cx="442121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ондукту бөлчөккө</a:t>
            </a:r>
          </a:p>
          <a:p>
            <a:pPr algn="ctr"/>
            <a:r>
              <a:rPr lang="ky-KG" sz="2800" dirty="0"/>
              <a:t> айландыр.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715369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241486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24972416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0.7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24972416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2742412" y="542840"/>
            <a:ext cx="442121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ондукту бөлчөккө</a:t>
            </a:r>
          </a:p>
          <a:p>
            <a:pPr algn="ctr"/>
            <a:r>
              <a:rPr lang="ky-KG" sz="2800" dirty="0"/>
              <a:t> айландыр.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657306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734396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21511531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0.09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21511531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2742412" y="542840"/>
            <a:ext cx="442121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ондукту бөлчөккө</a:t>
            </a:r>
          </a:p>
          <a:p>
            <a:pPr algn="ctr"/>
            <a:r>
              <a:rPr lang="ky-KG" sz="2800" dirty="0"/>
              <a:t> айландыр.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9</m:t>
                          </m:r>
                        </m:num>
                        <m:den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51110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394677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67762645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0.4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67762645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2742412" y="542840"/>
            <a:ext cx="442121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ондукту бөлчөккө</a:t>
            </a:r>
          </a:p>
          <a:p>
            <a:pPr algn="ctr"/>
            <a:r>
              <a:rPr lang="ky-KG" sz="2800" dirty="0"/>
              <a:t> айландыр.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sz="4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533702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123977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55876939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0.001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55876939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2742412" y="542840"/>
            <a:ext cx="442121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ондукту бөлчөккө</a:t>
            </a:r>
          </a:p>
          <a:p>
            <a:pPr algn="ctr"/>
            <a:r>
              <a:rPr lang="ky-KG" sz="2800" dirty="0"/>
              <a:t> айландыр.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555341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635999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59673752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0.15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59673752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2742412" y="542840"/>
            <a:ext cx="442121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ондукту бөлчөккө</a:t>
            </a:r>
          </a:p>
          <a:p>
            <a:pPr algn="ctr"/>
            <a:r>
              <a:rPr lang="ky-KG" sz="2800" dirty="0"/>
              <a:t> айландыр.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15</m:t>
                          </m:r>
                        </m:num>
                        <m:den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GB" sz="4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20</m:t>
                          </m:r>
                        </m:den>
                      </m:f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58850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29217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0.12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74081069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2742412" y="542840"/>
            <a:ext cx="442121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ондукту бөлчөккө</a:t>
            </a:r>
          </a:p>
          <a:p>
            <a:pPr algn="ctr"/>
            <a:r>
              <a:rPr lang="ky-KG" sz="2800" dirty="0"/>
              <a:t> айландыр.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12</m:t>
                          </m:r>
                        </m:num>
                        <m:den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GB" sz="4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25</m:t>
                          </m:r>
                        </m:den>
                      </m:f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475632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792099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0.55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2742412" y="542840"/>
            <a:ext cx="442121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ондукту бөлчөккө</a:t>
            </a:r>
          </a:p>
          <a:p>
            <a:pPr algn="ctr"/>
            <a:r>
              <a:rPr lang="ky-KG" sz="2800" dirty="0"/>
              <a:t> айландыр.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55</m:t>
                          </m:r>
                        </m:num>
                        <m:den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GB" sz="4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11</m:t>
                          </m:r>
                        </m:num>
                        <m:den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20</m:t>
                          </m:r>
                        </m:den>
                      </m:f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75407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474953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22634432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0.25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22634432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2742412" y="542840"/>
            <a:ext cx="442121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ондукту бөлчөккө</a:t>
            </a:r>
          </a:p>
          <a:p>
            <a:pPr algn="ctr"/>
            <a:r>
              <a:rPr lang="ky-KG" sz="2800" dirty="0"/>
              <a:t> айландыр.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25</m:t>
                          </m:r>
                        </m:num>
                        <m:den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GB" sz="4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18946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50178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0.006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55972473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2742412" y="542840"/>
            <a:ext cx="442121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ондукту бөлчөккө</a:t>
            </a:r>
          </a:p>
          <a:p>
            <a:pPr algn="ctr"/>
            <a:r>
              <a:rPr lang="ky-KG" sz="2800" dirty="0"/>
              <a:t> айландыр.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num>
                        <m:den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  <m:r>
                        <a:rPr lang="en-GB" sz="4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500</m:t>
                          </m:r>
                        </m:den>
                      </m:f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411143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142984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77987861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1.4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77987861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2742412" y="542840"/>
            <a:ext cx="442121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ондукту бөлчөккө</a:t>
            </a:r>
          </a:p>
          <a:p>
            <a:pPr algn="ctr"/>
            <a:r>
              <a:rPr lang="ky-KG" sz="2800" dirty="0"/>
              <a:t> айландыр.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807322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526354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15359186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3.6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15359186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2742412" y="542840"/>
            <a:ext cx="442121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ондукту бөлчөккө</a:t>
            </a:r>
          </a:p>
          <a:p>
            <a:pPr algn="ctr"/>
            <a:r>
              <a:rPr lang="ky-KG" sz="2800" dirty="0"/>
              <a:t> айландыр.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18</m:t>
                          </m:r>
                        </m:num>
                        <m:den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081802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714438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38355811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2.084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38355811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2742412" y="542840"/>
            <a:ext cx="442121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ондукту бөлчөккө</a:t>
            </a:r>
          </a:p>
          <a:p>
            <a:pPr algn="ctr"/>
            <a:r>
              <a:rPr lang="ky-KG" sz="2800" dirty="0"/>
              <a:t> айландыр.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2084</m:t>
                          </m:r>
                        </m:num>
                        <m:den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  <m:r>
                        <a:rPr lang="en-GB" sz="4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521</m:t>
                          </m:r>
                        </m:num>
                        <m:den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250</m:t>
                          </m:r>
                        </m:den>
                      </m:f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361008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144062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403678" y="979468"/>
            <a:ext cx="9240883" cy="58785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13817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4">
            <a:lumMod val="60000"/>
            <a:lumOff val="40000"/>
          </a:schemeClr>
        </a:solidFill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38100">
          <a:solidFill>
            <a:schemeClr val="tx1"/>
          </a:solidFill>
          <a:headEnd type="arrow"/>
          <a:tailEnd type="arrow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8370</TotalTime>
  <Words>280</Words>
  <Application>Microsoft Office PowerPoint</Application>
  <PresentationFormat>A4 Paper (210x297 mm)</PresentationFormat>
  <Paragraphs>105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8" baseType="lpstr">
      <vt:lpstr>Arial</vt:lpstr>
      <vt:lpstr>Berlin Sans FB Demi</vt:lpstr>
      <vt:lpstr>Calibri</vt:lpstr>
      <vt:lpstr>Bernard MT Condensed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373</cp:revision>
  <cp:lastPrinted>2017-12-31T22:38:51Z</cp:lastPrinted>
  <dcterms:created xsi:type="dcterms:W3CDTF">2017-01-17T16:57:04Z</dcterms:created>
  <dcterms:modified xsi:type="dcterms:W3CDTF">2024-08-30T01:24:39Z</dcterms:modified>
</cp:coreProperties>
</file>