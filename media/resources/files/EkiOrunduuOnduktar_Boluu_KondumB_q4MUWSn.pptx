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  <p:sldMasterId id="2147483730" r:id="rId3"/>
  </p:sldMasterIdLst>
  <p:notesMasterIdLst>
    <p:notesMasterId r:id="rId12"/>
  </p:notesMasterIdLst>
  <p:sldIdLst>
    <p:sldId id="944" r:id="rId4"/>
    <p:sldId id="949" r:id="rId5"/>
    <p:sldId id="950" r:id="rId6"/>
    <p:sldId id="947" r:id="rId7"/>
    <p:sldId id="948" r:id="rId8"/>
    <p:sldId id="952" r:id="rId9"/>
    <p:sldId id="953" r:id="rId10"/>
    <p:sldId id="274" r:id="rId11"/>
  </p:sldIdLst>
  <p:sldSz cx="9906000" cy="6858000" type="A4"/>
  <p:notesSz cx="7104063" cy="10234613"/>
  <p:embeddedFontLst>
    <p:embeddedFont>
      <p:font typeface="Cambria Math" panose="02040503050406030204" pitchFamily="18" charset="0"/>
      <p:regular r:id="rId13"/>
    </p:embeddedFont>
    <p:embeddedFont>
      <p:font typeface="Cooper Black" panose="0208090404030B020404" pitchFamily="18" charset="0"/>
      <p:regular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presProps" Target="pres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02/06/2024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600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35788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8518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01031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80289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5475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6/2/2024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8132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8552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6876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83249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23455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95148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6/2/2024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2240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6/2/2024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8154167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6/2/2024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9405078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6/2/2024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7070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6/2/2024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4692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6/2/2024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98139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6/2/2024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38655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6/2/2024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13623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6/2/2024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38465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6/2/2024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06544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6/2/2024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6089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6/2/2024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25756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10349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6/2/2024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085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6/2/2024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6934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  <p:sldLayoutId id="2147483741" r:id="rId11"/>
    <p:sldLayoutId id="2147483742" r:id="rId12"/>
    <p:sldLayoutId id="2147483743" r:id="rId13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0F66EF7-ED3B-3D57-4D0F-525F90939091}"/>
              </a:ext>
            </a:extLst>
          </p:cNvPr>
          <p:cNvSpPr txBox="1">
            <a:spLocks/>
          </p:cNvSpPr>
          <p:nvPr/>
        </p:nvSpPr>
        <p:spPr>
          <a:xfrm>
            <a:off x="0" y="1673225"/>
            <a:ext cx="10490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 Сандуу Ондуктар – Бөлүү –</a:t>
            </a:r>
            <a:r>
              <a:rPr lang="ru-RU">
                <a:solidFill>
                  <a:prstClr val="black"/>
                </a:solidFill>
                <a:latin typeface="Calibri" panose="020F0502020204030204"/>
              </a:rPr>
              <a:t>Б</a:t>
            </a:r>
            <a:r>
              <a:rPr kumimoji="0" lang="ru-RU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Иш барагы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Иш барагы 2 өлчөмдө.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0A061C24-690F-D956-1244-FD7EB5DA5C3D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9106256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C98A43F-A72B-2C50-E1E4-6F49BA5697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506" y="95909"/>
            <a:ext cx="9143999" cy="6531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9965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ACF9AAC4-F50F-4341-13BB-8C47367EBC4B}"/>
              </a:ext>
            </a:extLst>
          </p:cNvPr>
          <p:cNvSpPr txBox="1"/>
          <p:nvPr/>
        </p:nvSpPr>
        <p:spPr>
          <a:xfrm>
            <a:off x="1621656" y="-13128"/>
            <a:ext cx="16209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b="1" dirty="0">
                <a:solidFill>
                  <a:schemeClr val="accent1">
                    <a:lumMod val="50000"/>
                  </a:schemeClr>
                </a:solidFill>
                <a:latin typeface="Cooper Black" panose="0208090404030B020404" pitchFamily="18" charset="0"/>
              </a:rPr>
              <a:t>Ондук менен бөлүү</a:t>
            </a:r>
            <a:endParaRPr lang="en-GB" sz="1200" b="1" dirty="0">
              <a:solidFill>
                <a:schemeClr val="accent1">
                  <a:lumMod val="50000"/>
                </a:schemeClr>
              </a:solidFill>
              <a:latin typeface="Cooper Black" panose="0208090404030B020404" pitchFamily="18" charset="0"/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6B0F961F-B8FF-C36C-DDF3-55CF39BF2DC8}"/>
              </a:ext>
            </a:extLst>
          </p:cNvPr>
          <p:cNvGrpSpPr/>
          <p:nvPr/>
        </p:nvGrpSpPr>
        <p:grpSpPr>
          <a:xfrm>
            <a:off x="1395107" y="268557"/>
            <a:ext cx="2073324" cy="1009053"/>
            <a:chOff x="334544" y="275115"/>
            <a:chExt cx="2073324" cy="1009053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E14C0D5-EED1-1BC4-5ACF-3991A1D20951}"/>
                </a:ext>
              </a:extLst>
            </p:cNvPr>
            <p:cNvSpPr txBox="1"/>
            <p:nvPr/>
          </p:nvSpPr>
          <p:spPr>
            <a:xfrm>
              <a:off x="977074" y="1007169"/>
              <a:ext cx="78899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200" dirty="0"/>
                <a:t>2 ÷ 0,5 =  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EF79C18-22E7-F1A6-E12F-772359A80E72}"/>
                </a:ext>
              </a:extLst>
            </p:cNvPr>
            <p:cNvSpPr txBox="1"/>
            <p:nvPr/>
          </p:nvSpPr>
          <p:spPr>
            <a:xfrm>
              <a:off x="334544" y="275115"/>
              <a:ext cx="207332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200" dirty="0"/>
                <a:t>2 бүтүндө канча жарым бар?</a:t>
              </a:r>
              <a:endParaRPr lang="en-GB" sz="1200" dirty="0"/>
            </a:p>
          </p:txBody>
        </p: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AD012BB8-F0B6-E96D-6EB7-635430A17622}"/>
                </a:ext>
              </a:extLst>
            </p:cNvPr>
            <p:cNvGrpSpPr/>
            <p:nvPr/>
          </p:nvGrpSpPr>
          <p:grpSpPr>
            <a:xfrm>
              <a:off x="938761" y="599193"/>
              <a:ext cx="865622" cy="375084"/>
              <a:chOff x="918940" y="586941"/>
              <a:chExt cx="865622" cy="375084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F6CFC30F-DB77-37BA-586C-99546722354A}"/>
                  </a:ext>
                </a:extLst>
              </p:cNvPr>
              <p:cNvSpPr/>
              <p:nvPr/>
            </p:nvSpPr>
            <p:spPr>
              <a:xfrm>
                <a:off x="918940" y="586941"/>
                <a:ext cx="375084" cy="375084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200" dirty="0" err="1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F6CAE623-D691-C842-D217-B54FFBE04A2B}"/>
                  </a:ext>
                </a:extLst>
              </p:cNvPr>
              <p:cNvCxnSpPr>
                <a:cxnSpLocks/>
                <a:stCxn id="18" idx="0"/>
                <a:endCxn id="18" idx="4"/>
              </p:cNvCxnSpPr>
              <p:nvPr/>
            </p:nvCxnSpPr>
            <p:spPr>
              <a:xfrm>
                <a:off x="1106482" y="586941"/>
                <a:ext cx="0" cy="375084"/>
              </a:xfrm>
              <a:prstGeom prst="line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  <a:headEnd type="none" w="sm" len="sm"/>
                <a:tailEnd type="non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7DFBA191-6F28-067F-3DA2-0C132B048BCB}"/>
                  </a:ext>
                </a:extLst>
              </p:cNvPr>
              <p:cNvSpPr/>
              <p:nvPr/>
            </p:nvSpPr>
            <p:spPr>
              <a:xfrm>
                <a:off x="1409478" y="586941"/>
                <a:ext cx="375084" cy="375084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200" dirty="0" err="1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6874C2D1-1C9C-64C0-3BEA-8A812DD66DA4}"/>
                  </a:ext>
                </a:extLst>
              </p:cNvPr>
              <p:cNvCxnSpPr>
                <a:cxnSpLocks/>
                <a:stCxn id="41" idx="0"/>
                <a:endCxn id="41" idx="4"/>
              </p:cNvCxnSpPr>
              <p:nvPr/>
            </p:nvCxnSpPr>
            <p:spPr>
              <a:xfrm>
                <a:off x="1597020" y="586941"/>
                <a:ext cx="0" cy="375084"/>
              </a:xfrm>
              <a:prstGeom prst="line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  <a:headEnd type="none" w="sm" len="sm"/>
                <a:tailEnd type="non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4A113CF7-F440-DC90-3AF4-D8709EFB2A92}"/>
              </a:ext>
            </a:extLst>
          </p:cNvPr>
          <p:cNvSpPr/>
          <p:nvPr/>
        </p:nvSpPr>
        <p:spPr>
          <a:xfrm>
            <a:off x="806620" y="277715"/>
            <a:ext cx="3251030" cy="100492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D5AAADA-776D-C2B5-52F9-BDABDC19CEBF}"/>
              </a:ext>
            </a:extLst>
          </p:cNvPr>
          <p:cNvSpPr txBox="1"/>
          <p:nvPr/>
        </p:nvSpPr>
        <p:spPr>
          <a:xfrm>
            <a:off x="524721" y="1847759"/>
            <a:ext cx="7889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3 ÷ 0,5 =  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8431A93-E9F1-A101-6C6D-FBDFD6DA71AC}"/>
              </a:ext>
            </a:extLst>
          </p:cNvPr>
          <p:cNvSpPr txBox="1"/>
          <p:nvPr/>
        </p:nvSpPr>
        <p:spPr>
          <a:xfrm>
            <a:off x="114584" y="1448499"/>
            <a:ext cx="308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а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25EF4D64-874A-413E-B4AD-916DCEDCCEF3}"/>
              </a:ext>
            </a:extLst>
          </p:cNvPr>
          <p:cNvSpPr/>
          <p:nvPr/>
        </p:nvSpPr>
        <p:spPr>
          <a:xfrm>
            <a:off x="486408" y="1414845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D129BB58-7543-3605-90B8-52A9E3E5B187}"/>
              </a:ext>
            </a:extLst>
          </p:cNvPr>
          <p:cNvCxnSpPr>
            <a:cxnSpLocks/>
            <a:stCxn id="53" idx="0"/>
            <a:endCxn id="53" idx="4"/>
          </p:cNvCxnSpPr>
          <p:nvPr/>
        </p:nvCxnSpPr>
        <p:spPr>
          <a:xfrm>
            <a:off x="673950" y="1414845"/>
            <a:ext cx="0" cy="37508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A542538D-FA07-0A31-B61B-027DD3D7372D}"/>
              </a:ext>
            </a:extLst>
          </p:cNvPr>
          <p:cNvSpPr/>
          <p:nvPr/>
        </p:nvSpPr>
        <p:spPr>
          <a:xfrm>
            <a:off x="952938" y="1414845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02C026AE-1641-D619-B4CF-C50DF7B4C5F8}"/>
              </a:ext>
            </a:extLst>
          </p:cNvPr>
          <p:cNvSpPr/>
          <p:nvPr/>
        </p:nvSpPr>
        <p:spPr>
          <a:xfrm>
            <a:off x="1419468" y="1414845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4FAF548-87F2-D7A3-F72C-7C21CEC485C5}"/>
              </a:ext>
            </a:extLst>
          </p:cNvPr>
          <p:cNvSpPr txBox="1"/>
          <p:nvPr/>
        </p:nvSpPr>
        <p:spPr>
          <a:xfrm>
            <a:off x="2652780" y="1849143"/>
            <a:ext cx="7889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5 ÷ 0,5 =  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F9C32E3-F232-7C8B-C40B-E589B64E3870}"/>
              </a:ext>
            </a:extLst>
          </p:cNvPr>
          <p:cNvSpPr txBox="1"/>
          <p:nvPr/>
        </p:nvSpPr>
        <p:spPr>
          <a:xfrm>
            <a:off x="2242643" y="1449883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б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9551E368-B057-4AD1-713E-7397FA29D9D8}"/>
              </a:ext>
            </a:extLst>
          </p:cNvPr>
          <p:cNvSpPr/>
          <p:nvPr/>
        </p:nvSpPr>
        <p:spPr>
          <a:xfrm>
            <a:off x="2614467" y="1416229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295B640F-FFF4-3F39-E340-C023EFC96168}"/>
              </a:ext>
            </a:extLst>
          </p:cNvPr>
          <p:cNvSpPr/>
          <p:nvPr/>
        </p:nvSpPr>
        <p:spPr>
          <a:xfrm>
            <a:off x="3080997" y="1416229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E91E8EDB-0011-4A8D-9EFE-F6DA5AA01E98}"/>
              </a:ext>
            </a:extLst>
          </p:cNvPr>
          <p:cNvSpPr/>
          <p:nvPr/>
        </p:nvSpPr>
        <p:spPr>
          <a:xfrm>
            <a:off x="3547527" y="1416229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520D9B58-6B48-C281-7DA5-CBCDC28971F4}"/>
              </a:ext>
            </a:extLst>
          </p:cNvPr>
          <p:cNvSpPr/>
          <p:nvPr/>
        </p:nvSpPr>
        <p:spPr>
          <a:xfrm>
            <a:off x="4014057" y="1416229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D1AFC7FC-4CA1-4090-FD1C-BBC3B1B9FB49}"/>
              </a:ext>
            </a:extLst>
          </p:cNvPr>
          <p:cNvSpPr/>
          <p:nvPr/>
        </p:nvSpPr>
        <p:spPr>
          <a:xfrm>
            <a:off x="4480587" y="1416229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F51209-3E2C-B21B-BFA4-511BB44D77E5}"/>
              </a:ext>
            </a:extLst>
          </p:cNvPr>
          <p:cNvSpPr txBox="1"/>
          <p:nvPr/>
        </p:nvSpPr>
        <p:spPr>
          <a:xfrm>
            <a:off x="469046" y="3041076"/>
            <a:ext cx="9060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2,5 ÷ 0,5 =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DD66F2-8561-7B7B-0D85-9BC65D7E3E6F}"/>
              </a:ext>
            </a:extLst>
          </p:cNvPr>
          <p:cNvSpPr txBox="1"/>
          <p:nvPr/>
        </p:nvSpPr>
        <p:spPr>
          <a:xfrm>
            <a:off x="117418" y="2641816"/>
            <a:ext cx="308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в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EF8FCF3-6C95-3C71-824D-C1FA7FB0335C}"/>
              </a:ext>
            </a:extLst>
          </p:cNvPr>
          <p:cNvSpPr/>
          <p:nvPr/>
        </p:nvSpPr>
        <p:spPr>
          <a:xfrm>
            <a:off x="489242" y="2608162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B0C04D2-A27A-26F6-4155-4D83314B1C2D}"/>
              </a:ext>
            </a:extLst>
          </p:cNvPr>
          <p:cNvSpPr/>
          <p:nvPr/>
        </p:nvSpPr>
        <p:spPr>
          <a:xfrm>
            <a:off x="955772" y="2608162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4" name="Partial Circle 33">
            <a:extLst>
              <a:ext uri="{FF2B5EF4-FFF2-40B4-BE49-F238E27FC236}">
                <a16:creationId xmlns:a16="http://schemas.microsoft.com/office/drawing/2014/main" id="{FD622722-3A32-59C4-B213-F79863BBCB58}"/>
              </a:ext>
            </a:extLst>
          </p:cNvPr>
          <p:cNvSpPr/>
          <p:nvPr/>
        </p:nvSpPr>
        <p:spPr>
          <a:xfrm>
            <a:off x="1422302" y="2608162"/>
            <a:ext cx="374400" cy="374400"/>
          </a:xfrm>
          <a:prstGeom prst="pie">
            <a:avLst>
              <a:gd name="adj1" fmla="val 5398506"/>
              <a:gd name="adj2" fmla="val 1620000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BE87ED1-C3CF-2832-40D4-6F09F3ADE5C3}"/>
              </a:ext>
            </a:extLst>
          </p:cNvPr>
          <p:cNvSpPr txBox="1"/>
          <p:nvPr/>
        </p:nvSpPr>
        <p:spPr>
          <a:xfrm>
            <a:off x="3741672" y="3041076"/>
            <a:ext cx="9060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/>
              <a:t>0,5 ÷ 0,5 =  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9F2E723-FFA4-173E-1B4B-0AE2931A33C2}"/>
              </a:ext>
            </a:extLst>
          </p:cNvPr>
          <p:cNvSpPr txBox="1"/>
          <p:nvPr/>
        </p:nvSpPr>
        <p:spPr>
          <a:xfrm>
            <a:off x="3556299" y="2641816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е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52" name="Partial Circle 51">
            <a:extLst>
              <a:ext uri="{FF2B5EF4-FFF2-40B4-BE49-F238E27FC236}">
                <a16:creationId xmlns:a16="http://schemas.microsoft.com/office/drawing/2014/main" id="{5834E4DE-5168-0564-60C8-3F66AEBB0771}"/>
              </a:ext>
            </a:extLst>
          </p:cNvPr>
          <p:cNvSpPr/>
          <p:nvPr/>
        </p:nvSpPr>
        <p:spPr>
          <a:xfrm>
            <a:off x="3928123" y="2608162"/>
            <a:ext cx="374400" cy="374400"/>
          </a:xfrm>
          <a:prstGeom prst="pie">
            <a:avLst>
              <a:gd name="adj1" fmla="val 5398506"/>
              <a:gd name="adj2" fmla="val 1620000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F1DD8FA-F7F6-1B7D-70B2-7CDEC11CEA4C}"/>
              </a:ext>
            </a:extLst>
          </p:cNvPr>
          <p:cNvSpPr txBox="1"/>
          <p:nvPr/>
        </p:nvSpPr>
        <p:spPr>
          <a:xfrm>
            <a:off x="2033982" y="2458936"/>
            <a:ext cx="9973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г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  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 ÷ 0,5 = 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3CE1690-792A-ECC3-B2C9-C96885B3D294}"/>
              </a:ext>
            </a:extLst>
          </p:cNvPr>
          <p:cNvSpPr txBox="1"/>
          <p:nvPr/>
        </p:nvSpPr>
        <p:spPr>
          <a:xfrm>
            <a:off x="2033982" y="2910421"/>
            <a:ext cx="11112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д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  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 ÷ 0,5 =  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C14316BF-5B2D-87A4-334F-DFE10A88F426}"/>
              </a:ext>
            </a:extLst>
          </p:cNvPr>
          <p:cNvCxnSpPr>
            <a:cxnSpLocks/>
          </p:cNvCxnSpPr>
          <p:nvPr/>
        </p:nvCxnSpPr>
        <p:spPr>
          <a:xfrm flipV="1">
            <a:off x="673950" y="3554333"/>
            <a:ext cx="3340107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81B09337-5503-F648-2E10-73F8B0F3B115}"/>
              </a:ext>
            </a:extLst>
          </p:cNvPr>
          <p:cNvSpPr txBox="1"/>
          <p:nvPr/>
        </p:nvSpPr>
        <p:spPr>
          <a:xfrm>
            <a:off x="542293" y="4150271"/>
            <a:ext cx="788999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3 ÷ 0,2 =  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575A8D90-76CC-E1B1-A158-83850E96CE8F}"/>
              </a:ext>
            </a:extLst>
          </p:cNvPr>
          <p:cNvSpPr txBox="1"/>
          <p:nvPr/>
        </p:nvSpPr>
        <p:spPr>
          <a:xfrm>
            <a:off x="121765" y="3751011"/>
            <a:ext cx="3465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ж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id="{59C2FFB7-2E60-89AA-166A-6589627236A1}"/>
              </a:ext>
            </a:extLst>
          </p:cNvPr>
          <p:cNvSpPr/>
          <p:nvPr/>
        </p:nvSpPr>
        <p:spPr>
          <a:xfrm>
            <a:off x="503980" y="371735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37" name="Oval 136">
            <a:extLst>
              <a:ext uri="{FF2B5EF4-FFF2-40B4-BE49-F238E27FC236}">
                <a16:creationId xmlns:a16="http://schemas.microsoft.com/office/drawing/2014/main" id="{312BFEF1-4072-BA84-C17D-3EDFA9BD0715}"/>
              </a:ext>
            </a:extLst>
          </p:cNvPr>
          <p:cNvSpPr/>
          <p:nvPr/>
        </p:nvSpPr>
        <p:spPr>
          <a:xfrm>
            <a:off x="973086" y="371735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49" name="Oval 148">
            <a:extLst>
              <a:ext uri="{FF2B5EF4-FFF2-40B4-BE49-F238E27FC236}">
                <a16:creationId xmlns:a16="http://schemas.microsoft.com/office/drawing/2014/main" id="{690F7E63-1AD9-2867-B34F-3F64C3C3E59D}"/>
              </a:ext>
            </a:extLst>
          </p:cNvPr>
          <p:cNvSpPr/>
          <p:nvPr/>
        </p:nvSpPr>
        <p:spPr>
          <a:xfrm>
            <a:off x="1434920" y="371735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964CDBD4-B120-5D17-D5A4-E75F89801779}"/>
              </a:ext>
            </a:extLst>
          </p:cNvPr>
          <p:cNvSpPr txBox="1"/>
          <p:nvPr/>
        </p:nvSpPr>
        <p:spPr>
          <a:xfrm>
            <a:off x="2866393" y="4150271"/>
            <a:ext cx="788999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4 ÷ 0,2 =  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222488E2-49A7-CD6E-8401-3856EE67607C}"/>
              </a:ext>
            </a:extLst>
          </p:cNvPr>
          <p:cNvSpPr txBox="1"/>
          <p:nvPr/>
        </p:nvSpPr>
        <p:spPr>
          <a:xfrm>
            <a:off x="2445865" y="3751011"/>
            <a:ext cx="298480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з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57" name="Oval 156">
            <a:extLst>
              <a:ext uri="{FF2B5EF4-FFF2-40B4-BE49-F238E27FC236}">
                <a16:creationId xmlns:a16="http://schemas.microsoft.com/office/drawing/2014/main" id="{0349F0C4-416D-DFAA-5085-DFA49E495FA3}"/>
              </a:ext>
            </a:extLst>
          </p:cNvPr>
          <p:cNvSpPr/>
          <p:nvPr/>
        </p:nvSpPr>
        <p:spPr>
          <a:xfrm>
            <a:off x="2828080" y="371735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66" name="Oval 165">
            <a:extLst>
              <a:ext uri="{FF2B5EF4-FFF2-40B4-BE49-F238E27FC236}">
                <a16:creationId xmlns:a16="http://schemas.microsoft.com/office/drawing/2014/main" id="{CF254482-DFA9-9FFF-7F80-2BBFE84767F9}"/>
              </a:ext>
            </a:extLst>
          </p:cNvPr>
          <p:cNvSpPr/>
          <p:nvPr/>
        </p:nvSpPr>
        <p:spPr>
          <a:xfrm>
            <a:off x="3297186" y="371735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90" name="Oval 189">
            <a:extLst>
              <a:ext uri="{FF2B5EF4-FFF2-40B4-BE49-F238E27FC236}">
                <a16:creationId xmlns:a16="http://schemas.microsoft.com/office/drawing/2014/main" id="{C429BD5F-FCBC-FE29-C883-F29460E4FE50}"/>
              </a:ext>
            </a:extLst>
          </p:cNvPr>
          <p:cNvSpPr/>
          <p:nvPr/>
        </p:nvSpPr>
        <p:spPr>
          <a:xfrm>
            <a:off x="3759148" y="371735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96" name="Oval 195">
            <a:extLst>
              <a:ext uri="{FF2B5EF4-FFF2-40B4-BE49-F238E27FC236}">
                <a16:creationId xmlns:a16="http://schemas.microsoft.com/office/drawing/2014/main" id="{5B1E0896-1AA8-DF56-57BD-B5E84DB63CA4}"/>
              </a:ext>
            </a:extLst>
          </p:cNvPr>
          <p:cNvSpPr/>
          <p:nvPr/>
        </p:nvSpPr>
        <p:spPr>
          <a:xfrm>
            <a:off x="4220982" y="371735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502AE147-7640-AAE5-8F8A-4A61DD0C1765}"/>
              </a:ext>
            </a:extLst>
          </p:cNvPr>
          <p:cNvSpPr txBox="1"/>
          <p:nvPr/>
        </p:nvSpPr>
        <p:spPr>
          <a:xfrm>
            <a:off x="542293" y="5156111"/>
            <a:ext cx="7889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2 ÷ 0,1 =  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EA8E528F-799F-8A9C-4969-3E3A4A5F6017}"/>
              </a:ext>
            </a:extLst>
          </p:cNvPr>
          <p:cNvSpPr txBox="1"/>
          <p:nvPr/>
        </p:nvSpPr>
        <p:spPr>
          <a:xfrm>
            <a:off x="121765" y="4756851"/>
            <a:ext cx="3177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и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04" name="Oval 203">
            <a:extLst>
              <a:ext uri="{FF2B5EF4-FFF2-40B4-BE49-F238E27FC236}">
                <a16:creationId xmlns:a16="http://schemas.microsoft.com/office/drawing/2014/main" id="{68D434E0-0519-35C2-D1F9-65536F148C27}"/>
              </a:ext>
            </a:extLst>
          </p:cNvPr>
          <p:cNvSpPr/>
          <p:nvPr/>
        </p:nvSpPr>
        <p:spPr>
          <a:xfrm>
            <a:off x="503980" y="472319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6F2B89DC-6815-E0F0-C595-0AAC9AE901B0}"/>
              </a:ext>
            </a:extLst>
          </p:cNvPr>
          <p:cNvSpPr txBox="1"/>
          <p:nvPr/>
        </p:nvSpPr>
        <p:spPr>
          <a:xfrm>
            <a:off x="2644936" y="5156111"/>
            <a:ext cx="7889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5 ÷ 0,1 =  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4477A8B1-ACEA-1924-D61F-B8B95AA0899A}"/>
              </a:ext>
            </a:extLst>
          </p:cNvPr>
          <p:cNvSpPr txBox="1"/>
          <p:nvPr/>
        </p:nvSpPr>
        <p:spPr>
          <a:xfrm>
            <a:off x="2224408" y="4756851"/>
            <a:ext cx="317716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й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64" name="Oval 263">
            <a:extLst>
              <a:ext uri="{FF2B5EF4-FFF2-40B4-BE49-F238E27FC236}">
                <a16:creationId xmlns:a16="http://schemas.microsoft.com/office/drawing/2014/main" id="{58845388-FE6E-BDC6-FA18-E1719902B053}"/>
              </a:ext>
            </a:extLst>
          </p:cNvPr>
          <p:cNvSpPr/>
          <p:nvPr/>
        </p:nvSpPr>
        <p:spPr>
          <a:xfrm>
            <a:off x="973086" y="472319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82" name="Oval 281">
            <a:extLst>
              <a:ext uri="{FF2B5EF4-FFF2-40B4-BE49-F238E27FC236}">
                <a16:creationId xmlns:a16="http://schemas.microsoft.com/office/drawing/2014/main" id="{C2FAB2C4-D3EA-D923-E5E5-150EAAD56B67}"/>
              </a:ext>
            </a:extLst>
          </p:cNvPr>
          <p:cNvSpPr/>
          <p:nvPr/>
        </p:nvSpPr>
        <p:spPr>
          <a:xfrm>
            <a:off x="2608053" y="472319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88" name="Oval 287">
            <a:extLst>
              <a:ext uri="{FF2B5EF4-FFF2-40B4-BE49-F238E27FC236}">
                <a16:creationId xmlns:a16="http://schemas.microsoft.com/office/drawing/2014/main" id="{6B7179BD-03A0-1E1A-9880-0DC9FCD6C28C}"/>
              </a:ext>
            </a:extLst>
          </p:cNvPr>
          <p:cNvSpPr/>
          <p:nvPr/>
        </p:nvSpPr>
        <p:spPr>
          <a:xfrm>
            <a:off x="3077159" y="472319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06" name="Oval 305">
            <a:extLst>
              <a:ext uri="{FF2B5EF4-FFF2-40B4-BE49-F238E27FC236}">
                <a16:creationId xmlns:a16="http://schemas.microsoft.com/office/drawing/2014/main" id="{51A2284F-1D42-6812-8C3D-F068E4245395}"/>
              </a:ext>
            </a:extLst>
          </p:cNvPr>
          <p:cNvSpPr/>
          <p:nvPr/>
        </p:nvSpPr>
        <p:spPr>
          <a:xfrm>
            <a:off x="3536741" y="472319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30" name="Oval 329">
            <a:extLst>
              <a:ext uri="{FF2B5EF4-FFF2-40B4-BE49-F238E27FC236}">
                <a16:creationId xmlns:a16="http://schemas.microsoft.com/office/drawing/2014/main" id="{75C48664-EDAB-7EC3-EF36-BEF6893D2373}"/>
              </a:ext>
            </a:extLst>
          </p:cNvPr>
          <p:cNvSpPr/>
          <p:nvPr/>
        </p:nvSpPr>
        <p:spPr>
          <a:xfrm>
            <a:off x="4005848" y="472319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36" name="Oval 335">
            <a:extLst>
              <a:ext uri="{FF2B5EF4-FFF2-40B4-BE49-F238E27FC236}">
                <a16:creationId xmlns:a16="http://schemas.microsoft.com/office/drawing/2014/main" id="{49ADA7BD-D73D-2031-ED85-D465BA50C0DD}"/>
              </a:ext>
            </a:extLst>
          </p:cNvPr>
          <p:cNvSpPr/>
          <p:nvPr/>
        </p:nvSpPr>
        <p:spPr>
          <a:xfrm>
            <a:off x="4474954" y="472319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343" name="Straight Connector 342">
            <a:extLst>
              <a:ext uri="{FF2B5EF4-FFF2-40B4-BE49-F238E27FC236}">
                <a16:creationId xmlns:a16="http://schemas.microsoft.com/office/drawing/2014/main" id="{73966C2D-8265-84AF-4A6F-A2CCCBB77EA3}"/>
              </a:ext>
            </a:extLst>
          </p:cNvPr>
          <p:cNvCxnSpPr>
            <a:cxnSpLocks/>
          </p:cNvCxnSpPr>
          <p:nvPr/>
        </p:nvCxnSpPr>
        <p:spPr>
          <a:xfrm flipV="1">
            <a:off x="673950" y="5669368"/>
            <a:ext cx="3340107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4" name="TextBox 343">
            <a:extLst>
              <a:ext uri="{FF2B5EF4-FFF2-40B4-BE49-F238E27FC236}">
                <a16:creationId xmlns:a16="http://schemas.microsoft.com/office/drawing/2014/main" id="{E2372391-D168-9994-6669-02AA345B7E88}"/>
              </a:ext>
            </a:extLst>
          </p:cNvPr>
          <p:cNvSpPr txBox="1"/>
          <p:nvPr/>
        </p:nvSpPr>
        <p:spPr>
          <a:xfrm>
            <a:off x="74950" y="5893947"/>
            <a:ext cx="10182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к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  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 ÷ 0,5 =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8" name="TextBox 347">
                <a:extLst>
                  <a:ext uri="{FF2B5EF4-FFF2-40B4-BE49-F238E27FC236}">
                    <a16:creationId xmlns:a16="http://schemas.microsoft.com/office/drawing/2014/main" id="{F8E3625A-A043-6A70-9888-6FBC1DC8020D}"/>
                  </a:ext>
                </a:extLst>
              </p:cNvPr>
              <p:cNvSpPr txBox="1"/>
              <p:nvPr/>
            </p:nvSpPr>
            <p:spPr>
              <a:xfrm>
                <a:off x="74950" y="6382281"/>
                <a:ext cx="1010213" cy="4412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y-KG" sz="1200" b="1" dirty="0">
                    <a:solidFill>
                      <a:schemeClr val="bg1">
                        <a:lumMod val="50000"/>
                      </a:schemeClr>
                    </a:solidFill>
                  </a:rPr>
                  <a:t>н</a:t>
                </a:r>
                <a:r>
                  <a:rPr lang="en-GB" sz="1200" b="1" dirty="0">
                    <a:solidFill>
                      <a:schemeClr val="bg1">
                        <a:lumMod val="50000"/>
                      </a:schemeClr>
                    </a:solidFill>
                  </a:rPr>
                  <a:t>)   </a:t>
                </a: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4 ÷ 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GB" sz="1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GB" sz="1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num>
                      <m:den>
                        <m:r>
                          <a:rPr kumimoji="0" lang="en-GB" sz="1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3</m:t>
                        </m:r>
                      </m:den>
                    </m:f>
                  </m:oMath>
                </a14:m>
                <a:r>
                  <a:rPr kumimoji="0" lang="en-GB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</a:t>
                </a: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=  </a:t>
                </a:r>
              </a:p>
            </p:txBody>
          </p:sp>
        </mc:Choice>
        <mc:Fallback xmlns="">
          <p:sp>
            <p:nvSpPr>
              <p:cNvPr id="348" name="TextBox 347">
                <a:extLst>
                  <a:ext uri="{FF2B5EF4-FFF2-40B4-BE49-F238E27FC236}">
                    <a16:creationId xmlns:a16="http://schemas.microsoft.com/office/drawing/2014/main" id="{F8E3625A-A043-6A70-9888-6FBC1DC802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50" y="6382281"/>
                <a:ext cx="1010213" cy="4412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0" name="TextBox 379">
            <a:extLst>
              <a:ext uri="{FF2B5EF4-FFF2-40B4-BE49-F238E27FC236}">
                <a16:creationId xmlns:a16="http://schemas.microsoft.com/office/drawing/2014/main" id="{39F53E44-A84E-0017-1F4E-11EFBE898091}"/>
              </a:ext>
            </a:extLst>
          </p:cNvPr>
          <p:cNvSpPr txBox="1"/>
          <p:nvPr/>
        </p:nvSpPr>
        <p:spPr>
          <a:xfrm>
            <a:off x="1762780" y="5893947"/>
            <a:ext cx="1023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л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  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 ÷ 0,2 =  </a:t>
            </a:r>
          </a:p>
        </p:txBody>
      </p:sp>
      <p:sp>
        <p:nvSpPr>
          <p:cNvPr id="378" name="TextBox 377">
            <a:extLst>
              <a:ext uri="{FF2B5EF4-FFF2-40B4-BE49-F238E27FC236}">
                <a16:creationId xmlns:a16="http://schemas.microsoft.com/office/drawing/2014/main" id="{CA670D2C-0414-49F4-0800-02AF049359C2}"/>
              </a:ext>
            </a:extLst>
          </p:cNvPr>
          <p:cNvSpPr txBox="1"/>
          <p:nvPr/>
        </p:nvSpPr>
        <p:spPr>
          <a:xfrm>
            <a:off x="1762780" y="6472590"/>
            <a:ext cx="11047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о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  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÷ 0,25 =  </a:t>
            </a:r>
          </a:p>
        </p:txBody>
      </p:sp>
      <p:sp>
        <p:nvSpPr>
          <p:cNvPr id="387" name="TextBox 386">
            <a:extLst>
              <a:ext uri="{FF2B5EF4-FFF2-40B4-BE49-F238E27FC236}">
                <a16:creationId xmlns:a16="http://schemas.microsoft.com/office/drawing/2014/main" id="{827E8152-6A23-911D-8C12-8E18F3304301}"/>
              </a:ext>
            </a:extLst>
          </p:cNvPr>
          <p:cNvSpPr txBox="1"/>
          <p:nvPr/>
        </p:nvSpPr>
        <p:spPr>
          <a:xfrm>
            <a:off x="3450610" y="5893947"/>
            <a:ext cx="11304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м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  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14 ÷ 0,1 =  </a:t>
            </a:r>
          </a:p>
        </p:txBody>
      </p:sp>
      <p:sp>
        <p:nvSpPr>
          <p:cNvPr id="385" name="TextBox 384">
            <a:extLst>
              <a:ext uri="{FF2B5EF4-FFF2-40B4-BE49-F238E27FC236}">
                <a16:creationId xmlns:a16="http://schemas.microsoft.com/office/drawing/2014/main" id="{E1872154-C234-664D-E5C4-2A2CAF2F4239}"/>
              </a:ext>
            </a:extLst>
          </p:cNvPr>
          <p:cNvSpPr txBox="1"/>
          <p:nvPr/>
        </p:nvSpPr>
        <p:spPr>
          <a:xfrm>
            <a:off x="3450610" y="6472590"/>
            <a:ext cx="11031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п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  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 ÷ 0,02 =  </a:t>
            </a:r>
          </a:p>
        </p:txBody>
      </p:sp>
    </p:spTree>
    <p:extLst>
      <p:ext uri="{BB962C8B-B14F-4D97-AF65-F5344CB8AC3E}">
        <p14:creationId xmlns:p14="http://schemas.microsoft.com/office/powerpoint/2010/main" val="1627834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ACF9AAC4-F50F-4341-13BB-8C47367EBC4B}"/>
              </a:ext>
            </a:extLst>
          </p:cNvPr>
          <p:cNvSpPr txBox="1"/>
          <p:nvPr/>
        </p:nvSpPr>
        <p:spPr>
          <a:xfrm>
            <a:off x="1336590" y="-6955"/>
            <a:ext cx="16209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b="1" dirty="0">
                <a:solidFill>
                  <a:schemeClr val="accent1">
                    <a:lumMod val="50000"/>
                  </a:schemeClr>
                </a:solidFill>
                <a:latin typeface="Cooper Black" panose="0208090404030B020404" pitchFamily="18" charset="0"/>
              </a:rPr>
              <a:t>Ондук менен бөлүү</a:t>
            </a:r>
            <a:endParaRPr lang="en-GB" sz="1200" b="1" dirty="0">
              <a:solidFill>
                <a:schemeClr val="accent1">
                  <a:lumMod val="50000"/>
                </a:schemeClr>
              </a:solidFill>
              <a:latin typeface="Cooper Black" panose="0208090404030B020404" pitchFamily="18" charset="0"/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6B0F961F-B8FF-C36C-DDF3-55CF39BF2DC8}"/>
              </a:ext>
            </a:extLst>
          </p:cNvPr>
          <p:cNvGrpSpPr/>
          <p:nvPr/>
        </p:nvGrpSpPr>
        <p:grpSpPr>
          <a:xfrm>
            <a:off x="1421244" y="257797"/>
            <a:ext cx="2073324" cy="1019813"/>
            <a:chOff x="360681" y="264355"/>
            <a:chExt cx="2073324" cy="1019813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E14C0D5-EED1-1BC4-5ACF-3991A1D20951}"/>
                </a:ext>
              </a:extLst>
            </p:cNvPr>
            <p:cNvSpPr txBox="1"/>
            <p:nvPr/>
          </p:nvSpPr>
          <p:spPr>
            <a:xfrm>
              <a:off x="977074" y="1007169"/>
              <a:ext cx="78899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200" dirty="0"/>
                <a:t>2 ÷ 0,5 =  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EF79C18-22E7-F1A6-E12F-772359A80E72}"/>
                </a:ext>
              </a:extLst>
            </p:cNvPr>
            <p:cNvSpPr txBox="1"/>
            <p:nvPr/>
          </p:nvSpPr>
          <p:spPr>
            <a:xfrm>
              <a:off x="360681" y="264355"/>
              <a:ext cx="207332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200" dirty="0"/>
                <a:t>2 бүтүндө канча жарым бар?</a:t>
              </a:r>
              <a:endParaRPr lang="en-GB" sz="1200" dirty="0"/>
            </a:p>
          </p:txBody>
        </p: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AD012BB8-F0B6-E96D-6EB7-635430A17622}"/>
                </a:ext>
              </a:extLst>
            </p:cNvPr>
            <p:cNvGrpSpPr/>
            <p:nvPr/>
          </p:nvGrpSpPr>
          <p:grpSpPr>
            <a:xfrm>
              <a:off x="938761" y="599193"/>
              <a:ext cx="865622" cy="375084"/>
              <a:chOff x="918940" y="586941"/>
              <a:chExt cx="865622" cy="375084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F6CFC30F-DB77-37BA-586C-99546722354A}"/>
                  </a:ext>
                </a:extLst>
              </p:cNvPr>
              <p:cNvSpPr/>
              <p:nvPr/>
            </p:nvSpPr>
            <p:spPr>
              <a:xfrm>
                <a:off x="918940" y="586941"/>
                <a:ext cx="375084" cy="375084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200" dirty="0" err="1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F6CAE623-D691-C842-D217-B54FFBE04A2B}"/>
                  </a:ext>
                </a:extLst>
              </p:cNvPr>
              <p:cNvCxnSpPr>
                <a:cxnSpLocks/>
                <a:stCxn id="18" idx="0"/>
                <a:endCxn id="18" idx="4"/>
              </p:cNvCxnSpPr>
              <p:nvPr/>
            </p:nvCxnSpPr>
            <p:spPr>
              <a:xfrm>
                <a:off x="1106482" y="586941"/>
                <a:ext cx="0" cy="375084"/>
              </a:xfrm>
              <a:prstGeom prst="line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  <a:headEnd type="none" w="sm" len="sm"/>
                <a:tailEnd type="non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7DFBA191-6F28-067F-3DA2-0C132B048BCB}"/>
                  </a:ext>
                </a:extLst>
              </p:cNvPr>
              <p:cNvSpPr/>
              <p:nvPr/>
            </p:nvSpPr>
            <p:spPr>
              <a:xfrm>
                <a:off x="1409478" y="586941"/>
                <a:ext cx="375084" cy="375084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200" dirty="0" err="1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6874C2D1-1C9C-64C0-3BEA-8A812DD66DA4}"/>
                  </a:ext>
                </a:extLst>
              </p:cNvPr>
              <p:cNvCxnSpPr>
                <a:cxnSpLocks/>
                <a:stCxn id="41" idx="0"/>
                <a:endCxn id="41" idx="4"/>
              </p:cNvCxnSpPr>
              <p:nvPr/>
            </p:nvCxnSpPr>
            <p:spPr>
              <a:xfrm>
                <a:off x="1597020" y="586941"/>
                <a:ext cx="0" cy="375084"/>
              </a:xfrm>
              <a:prstGeom prst="line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  <a:headEnd type="none" w="sm" len="sm"/>
                <a:tailEnd type="non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4A113CF7-F440-DC90-3AF4-D8709EFB2A92}"/>
              </a:ext>
            </a:extLst>
          </p:cNvPr>
          <p:cNvSpPr/>
          <p:nvPr/>
        </p:nvSpPr>
        <p:spPr>
          <a:xfrm>
            <a:off x="806620" y="277715"/>
            <a:ext cx="3251030" cy="100492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D5AAADA-776D-C2B5-52F9-BDABDC19CEBF}"/>
              </a:ext>
            </a:extLst>
          </p:cNvPr>
          <p:cNvSpPr txBox="1"/>
          <p:nvPr/>
        </p:nvSpPr>
        <p:spPr>
          <a:xfrm>
            <a:off x="524721" y="1847759"/>
            <a:ext cx="7889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3 ÷ 0,5 =  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8431A93-E9F1-A101-6C6D-FBDFD6DA71AC}"/>
              </a:ext>
            </a:extLst>
          </p:cNvPr>
          <p:cNvSpPr txBox="1"/>
          <p:nvPr/>
        </p:nvSpPr>
        <p:spPr>
          <a:xfrm>
            <a:off x="114584" y="1448499"/>
            <a:ext cx="308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а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25EF4D64-874A-413E-B4AD-916DCEDCCEF3}"/>
              </a:ext>
            </a:extLst>
          </p:cNvPr>
          <p:cNvSpPr/>
          <p:nvPr/>
        </p:nvSpPr>
        <p:spPr>
          <a:xfrm>
            <a:off x="486408" y="1414845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D129BB58-7543-3605-90B8-52A9E3E5B187}"/>
              </a:ext>
            </a:extLst>
          </p:cNvPr>
          <p:cNvCxnSpPr>
            <a:cxnSpLocks/>
            <a:stCxn id="53" idx="0"/>
            <a:endCxn id="53" idx="4"/>
          </p:cNvCxnSpPr>
          <p:nvPr/>
        </p:nvCxnSpPr>
        <p:spPr>
          <a:xfrm>
            <a:off x="673950" y="1414845"/>
            <a:ext cx="0" cy="37508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A542538D-FA07-0A31-B61B-027DD3D7372D}"/>
              </a:ext>
            </a:extLst>
          </p:cNvPr>
          <p:cNvSpPr/>
          <p:nvPr/>
        </p:nvSpPr>
        <p:spPr>
          <a:xfrm>
            <a:off x="952938" y="1414845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02C026AE-1641-D619-B4CF-C50DF7B4C5F8}"/>
              </a:ext>
            </a:extLst>
          </p:cNvPr>
          <p:cNvSpPr/>
          <p:nvPr/>
        </p:nvSpPr>
        <p:spPr>
          <a:xfrm>
            <a:off x="1419468" y="1414845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2EC9386-04FC-420F-E10B-0B2A3DBBC5EE}"/>
              </a:ext>
            </a:extLst>
          </p:cNvPr>
          <p:cNvSpPr txBox="1"/>
          <p:nvPr/>
        </p:nvSpPr>
        <p:spPr>
          <a:xfrm>
            <a:off x="1235791" y="1797882"/>
            <a:ext cx="314510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4FAF548-87F2-D7A3-F72C-7C21CEC485C5}"/>
              </a:ext>
            </a:extLst>
          </p:cNvPr>
          <p:cNvSpPr txBox="1"/>
          <p:nvPr/>
        </p:nvSpPr>
        <p:spPr>
          <a:xfrm>
            <a:off x="2652780" y="1849143"/>
            <a:ext cx="7889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5 ÷ 0,5 =  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F9C32E3-F232-7C8B-C40B-E589B64E3870}"/>
              </a:ext>
            </a:extLst>
          </p:cNvPr>
          <p:cNvSpPr txBox="1"/>
          <p:nvPr/>
        </p:nvSpPr>
        <p:spPr>
          <a:xfrm>
            <a:off x="2242643" y="1449883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б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9551E368-B057-4AD1-713E-7397FA29D9D8}"/>
              </a:ext>
            </a:extLst>
          </p:cNvPr>
          <p:cNvSpPr/>
          <p:nvPr/>
        </p:nvSpPr>
        <p:spPr>
          <a:xfrm>
            <a:off x="2614467" y="1416229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295B640F-FFF4-3F39-E340-C023EFC96168}"/>
              </a:ext>
            </a:extLst>
          </p:cNvPr>
          <p:cNvSpPr/>
          <p:nvPr/>
        </p:nvSpPr>
        <p:spPr>
          <a:xfrm>
            <a:off x="3080997" y="1416229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E91E8EDB-0011-4A8D-9EFE-F6DA5AA01E98}"/>
              </a:ext>
            </a:extLst>
          </p:cNvPr>
          <p:cNvSpPr/>
          <p:nvPr/>
        </p:nvSpPr>
        <p:spPr>
          <a:xfrm>
            <a:off x="3547527" y="1416229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520D9B58-6B48-C281-7DA5-CBCDC28971F4}"/>
              </a:ext>
            </a:extLst>
          </p:cNvPr>
          <p:cNvSpPr/>
          <p:nvPr/>
        </p:nvSpPr>
        <p:spPr>
          <a:xfrm>
            <a:off x="4014057" y="1416229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D1AFC7FC-4CA1-4090-FD1C-BBC3B1B9FB49}"/>
              </a:ext>
            </a:extLst>
          </p:cNvPr>
          <p:cNvSpPr/>
          <p:nvPr/>
        </p:nvSpPr>
        <p:spPr>
          <a:xfrm>
            <a:off x="4480587" y="1416229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A511FB9F-6078-A869-0DE9-7580064AF046}"/>
              </a:ext>
            </a:extLst>
          </p:cNvPr>
          <p:cNvSpPr txBox="1"/>
          <p:nvPr/>
        </p:nvSpPr>
        <p:spPr>
          <a:xfrm>
            <a:off x="3365431" y="1799266"/>
            <a:ext cx="44435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F51209-3E2C-B21B-BFA4-511BB44D77E5}"/>
              </a:ext>
            </a:extLst>
          </p:cNvPr>
          <p:cNvSpPr txBox="1"/>
          <p:nvPr/>
        </p:nvSpPr>
        <p:spPr>
          <a:xfrm>
            <a:off x="469046" y="3041076"/>
            <a:ext cx="9060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2,5 ÷ 0,5 =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DD66F2-8561-7B7B-0D85-9BC65D7E3E6F}"/>
              </a:ext>
            </a:extLst>
          </p:cNvPr>
          <p:cNvSpPr txBox="1"/>
          <p:nvPr/>
        </p:nvSpPr>
        <p:spPr>
          <a:xfrm>
            <a:off x="117418" y="2641816"/>
            <a:ext cx="308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в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EF8FCF3-6C95-3C71-824D-C1FA7FB0335C}"/>
              </a:ext>
            </a:extLst>
          </p:cNvPr>
          <p:cNvSpPr/>
          <p:nvPr/>
        </p:nvSpPr>
        <p:spPr>
          <a:xfrm>
            <a:off x="489242" y="2608162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B0C04D2-A27A-26F6-4155-4D83314B1C2D}"/>
              </a:ext>
            </a:extLst>
          </p:cNvPr>
          <p:cNvSpPr/>
          <p:nvPr/>
        </p:nvSpPr>
        <p:spPr>
          <a:xfrm>
            <a:off x="955772" y="2608162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1FBD907-638C-92F3-F1D1-EA2935B9EFA3}"/>
              </a:ext>
            </a:extLst>
          </p:cNvPr>
          <p:cNvSpPr txBox="1"/>
          <p:nvPr/>
        </p:nvSpPr>
        <p:spPr>
          <a:xfrm>
            <a:off x="1238625" y="2991199"/>
            <a:ext cx="314510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5</a:t>
            </a:r>
          </a:p>
        </p:txBody>
      </p:sp>
      <p:sp>
        <p:nvSpPr>
          <p:cNvPr id="34" name="Partial Circle 33">
            <a:extLst>
              <a:ext uri="{FF2B5EF4-FFF2-40B4-BE49-F238E27FC236}">
                <a16:creationId xmlns:a16="http://schemas.microsoft.com/office/drawing/2014/main" id="{FD622722-3A32-59C4-B213-F79863BBCB58}"/>
              </a:ext>
            </a:extLst>
          </p:cNvPr>
          <p:cNvSpPr/>
          <p:nvPr/>
        </p:nvSpPr>
        <p:spPr>
          <a:xfrm>
            <a:off x="1422302" y="2608162"/>
            <a:ext cx="374400" cy="374400"/>
          </a:xfrm>
          <a:prstGeom prst="pie">
            <a:avLst>
              <a:gd name="adj1" fmla="val 5398506"/>
              <a:gd name="adj2" fmla="val 1620000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BE87ED1-C3CF-2832-40D4-6F09F3ADE5C3}"/>
              </a:ext>
            </a:extLst>
          </p:cNvPr>
          <p:cNvSpPr txBox="1"/>
          <p:nvPr/>
        </p:nvSpPr>
        <p:spPr>
          <a:xfrm>
            <a:off x="3741672" y="3041076"/>
            <a:ext cx="9060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/>
              <a:t>0,5 ÷ 0,5 =  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9F2E723-FFA4-173E-1B4B-0AE2931A33C2}"/>
              </a:ext>
            </a:extLst>
          </p:cNvPr>
          <p:cNvSpPr txBox="1"/>
          <p:nvPr/>
        </p:nvSpPr>
        <p:spPr>
          <a:xfrm>
            <a:off x="3556299" y="2641816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е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CC10262-B94D-C543-D299-CC537CDF22A7}"/>
              </a:ext>
            </a:extLst>
          </p:cNvPr>
          <p:cNvSpPr txBox="1"/>
          <p:nvPr/>
        </p:nvSpPr>
        <p:spPr>
          <a:xfrm>
            <a:off x="4569440" y="2991199"/>
            <a:ext cx="314510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</a:t>
            </a:r>
          </a:p>
        </p:txBody>
      </p:sp>
      <p:sp>
        <p:nvSpPr>
          <p:cNvPr id="52" name="Partial Circle 51">
            <a:extLst>
              <a:ext uri="{FF2B5EF4-FFF2-40B4-BE49-F238E27FC236}">
                <a16:creationId xmlns:a16="http://schemas.microsoft.com/office/drawing/2014/main" id="{5834E4DE-5168-0564-60C8-3F66AEBB0771}"/>
              </a:ext>
            </a:extLst>
          </p:cNvPr>
          <p:cNvSpPr/>
          <p:nvPr/>
        </p:nvSpPr>
        <p:spPr>
          <a:xfrm>
            <a:off x="3928123" y="2608162"/>
            <a:ext cx="374400" cy="374400"/>
          </a:xfrm>
          <a:prstGeom prst="pie">
            <a:avLst>
              <a:gd name="adj1" fmla="val 5398506"/>
              <a:gd name="adj2" fmla="val 1620000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F1DD8FA-F7F6-1B7D-70B2-7CDEC11CEA4C}"/>
              </a:ext>
            </a:extLst>
          </p:cNvPr>
          <p:cNvSpPr txBox="1"/>
          <p:nvPr/>
        </p:nvSpPr>
        <p:spPr>
          <a:xfrm>
            <a:off x="2033982" y="2458936"/>
            <a:ext cx="9973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г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  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 ÷ 0,5 = 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3CE1690-792A-ECC3-B2C9-C96885B3D294}"/>
              </a:ext>
            </a:extLst>
          </p:cNvPr>
          <p:cNvSpPr txBox="1"/>
          <p:nvPr/>
        </p:nvSpPr>
        <p:spPr>
          <a:xfrm>
            <a:off x="2033982" y="2910421"/>
            <a:ext cx="11112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д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  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 ÷ 0,5 =  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9B6F2AD-F709-A654-FB4E-8E210CDFC7BE}"/>
              </a:ext>
            </a:extLst>
          </p:cNvPr>
          <p:cNvSpPr txBox="1"/>
          <p:nvPr/>
        </p:nvSpPr>
        <p:spPr>
          <a:xfrm>
            <a:off x="2931624" y="2397474"/>
            <a:ext cx="44435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0FF715A-B1C2-0ADF-22CF-C623EF386905}"/>
              </a:ext>
            </a:extLst>
          </p:cNvPr>
          <p:cNvSpPr txBox="1"/>
          <p:nvPr/>
        </p:nvSpPr>
        <p:spPr>
          <a:xfrm>
            <a:off x="3007824" y="2845149"/>
            <a:ext cx="44435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40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C14316BF-5B2D-87A4-334F-DFE10A88F426}"/>
              </a:ext>
            </a:extLst>
          </p:cNvPr>
          <p:cNvCxnSpPr>
            <a:cxnSpLocks/>
          </p:cNvCxnSpPr>
          <p:nvPr/>
        </p:nvCxnSpPr>
        <p:spPr>
          <a:xfrm flipV="1">
            <a:off x="673950" y="3554333"/>
            <a:ext cx="3340107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81B09337-5503-F648-2E10-73F8B0F3B115}"/>
              </a:ext>
            </a:extLst>
          </p:cNvPr>
          <p:cNvSpPr txBox="1"/>
          <p:nvPr/>
        </p:nvSpPr>
        <p:spPr>
          <a:xfrm>
            <a:off x="542293" y="4150271"/>
            <a:ext cx="788999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3 ÷ 0,2 =  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575A8D90-76CC-E1B1-A158-83850E96CE8F}"/>
              </a:ext>
            </a:extLst>
          </p:cNvPr>
          <p:cNvSpPr txBox="1"/>
          <p:nvPr/>
        </p:nvSpPr>
        <p:spPr>
          <a:xfrm>
            <a:off x="121765" y="3751011"/>
            <a:ext cx="3465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ж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id="{59C2FFB7-2E60-89AA-166A-6589627236A1}"/>
              </a:ext>
            </a:extLst>
          </p:cNvPr>
          <p:cNvSpPr/>
          <p:nvPr/>
        </p:nvSpPr>
        <p:spPr>
          <a:xfrm>
            <a:off x="503980" y="371735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37" name="Oval 136">
            <a:extLst>
              <a:ext uri="{FF2B5EF4-FFF2-40B4-BE49-F238E27FC236}">
                <a16:creationId xmlns:a16="http://schemas.microsoft.com/office/drawing/2014/main" id="{312BFEF1-4072-BA84-C17D-3EDFA9BD0715}"/>
              </a:ext>
            </a:extLst>
          </p:cNvPr>
          <p:cNvSpPr/>
          <p:nvPr/>
        </p:nvSpPr>
        <p:spPr>
          <a:xfrm>
            <a:off x="973086" y="371735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49" name="Oval 148">
            <a:extLst>
              <a:ext uri="{FF2B5EF4-FFF2-40B4-BE49-F238E27FC236}">
                <a16:creationId xmlns:a16="http://schemas.microsoft.com/office/drawing/2014/main" id="{690F7E63-1AD9-2867-B34F-3F64C3C3E59D}"/>
              </a:ext>
            </a:extLst>
          </p:cNvPr>
          <p:cNvSpPr/>
          <p:nvPr/>
        </p:nvSpPr>
        <p:spPr>
          <a:xfrm>
            <a:off x="1434920" y="371735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964CDBD4-B120-5D17-D5A4-E75F89801779}"/>
              </a:ext>
            </a:extLst>
          </p:cNvPr>
          <p:cNvSpPr txBox="1"/>
          <p:nvPr/>
        </p:nvSpPr>
        <p:spPr>
          <a:xfrm>
            <a:off x="2866393" y="4150271"/>
            <a:ext cx="788999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4 ÷ 0,2 =  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222488E2-49A7-CD6E-8401-3856EE67607C}"/>
              </a:ext>
            </a:extLst>
          </p:cNvPr>
          <p:cNvSpPr txBox="1"/>
          <p:nvPr/>
        </p:nvSpPr>
        <p:spPr>
          <a:xfrm>
            <a:off x="2445865" y="3751011"/>
            <a:ext cx="298480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з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57" name="Oval 156">
            <a:extLst>
              <a:ext uri="{FF2B5EF4-FFF2-40B4-BE49-F238E27FC236}">
                <a16:creationId xmlns:a16="http://schemas.microsoft.com/office/drawing/2014/main" id="{0349F0C4-416D-DFAA-5085-DFA49E495FA3}"/>
              </a:ext>
            </a:extLst>
          </p:cNvPr>
          <p:cNvSpPr/>
          <p:nvPr/>
        </p:nvSpPr>
        <p:spPr>
          <a:xfrm>
            <a:off x="2828080" y="371735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66" name="Oval 165">
            <a:extLst>
              <a:ext uri="{FF2B5EF4-FFF2-40B4-BE49-F238E27FC236}">
                <a16:creationId xmlns:a16="http://schemas.microsoft.com/office/drawing/2014/main" id="{CF254482-DFA9-9FFF-7F80-2BBFE84767F9}"/>
              </a:ext>
            </a:extLst>
          </p:cNvPr>
          <p:cNvSpPr/>
          <p:nvPr/>
        </p:nvSpPr>
        <p:spPr>
          <a:xfrm>
            <a:off x="3297186" y="371735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90" name="Oval 189">
            <a:extLst>
              <a:ext uri="{FF2B5EF4-FFF2-40B4-BE49-F238E27FC236}">
                <a16:creationId xmlns:a16="http://schemas.microsoft.com/office/drawing/2014/main" id="{C429BD5F-FCBC-FE29-C883-F29460E4FE50}"/>
              </a:ext>
            </a:extLst>
          </p:cNvPr>
          <p:cNvSpPr/>
          <p:nvPr/>
        </p:nvSpPr>
        <p:spPr>
          <a:xfrm>
            <a:off x="3759148" y="371735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96" name="Oval 195">
            <a:extLst>
              <a:ext uri="{FF2B5EF4-FFF2-40B4-BE49-F238E27FC236}">
                <a16:creationId xmlns:a16="http://schemas.microsoft.com/office/drawing/2014/main" id="{5B1E0896-1AA8-DF56-57BD-B5E84DB63CA4}"/>
              </a:ext>
            </a:extLst>
          </p:cNvPr>
          <p:cNvSpPr/>
          <p:nvPr/>
        </p:nvSpPr>
        <p:spPr>
          <a:xfrm>
            <a:off x="4220982" y="371735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502AE147-7640-AAE5-8F8A-4A61DD0C1765}"/>
              </a:ext>
            </a:extLst>
          </p:cNvPr>
          <p:cNvSpPr txBox="1"/>
          <p:nvPr/>
        </p:nvSpPr>
        <p:spPr>
          <a:xfrm>
            <a:off x="542293" y="5156111"/>
            <a:ext cx="7889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2 ÷ 0,1 =  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EA8E528F-799F-8A9C-4969-3E3A4A5F6017}"/>
              </a:ext>
            </a:extLst>
          </p:cNvPr>
          <p:cNvSpPr txBox="1"/>
          <p:nvPr/>
        </p:nvSpPr>
        <p:spPr>
          <a:xfrm>
            <a:off x="121765" y="4756851"/>
            <a:ext cx="3177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и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04" name="Oval 203">
            <a:extLst>
              <a:ext uri="{FF2B5EF4-FFF2-40B4-BE49-F238E27FC236}">
                <a16:creationId xmlns:a16="http://schemas.microsoft.com/office/drawing/2014/main" id="{68D434E0-0519-35C2-D1F9-65536F148C27}"/>
              </a:ext>
            </a:extLst>
          </p:cNvPr>
          <p:cNvSpPr/>
          <p:nvPr/>
        </p:nvSpPr>
        <p:spPr>
          <a:xfrm>
            <a:off x="503980" y="472319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6F2B89DC-6815-E0F0-C595-0AAC9AE901B0}"/>
              </a:ext>
            </a:extLst>
          </p:cNvPr>
          <p:cNvSpPr txBox="1"/>
          <p:nvPr/>
        </p:nvSpPr>
        <p:spPr>
          <a:xfrm>
            <a:off x="2644936" y="5156111"/>
            <a:ext cx="7889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5 ÷ 0,1 =  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4477A8B1-ACEA-1924-D61F-B8B95AA0899A}"/>
              </a:ext>
            </a:extLst>
          </p:cNvPr>
          <p:cNvSpPr txBox="1"/>
          <p:nvPr/>
        </p:nvSpPr>
        <p:spPr>
          <a:xfrm>
            <a:off x="2224408" y="4756851"/>
            <a:ext cx="317716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й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64" name="Oval 263">
            <a:extLst>
              <a:ext uri="{FF2B5EF4-FFF2-40B4-BE49-F238E27FC236}">
                <a16:creationId xmlns:a16="http://schemas.microsoft.com/office/drawing/2014/main" id="{58845388-FE6E-BDC6-FA18-E1719902B053}"/>
              </a:ext>
            </a:extLst>
          </p:cNvPr>
          <p:cNvSpPr/>
          <p:nvPr/>
        </p:nvSpPr>
        <p:spPr>
          <a:xfrm>
            <a:off x="973086" y="472319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82" name="Oval 281">
            <a:extLst>
              <a:ext uri="{FF2B5EF4-FFF2-40B4-BE49-F238E27FC236}">
                <a16:creationId xmlns:a16="http://schemas.microsoft.com/office/drawing/2014/main" id="{C2FAB2C4-D3EA-D923-E5E5-150EAAD56B67}"/>
              </a:ext>
            </a:extLst>
          </p:cNvPr>
          <p:cNvSpPr/>
          <p:nvPr/>
        </p:nvSpPr>
        <p:spPr>
          <a:xfrm>
            <a:off x="2608053" y="472319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88" name="Oval 287">
            <a:extLst>
              <a:ext uri="{FF2B5EF4-FFF2-40B4-BE49-F238E27FC236}">
                <a16:creationId xmlns:a16="http://schemas.microsoft.com/office/drawing/2014/main" id="{6B7179BD-03A0-1E1A-9880-0DC9FCD6C28C}"/>
              </a:ext>
            </a:extLst>
          </p:cNvPr>
          <p:cNvSpPr/>
          <p:nvPr/>
        </p:nvSpPr>
        <p:spPr>
          <a:xfrm>
            <a:off x="3077159" y="472319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06" name="Oval 305">
            <a:extLst>
              <a:ext uri="{FF2B5EF4-FFF2-40B4-BE49-F238E27FC236}">
                <a16:creationId xmlns:a16="http://schemas.microsoft.com/office/drawing/2014/main" id="{51A2284F-1D42-6812-8C3D-F068E4245395}"/>
              </a:ext>
            </a:extLst>
          </p:cNvPr>
          <p:cNvSpPr/>
          <p:nvPr/>
        </p:nvSpPr>
        <p:spPr>
          <a:xfrm>
            <a:off x="3536741" y="472319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30" name="Oval 329">
            <a:extLst>
              <a:ext uri="{FF2B5EF4-FFF2-40B4-BE49-F238E27FC236}">
                <a16:creationId xmlns:a16="http://schemas.microsoft.com/office/drawing/2014/main" id="{75C48664-EDAB-7EC3-EF36-BEF6893D2373}"/>
              </a:ext>
            </a:extLst>
          </p:cNvPr>
          <p:cNvSpPr/>
          <p:nvPr/>
        </p:nvSpPr>
        <p:spPr>
          <a:xfrm>
            <a:off x="4005848" y="472319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36" name="Oval 335">
            <a:extLst>
              <a:ext uri="{FF2B5EF4-FFF2-40B4-BE49-F238E27FC236}">
                <a16:creationId xmlns:a16="http://schemas.microsoft.com/office/drawing/2014/main" id="{49ADA7BD-D73D-2031-ED85-D465BA50C0DD}"/>
              </a:ext>
            </a:extLst>
          </p:cNvPr>
          <p:cNvSpPr/>
          <p:nvPr/>
        </p:nvSpPr>
        <p:spPr>
          <a:xfrm>
            <a:off x="4474954" y="472319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343" name="Straight Connector 342">
            <a:extLst>
              <a:ext uri="{FF2B5EF4-FFF2-40B4-BE49-F238E27FC236}">
                <a16:creationId xmlns:a16="http://schemas.microsoft.com/office/drawing/2014/main" id="{73966C2D-8265-84AF-4A6F-A2CCCBB77EA3}"/>
              </a:ext>
            </a:extLst>
          </p:cNvPr>
          <p:cNvCxnSpPr>
            <a:cxnSpLocks/>
          </p:cNvCxnSpPr>
          <p:nvPr/>
        </p:nvCxnSpPr>
        <p:spPr>
          <a:xfrm flipV="1">
            <a:off x="673950" y="5669368"/>
            <a:ext cx="3340107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4" name="TextBox 343">
            <a:extLst>
              <a:ext uri="{FF2B5EF4-FFF2-40B4-BE49-F238E27FC236}">
                <a16:creationId xmlns:a16="http://schemas.microsoft.com/office/drawing/2014/main" id="{E2372391-D168-9994-6669-02AA345B7E88}"/>
              </a:ext>
            </a:extLst>
          </p:cNvPr>
          <p:cNvSpPr txBox="1"/>
          <p:nvPr/>
        </p:nvSpPr>
        <p:spPr>
          <a:xfrm>
            <a:off x="74950" y="5893947"/>
            <a:ext cx="10182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к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  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 ÷ 0,5 =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8" name="TextBox 347">
                <a:extLst>
                  <a:ext uri="{FF2B5EF4-FFF2-40B4-BE49-F238E27FC236}">
                    <a16:creationId xmlns:a16="http://schemas.microsoft.com/office/drawing/2014/main" id="{F8E3625A-A043-6A70-9888-6FBC1DC8020D}"/>
                  </a:ext>
                </a:extLst>
              </p:cNvPr>
              <p:cNvSpPr txBox="1"/>
              <p:nvPr/>
            </p:nvSpPr>
            <p:spPr>
              <a:xfrm>
                <a:off x="74950" y="6382281"/>
                <a:ext cx="1010213" cy="4412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y-KG" sz="1200" b="1" dirty="0">
                    <a:solidFill>
                      <a:schemeClr val="bg1">
                        <a:lumMod val="50000"/>
                      </a:schemeClr>
                    </a:solidFill>
                  </a:rPr>
                  <a:t>н</a:t>
                </a:r>
                <a:r>
                  <a:rPr lang="en-GB" sz="1200" b="1" dirty="0">
                    <a:solidFill>
                      <a:schemeClr val="bg1">
                        <a:lumMod val="50000"/>
                      </a:schemeClr>
                    </a:solidFill>
                  </a:rPr>
                  <a:t>)   </a:t>
                </a: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4 ÷ 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GB" sz="1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GB" sz="1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num>
                      <m:den>
                        <m:r>
                          <a:rPr kumimoji="0" lang="en-GB" sz="1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3</m:t>
                        </m:r>
                      </m:den>
                    </m:f>
                  </m:oMath>
                </a14:m>
                <a:r>
                  <a:rPr kumimoji="0" lang="en-GB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</a:t>
                </a: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=  </a:t>
                </a:r>
              </a:p>
            </p:txBody>
          </p:sp>
        </mc:Choice>
        <mc:Fallback xmlns="">
          <p:sp>
            <p:nvSpPr>
              <p:cNvPr id="348" name="TextBox 347">
                <a:extLst>
                  <a:ext uri="{FF2B5EF4-FFF2-40B4-BE49-F238E27FC236}">
                    <a16:creationId xmlns:a16="http://schemas.microsoft.com/office/drawing/2014/main" id="{F8E3625A-A043-6A70-9888-6FBC1DC802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50" y="6382281"/>
                <a:ext cx="1010213" cy="4412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0" name="TextBox 379">
            <a:extLst>
              <a:ext uri="{FF2B5EF4-FFF2-40B4-BE49-F238E27FC236}">
                <a16:creationId xmlns:a16="http://schemas.microsoft.com/office/drawing/2014/main" id="{39F53E44-A84E-0017-1F4E-11EFBE898091}"/>
              </a:ext>
            </a:extLst>
          </p:cNvPr>
          <p:cNvSpPr txBox="1"/>
          <p:nvPr/>
        </p:nvSpPr>
        <p:spPr>
          <a:xfrm>
            <a:off x="1762780" y="5893947"/>
            <a:ext cx="1023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л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  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 ÷ 0,2 =  </a:t>
            </a:r>
          </a:p>
        </p:txBody>
      </p:sp>
      <p:sp>
        <p:nvSpPr>
          <p:cNvPr id="378" name="TextBox 377">
            <a:extLst>
              <a:ext uri="{FF2B5EF4-FFF2-40B4-BE49-F238E27FC236}">
                <a16:creationId xmlns:a16="http://schemas.microsoft.com/office/drawing/2014/main" id="{CA670D2C-0414-49F4-0800-02AF049359C2}"/>
              </a:ext>
            </a:extLst>
          </p:cNvPr>
          <p:cNvSpPr txBox="1"/>
          <p:nvPr/>
        </p:nvSpPr>
        <p:spPr>
          <a:xfrm>
            <a:off x="1762780" y="6472590"/>
            <a:ext cx="11047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о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  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÷ 0,25 =  </a:t>
            </a:r>
          </a:p>
        </p:txBody>
      </p:sp>
      <p:sp>
        <p:nvSpPr>
          <p:cNvPr id="387" name="TextBox 386">
            <a:extLst>
              <a:ext uri="{FF2B5EF4-FFF2-40B4-BE49-F238E27FC236}">
                <a16:creationId xmlns:a16="http://schemas.microsoft.com/office/drawing/2014/main" id="{827E8152-6A23-911D-8C12-8E18F3304301}"/>
              </a:ext>
            </a:extLst>
          </p:cNvPr>
          <p:cNvSpPr txBox="1"/>
          <p:nvPr/>
        </p:nvSpPr>
        <p:spPr>
          <a:xfrm>
            <a:off x="3450610" y="5893947"/>
            <a:ext cx="11304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м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  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14 ÷ 0,1 =  </a:t>
            </a:r>
          </a:p>
        </p:txBody>
      </p:sp>
      <p:sp>
        <p:nvSpPr>
          <p:cNvPr id="385" name="TextBox 384">
            <a:extLst>
              <a:ext uri="{FF2B5EF4-FFF2-40B4-BE49-F238E27FC236}">
                <a16:creationId xmlns:a16="http://schemas.microsoft.com/office/drawing/2014/main" id="{E1872154-C234-664D-E5C4-2A2CAF2F4239}"/>
              </a:ext>
            </a:extLst>
          </p:cNvPr>
          <p:cNvSpPr txBox="1"/>
          <p:nvPr/>
        </p:nvSpPr>
        <p:spPr>
          <a:xfrm>
            <a:off x="3450610" y="6472590"/>
            <a:ext cx="11031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п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  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 ÷ 0,02 =  </a:t>
            </a:r>
          </a:p>
        </p:txBody>
      </p:sp>
      <p:sp>
        <p:nvSpPr>
          <p:cNvPr id="392" name="TextBox 391">
            <a:extLst>
              <a:ext uri="{FF2B5EF4-FFF2-40B4-BE49-F238E27FC236}">
                <a16:creationId xmlns:a16="http://schemas.microsoft.com/office/drawing/2014/main" id="{37620CAF-85C6-16C3-8E45-3E41636F3891}"/>
              </a:ext>
            </a:extLst>
          </p:cNvPr>
          <p:cNvSpPr txBox="1"/>
          <p:nvPr/>
        </p:nvSpPr>
        <p:spPr>
          <a:xfrm>
            <a:off x="2732083" y="943056"/>
            <a:ext cx="314509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5693074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ACF9AAC4-F50F-4341-13BB-8C47367EBC4B}"/>
              </a:ext>
            </a:extLst>
          </p:cNvPr>
          <p:cNvSpPr txBox="1"/>
          <p:nvPr/>
        </p:nvSpPr>
        <p:spPr>
          <a:xfrm>
            <a:off x="1621657" y="-13128"/>
            <a:ext cx="16209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b="1" dirty="0">
                <a:solidFill>
                  <a:schemeClr val="accent1">
                    <a:lumMod val="50000"/>
                  </a:schemeClr>
                </a:solidFill>
                <a:latin typeface="Cooper Black" panose="0208090404030B020404" pitchFamily="18" charset="0"/>
              </a:rPr>
              <a:t>Ондук менен бөлүү</a:t>
            </a:r>
            <a:endParaRPr lang="en-GB" sz="1200" b="1" dirty="0">
              <a:solidFill>
                <a:schemeClr val="accent1">
                  <a:lumMod val="50000"/>
                </a:schemeClr>
              </a:solidFill>
              <a:latin typeface="Cooper Black" panose="0208090404030B020404" pitchFamily="18" charset="0"/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6B0F961F-B8FF-C36C-DDF3-55CF39BF2DC8}"/>
              </a:ext>
            </a:extLst>
          </p:cNvPr>
          <p:cNvGrpSpPr/>
          <p:nvPr/>
        </p:nvGrpSpPr>
        <p:grpSpPr>
          <a:xfrm>
            <a:off x="1500455" y="257797"/>
            <a:ext cx="2073324" cy="1019813"/>
            <a:chOff x="439892" y="264355"/>
            <a:chExt cx="2073324" cy="1019813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E14C0D5-EED1-1BC4-5ACF-3991A1D20951}"/>
                </a:ext>
              </a:extLst>
            </p:cNvPr>
            <p:cNvSpPr txBox="1"/>
            <p:nvPr/>
          </p:nvSpPr>
          <p:spPr>
            <a:xfrm>
              <a:off x="977074" y="1007169"/>
              <a:ext cx="78899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200" dirty="0"/>
                <a:t>2 ÷ 0,5 =  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EF79C18-22E7-F1A6-E12F-772359A80E72}"/>
                </a:ext>
              </a:extLst>
            </p:cNvPr>
            <p:cNvSpPr txBox="1"/>
            <p:nvPr/>
          </p:nvSpPr>
          <p:spPr>
            <a:xfrm>
              <a:off x="439892" y="264355"/>
              <a:ext cx="207332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200" dirty="0"/>
                <a:t>2 бүтүндө канча жарым бар?</a:t>
              </a:r>
              <a:endParaRPr lang="en-GB" sz="1200" dirty="0"/>
            </a:p>
          </p:txBody>
        </p: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AD012BB8-F0B6-E96D-6EB7-635430A17622}"/>
                </a:ext>
              </a:extLst>
            </p:cNvPr>
            <p:cNvGrpSpPr/>
            <p:nvPr/>
          </p:nvGrpSpPr>
          <p:grpSpPr>
            <a:xfrm>
              <a:off x="938761" y="599193"/>
              <a:ext cx="865622" cy="375084"/>
              <a:chOff x="918940" y="586941"/>
              <a:chExt cx="865622" cy="375084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F6CFC30F-DB77-37BA-586C-99546722354A}"/>
                  </a:ext>
                </a:extLst>
              </p:cNvPr>
              <p:cNvSpPr/>
              <p:nvPr/>
            </p:nvSpPr>
            <p:spPr>
              <a:xfrm>
                <a:off x="918940" y="586941"/>
                <a:ext cx="375084" cy="375084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200" dirty="0" err="1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F6CAE623-D691-C842-D217-B54FFBE04A2B}"/>
                  </a:ext>
                </a:extLst>
              </p:cNvPr>
              <p:cNvCxnSpPr>
                <a:cxnSpLocks/>
                <a:stCxn id="18" idx="0"/>
                <a:endCxn id="18" idx="4"/>
              </p:cNvCxnSpPr>
              <p:nvPr/>
            </p:nvCxnSpPr>
            <p:spPr>
              <a:xfrm>
                <a:off x="1106482" y="586941"/>
                <a:ext cx="0" cy="375084"/>
              </a:xfrm>
              <a:prstGeom prst="line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  <a:headEnd type="none" w="sm" len="sm"/>
                <a:tailEnd type="non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7DFBA191-6F28-067F-3DA2-0C132B048BCB}"/>
                  </a:ext>
                </a:extLst>
              </p:cNvPr>
              <p:cNvSpPr/>
              <p:nvPr/>
            </p:nvSpPr>
            <p:spPr>
              <a:xfrm>
                <a:off x="1409478" y="586941"/>
                <a:ext cx="375084" cy="375084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200" dirty="0" err="1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6874C2D1-1C9C-64C0-3BEA-8A812DD66DA4}"/>
                  </a:ext>
                </a:extLst>
              </p:cNvPr>
              <p:cNvCxnSpPr>
                <a:cxnSpLocks/>
                <a:stCxn id="41" idx="0"/>
                <a:endCxn id="41" idx="4"/>
              </p:cNvCxnSpPr>
              <p:nvPr/>
            </p:nvCxnSpPr>
            <p:spPr>
              <a:xfrm>
                <a:off x="1597020" y="586941"/>
                <a:ext cx="0" cy="375084"/>
              </a:xfrm>
              <a:prstGeom prst="line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  <a:headEnd type="none" w="sm" len="sm"/>
                <a:tailEnd type="non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4A113CF7-F440-DC90-3AF4-D8709EFB2A92}"/>
              </a:ext>
            </a:extLst>
          </p:cNvPr>
          <p:cNvSpPr/>
          <p:nvPr/>
        </p:nvSpPr>
        <p:spPr>
          <a:xfrm>
            <a:off x="806620" y="277715"/>
            <a:ext cx="3251030" cy="100492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D5AAADA-776D-C2B5-52F9-BDABDC19CEBF}"/>
              </a:ext>
            </a:extLst>
          </p:cNvPr>
          <p:cNvSpPr txBox="1"/>
          <p:nvPr/>
        </p:nvSpPr>
        <p:spPr>
          <a:xfrm>
            <a:off x="524721" y="1847759"/>
            <a:ext cx="7889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3 ÷ 0,5 =  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8431A93-E9F1-A101-6C6D-FBDFD6DA71AC}"/>
              </a:ext>
            </a:extLst>
          </p:cNvPr>
          <p:cNvSpPr txBox="1"/>
          <p:nvPr/>
        </p:nvSpPr>
        <p:spPr>
          <a:xfrm>
            <a:off x="114584" y="1448499"/>
            <a:ext cx="308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а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25EF4D64-874A-413E-B4AD-916DCEDCCEF3}"/>
              </a:ext>
            </a:extLst>
          </p:cNvPr>
          <p:cNvSpPr/>
          <p:nvPr/>
        </p:nvSpPr>
        <p:spPr>
          <a:xfrm>
            <a:off x="486408" y="1414845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D129BB58-7543-3605-90B8-52A9E3E5B187}"/>
              </a:ext>
            </a:extLst>
          </p:cNvPr>
          <p:cNvCxnSpPr>
            <a:cxnSpLocks/>
            <a:stCxn id="53" idx="0"/>
            <a:endCxn id="53" idx="4"/>
          </p:cNvCxnSpPr>
          <p:nvPr/>
        </p:nvCxnSpPr>
        <p:spPr>
          <a:xfrm>
            <a:off x="673950" y="1414845"/>
            <a:ext cx="0" cy="37508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A542538D-FA07-0A31-B61B-027DD3D7372D}"/>
              </a:ext>
            </a:extLst>
          </p:cNvPr>
          <p:cNvSpPr/>
          <p:nvPr/>
        </p:nvSpPr>
        <p:spPr>
          <a:xfrm>
            <a:off x="952938" y="1414845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8C2AA117-F3E0-31DA-976D-8777B72434B7}"/>
              </a:ext>
            </a:extLst>
          </p:cNvPr>
          <p:cNvCxnSpPr>
            <a:cxnSpLocks/>
            <a:stCxn id="55" idx="0"/>
            <a:endCxn id="55" idx="4"/>
          </p:cNvCxnSpPr>
          <p:nvPr/>
        </p:nvCxnSpPr>
        <p:spPr>
          <a:xfrm>
            <a:off x="1140480" y="1414845"/>
            <a:ext cx="0" cy="375084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Oval 59">
            <a:extLst>
              <a:ext uri="{FF2B5EF4-FFF2-40B4-BE49-F238E27FC236}">
                <a16:creationId xmlns:a16="http://schemas.microsoft.com/office/drawing/2014/main" id="{02C026AE-1641-D619-B4CF-C50DF7B4C5F8}"/>
              </a:ext>
            </a:extLst>
          </p:cNvPr>
          <p:cNvSpPr/>
          <p:nvPr/>
        </p:nvSpPr>
        <p:spPr>
          <a:xfrm>
            <a:off x="1419468" y="1414845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4C536717-DFCB-0FCE-884C-5E7426E1013B}"/>
              </a:ext>
            </a:extLst>
          </p:cNvPr>
          <p:cNvCxnSpPr>
            <a:cxnSpLocks/>
            <a:stCxn id="60" idx="0"/>
            <a:endCxn id="60" idx="4"/>
          </p:cNvCxnSpPr>
          <p:nvPr/>
        </p:nvCxnSpPr>
        <p:spPr>
          <a:xfrm>
            <a:off x="1607010" y="1414845"/>
            <a:ext cx="0" cy="375084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72EC9386-04FC-420F-E10B-0B2A3DBBC5EE}"/>
              </a:ext>
            </a:extLst>
          </p:cNvPr>
          <p:cNvSpPr txBox="1"/>
          <p:nvPr/>
        </p:nvSpPr>
        <p:spPr>
          <a:xfrm>
            <a:off x="1235791" y="1797882"/>
            <a:ext cx="314510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4FAF548-87F2-D7A3-F72C-7C21CEC485C5}"/>
              </a:ext>
            </a:extLst>
          </p:cNvPr>
          <p:cNvSpPr txBox="1"/>
          <p:nvPr/>
        </p:nvSpPr>
        <p:spPr>
          <a:xfrm>
            <a:off x="2652780" y="1849143"/>
            <a:ext cx="7889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5 ÷ 0,5 =  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F9C32E3-F232-7C8B-C40B-E589B64E3870}"/>
              </a:ext>
            </a:extLst>
          </p:cNvPr>
          <p:cNvSpPr txBox="1"/>
          <p:nvPr/>
        </p:nvSpPr>
        <p:spPr>
          <a:xfrm>
            <a:off x="2242643" y="1449883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б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9551E368-B057-4AD1-713E-7397FA29D9D8}"/>
              </a:ext>
            </a:extLst>
          </p:cNvPr>
          <p:cNvSpPr/>
          <p:nvPr/>
        </p:nvSpPr>
        <p:spPr>
          <a:xfrm>
            <a:off x="2614467" y="1416229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809E2F38-9AE0-0B7A-8A08-28470CF399C5}"/>
              </a:ext>
            </a:extLst>
          </p:cNvPr>
          <p:cNvCxnSpPr>
            <a:cxnSpLocks/>
            <a:stCxn id="109" idx="0"/>
            <a:endCxn id="109" idx="4"/>
          </p:cNvCxnSpPr>
          <p:nvPr/>
        </p:nvCxnSpPr>
        <p:spPr>
          <a:xfrm>
            <a:off x="2802009" y="1416229"/>
            <a:ext cx="0" cy="375084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7" name="Oval 106">
            <a:extLst>
              <a:ext uri="{FF2B5EF4-FFF2-40B4-BE49-F238E27FC236}">
                <a16:creationId xmlns:a16="http://schemas.microsoft.com/office/drawing/2014/main" id="{295B640F-FFF4-3F39-E340-C023EFC96168}"/>
              </a:ext>
            </a:extLst>
          </p:cNvPr>
          <p:cNvSpPr/>
          <p:nvPr/>
        </p:nvSpPr>
        <p:spPr>
          <a:xfrm>
            <a:off x="3080997" y="1416229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00CB3787-3FFB-4F10-5018-19D4E3C134AF}"/>
              </a:ext>
            </a:extLst>
          </p:cNvPr>
          <p:cNvCxnSpPr>
            <a:cxnSpLocks/>
            <a:stCxn id="107" idx="0"/>
            <a:endCxn id="107" idx="4"/>
          </p:cNvCxnSpPr>
          <p:nvPr/>
        </p:nvCxnSpPr>
        <p:spPr>
          <a:xfrm>
            <a:off x="3268539" y="1416229"/>
            <a:ext cx="0" cy="375084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5" name="Oval 104">
            <a:extLst>
              <a:ext uri="{FF2B5EF4-FFF2-40B4-BE49-F238E27FC236}">
                <a16:creationId xmlns:a16="http://schemas.microsoft.com/office/drawing/2014/main" id="{E91E8EDB-0011-4A8D-9EFE-F6DA5AA01E98}"/>
              </a:ext>
            </a:extLst>
          </p:cNvPr>
          <p:cNvSpPr/>
          <p:nvPr/>
        </p:nvSpPr>
        <p:spPr>
          <a:xfrm>
            <a:off x="3547527" y="1416229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64FF8B79-9D77-B6F7-29EA-D3D7C3B9194C}"/>
              </a:ext>
            </a:extLst>
          </p:cNvPr>
          <p:cNvCxnSpPr>
            <a:cxnSpLocks/>
            <a:stCxn id="105" idx="0"/>
            <a:endCxn id="105" idx="4"/>
          </p:cNvCxnSpPr>
          <p:nvPr/>
        </p:nvCxnSpPr>
        <p:spPr>
          <a:xfrm>
            <a:off x="3735069" y="1416229"/>
            <a:ext cx="0" cy="375084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3" name="Oval 102">
            <a:extLst>
              <a:ext uri="{FF2B5EF4-FFF2-40B4-BE49-F238E27FC236}">
                <a16:creationId xmlns:a16="http://schemas.microsoft.com/office/drawing/2014/main" id="{520D9B58-6B48-C281-7DA5-CBCDC28971F4}"/>
              </a:ext>
            </a:extLst>
          </p:cNvPr>
          <p:cNvSpPr/>
          <p:nvPr/>
        </p:nvSpPr>
        <p:spPr>
          <a:xfrm>
            <a:off x="4014057" y="1416229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A1041CB9-7382-40CC-B067-A96B9C1F6EAC}"/>
              </a:ext>
            </a:extLst>
          </p:cNvPr>
          <p:cNvCxnSpPr>
            <a:cxnSpLocks/>
            <a:stCxn id="103" idx="0"/>
            <a:endCxn id="103" idx="4"/>
          </p:cNvCxnSpPr>
          <p:nvPr/>
        </p:nvCxnSpPr>
        <p:spPr>
          <a:xfrm>
            <a:off x="4201599" y="1416229"/>
            <a:ext cx="0" cy="375084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1" name="Oval 100">
            <a:extLst>
              <a:ext uri="{FF2B5EF4-FFF2-40B4-BE49-F238E27FC236}">
                <a16:creationId xmlns:a16="http://schemas.microsoft.com/office/drawing/2014/main" id="{D1AFC7FC-4CA1-4090-FD1C-BBC3B1B9FB49}"/>
              </a:ext>
            </a:extLst>
          </p:cNvPr>
          <p:cNvSpPr/>
          <p:nvPr/>
        </p:nvSpPr>
        <p:spPr>
          <a:xfrm>
            <a:off x="4480587" y="1416229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D805A7E4-9CC8-FC7A-A408-1CEB102CE837}"/>
              </a:ext>
            </a:extLst>
          </p:cNvPr>
          <p:cNvCxnSpPr>
            <a:cxnSpLocks/>
            <a:stCxn id="101" idx="0"/>
            <a:endCxn id="101" idx="4"/>
          </p:cNvCxnSpPr>
          <p:nvPr/>
        </p:nvCxnSpPr>
        <p:spPr>
          <a:xfrm>
            <a:off x="4668129" y="1416229"/>
            <a:ext cx="0" cy="375084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A511FB9F-6078-A869-0DE9-7580064AF046}"/>
              </a:ext>
            </a:extLst>
          </p:cNvPr>
          <p:cNvSpPr txBox="1"/>
          <p:nvPr/>
        </p:nvSpPr>
        <p:spPr>
          <a:xfrm>
            <a:off x="3365431" y="1799266"/>
            <a:ext cx="44435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F51209-3E2C-B21B-BFA4-511BB44D77E5}"/>
              </a:ext>
            </a:extLst>
          </p:cNvPr>
          <p:cNvSpPr txBox="1"/>
          <p:nvPr/>
        </p:nvSpPr>
        <p:spPr>
          <a:xfrm>
            <a:off x="469046" y="3041076"/>
            <a:ext cx="9060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2,5 ÷ 0,5 =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DD66F2-8561-7B7B-0D85-9BC65D7E3E6F}"/>
              </a:ext>
            </a:extLst>
          </p:cNvPr>
          <p:cNvSpPr txBox="1"/>
          <p:nvPr/>
        </p:nvSpPr>
        <p:spPr>
          <a:xfrm>
            <a:off x="117418" y="2641816"/>
            <a:ext cx="308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в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EF8FCF3-6C95-3C71-824D-C1FA7FB0335C}"/>
              </a:ext>
            </a:extLst>
          </p:cNvPr>
          <p:cNvSpPr/>
          <p:nvPr/>
        </p:nvSpPr>
        <p:spPr>
          <a:xfrm>
            <a:off x="489242" y="2608162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052A037-CB24-4616-901F-21C751BBD487}"/>
              </a:ext>
            </a:extLst>
          </p:cNvPr>
          <p:cNvCxnSpPr>
            <a:cxnSpLocks/>
            <a:stCxn id="29" idx="0"/>
            <a:endCxn id="29" idx="4"/>
          </p:cNvCxnSpPr>
          <p:nvPr/>
        </p:nvCxnSpPr>
        <p:spPr>
          <a:xfrm>
            <a:off x="676784" y="2608162"/>
            <a:ext cx="0" cy="375084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4B0C04D2-A27A-26F6-4155-4D83314B1C2D}"/>
              </a:ext>
            </a:extLst>
          </p:cNvPr>
          <p:cNvSpPr/>
          <p:nvPr/>
        </p:nvSpPr>
        <p:spPr>
          <a:xfrm>
            <a:off x="955772" y="2608162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0D11F03-C180-3DBC-C9CF-113FB4837873}"/>
              </a:ext>
            </a:extLst>
          </p:cNvPr>
          <p:cNvCxnSpPr>
            <a:cxnSpLocks/>
            <a:stCxn id="27" idx="0"/>
            <a:endCxn id="27" idx="4"/>
          </p:cNvCxnSpPr>
          <p:nvPr/>
        </p:nvCxnSpPr>
        <p:spPr>
          <a:xfrm>
            <a:off x="1143314" y="2608162"/>
            <a:ext cx="0" cy="375084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1FBD907-638C-92F3-F1D1-EA2935B9EFA3}"/>
              </a:ext>
            </a:extLst>
          </p:cNvPr>
          <p:cNvSpPr txBox="1"/>
          <p:nvPr/>
        </p:nvSpPr>
        <p:spPr>
          <a:xfrm>
            <a:off x="1238625" y="2991199"/>
            <a:ext cx="314510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5</a:t>
            </a:r>
          </a:p>
        </p:txBody>
      </p:sp>
      <p:sp>
        <p:nvSpPr>
          <p:cNvPr id="34" name="Partial Circle 33">
            <a:extLst>
              <a:ext uri="{FF2B5EF4-FFF2-40B4-BE49-F238E27FC236}">
                <a16:creationId xmlns:a16="http://schemas.microsoft.com/office/drawing/2014/main" id="{FD622722-3A32-59C4-B213-F79863BBCB58}"/>
              </a:ext>
            </a:extLst>
          </p:cNvPr>
          <p:cNvSpPr/>
          <p:nvPr/>
        </p:nvSpPr>
        <p:spPr>
          <a:xfrm>
            <a:off x="1422302" y="2608162"/>
            <a:ext cx="374400" cy="374400"/>
          </a:xfrm>
          <a:prstGeom prst="pie">
            <a:avLst>
              <a:gd name="adj1" fmla="val 5398506"/>
              <a:gd name="adj2" fmla="val 1620000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BE87ED1-C3CF-2832-40D4-6F09F3ADE5C3}"/>
              </a:ext>
            </a:extLst>
          </p:cNvPr>
          <p:cNvSpPr txBox="1"/>
          <p:nvPr/>
        </p:nvSpPr>
        <p:spPr>
          <a:xfrm>
            <a:off x="3741672" y="3041076"/>
            <a:ext cx="9060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/>
              <a:t>0,5 ÷ 0,5 =  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9F2E723-FFA4-173E-1B4B-0AE2931A33C2}"/>
              </a:ext>
            </a:extLst>
          </p:cNvPr>
          <p:cNvSpPr txBox="1"/>
          <p:nvPr/>
        </p:nvSpPr>
        <p:spPr>
          <a:xfrm>
            <a:off x="3556299" y="2641816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е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CC10262-B94D-C543-D299-CC537CDF22A7}"/>
              </a:ext>
            </a:extLst>
          </p:cNvPr>
          <p:cNvSpPr txBox="1"/>
          <p:nvPr/>
        </p:nvSpPr>
        <p:spPr>
          <a:xfrm>
            <a:off x="4569440" y="2991199"/>
            <a:ext cx="314510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</a:t>
            </a:r>
          </a:p>
        </p:txBody>
      </p:sp>
      <p:sp>
        <p:nvSpPr>
          <p:cNvPr id="52" name="Partial Circle 51">
            <a:extLst>
              <a:ext uri="{FF2B5EF4-FFF2-40B4-BE49-F238E27FC236}">
                <a16:creationId xmlns:a16="http://schemas.microsoft.com/office/drawing/2014/main" id="{5834E4DE-5168-0564-60C8-3F66AEBB0771}"/>
              </a:ext>
            </a:extLst>
          </p:cNvPr>
          <p:cNvSpPr/>
          <p:nvPr/>
        </p:nvSpPr>
        <p:spPr>
          <a:xfrm>
            <a:off x="3928123" y="2608162"/>
            <a:ext cx="374400" cy="374400"/>
          </a:xfrm>
          <a:prstGeom prst="pie">
            <a:avLst>
              <a:gd name="adj1" fmla="val 5398506"/>
              <a:gd name="adj2" fmla="val 1620000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F1DD8FA-F7F6-1B7D-70B2-7CDEC11CEA4C}"/>
              </a:ext>
            </a:extLst>
          </p:cNvPr>
          <p:cNvSpPr txBox="1"/>
          <p:nvPr/>
        </p:nvSpPr>
        <p:spPr>
          <a:xfrm>
            <a:off x="2033982" y="2458936"/>
            <a:ext cx="9973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г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  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 ÷ 0,5 = 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3CE1690-792A-ECC3-B2C9-C96885B3D294}"/>
              </a:ext>
            </a:extLst>
          </p:cNvPr>
          <p:cNvSpPr txBox="1"/>
          <p:nvPr/>
        </p:nvSpPr>
        <p:spPr>
          <a:xfrm>
            <a:off x="2033982" y="2910421"/>
            <a:ext cx="11112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д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  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 ÷ 0,5 =  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9B6F2AD-F709-A654-FB4E-8E210CDFC7BE}"/>
              </a:ext>
            </a:extLst>
          </p:cNvPr>
          <p:cNvSpPr txBox="1"/>
          <p:nvPr/>
        </p:nvSpPr>
        <p:spPr>
          <a:xfrm>
            <a:off x="2931624" y="2397474"/>
            <a:ext cx="44435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0FF715A-B1C2-0ADF-22CF-C623EF386905}"/>
              </a:ext>
            </a:extLst>
          </p:cNvPr>
          <p:cNvSpPr txBox="1"/>
          <p:nvPr/>
        </p:nvSpPr>
        <p:spPr>
          <a:xfrm>
            <a:off x="3007824" y="2845149"/>
            <a:ext cx="44435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40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C14316BF-5B2D-87A4-334F-DFE10A88F426}"/>
              </a:ext>
            </a:extLst>
          </p:cNvPr>
          <p:cNvCxnSpPr>
            <a:cxnSpLocks/>
          </p:cNvCxnSpPr>
          <p:nvPr/>
        </p:nvCxnSpPr>
        <p:spPr>
          <a:xfrm flipV="1">
            <a:off x="673950" y="3554333"/>
            <a:ext cx="3340107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81B09337-5503-F648-2E10-73F8B0F3B115}"/>
              </a:ext>
            </a:extLst>
          </p:cNvPr>
          <p:cNvSpPr txBox="1"/>
          <p:nvPr/>
        </p:nvSpPr>
        <p:spPr>
          <a:xfrm>
            <a:off x="542293" y="4150271"/>
            <a:ext cx="788999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3 ÷ 0,2 =  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575A8D90-76CC-E1B1-A158-83850E96CE8F}"/>
              </a:ext>
            </a:extLst>
          </p:cNvPr>
          <p:cNvSpPr txBox="1"/>
          <p:nvPr/>
        </p:nvSpPr>
        <p:spPr>
          <a:xfrm>
            <a:off x="121765" y="3751011"/>
            <a:ext cx="3465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ж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id="{59C2FFB7-2E60-89AA-166A-6589627236A1}"/>
              </a:ext>
            </a:extLst>
          </p:cNvPr>
          <p:cNvSpPr/>
          <p:nvPr/>
        </p:nvSpPr>
        <p:spPr>
          <a:xfrm>
            <a:off x="503980" y="371735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3A7CBDF1-A401-136D-2F5F-C653A5C151D6}"/>
              </a:ext>
            </a:extLst>
          </p:cNvPr>
          <p:cNvCxnSpPr>
            <a:cxnSpLocks/>
            <a:stCxn id="134" idx="0"/>
          </p:cNvCxnSpPr>
          <p:nvPr/>
        </p:nvCxnSpPr>
        <p:spPr>
          <a:xfrm>
            <a:off x="691522" y="3717357"/>
            <a:ext cx="0" cy="199637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8E50DFEA-1A73-3D0F-0406-22EDD43F84FE}"/>
              </a:ext>
            </a:extLst>
          </p:cNvPr>
          <p:cNvSpPr txBox="1"/>
          <p:nvPr/>
        </p:nvSpPr>
        <p:spPr>
          <a:xfrm>
            <a:off x="1188442" y="4100394"/>
            <a:ext cx="44435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15</a:t>
            </a: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5B235335-B4A4-B73C-7EC4-AD2A52E129F6}"/>
              </a:ext>
            </a:extLst>
          </p:cNvPr>
          <p:cNvCxnSpPr>
            <a:cxnSpLocks/>
          </p:cNvCxnSpPr>
          <p:nvPr/>
        </p:nvCxnSpPr>
        <p:spPr>
          <a:xfrm flipH="1">
            <a:off x="690086" y="3859178"/>
            <a:ext cx="180975" cy="54769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D2F955F1-9C9C-A37B-701E-DA0C707979CD}"/>
              </a:ext>
            </a:extLst>
          </p:cNvPr>
          <p:cNvCxnSpPr>
            <a:cxnSpLocks/>
          </p:cNvCxnSpPr>
          <p:nvPr/>
        </p:nvCxnSpPr>
        <p:spPr>
          <a:xfrm>
            <a:off x="692468" y="3911566"/>
            <a:ext cx="107156" cy="145256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82F5FD20-E1D8-E842-714D-6CFDFECD7D58}"/>
              </a:ext>
            </a:extLst>
          </p:cNvPr>
          <p:cNvCxnSpPr>
            <a:cxnSpLocks/>
          </p:cNvCxnSpPr>
          <p:nvPr/>
        </p:nvCxnSpPr>
        <p:spPr>
          <a:xfrm flipH="1">
            <a:off x="580549" y="3916994"/>
            <a:ext cx="108846" cy="137447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0BEA10D9-0407-D538-E577-7A646C206DF3}"/>
              </a:ext>
            </a:extLst>
          </p:cNvPr>
          <p:cNvCxnSpPr>
            <a:cxnSpLocks/>
          </p:cNvCxnSpPr>
          <p:nvPr/>
        </p:nvCxnSpPr>
        <p:spPr>
          <a:xfrm flipH="1" flipV="1">
            <a:off x="516255" y="3844891"/>
            <a:ext cx="178594" cy="66675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7" name="Oval 136">
            <a:extLst>
              <a:ext uri="{FF2B5EF4-FFF2-40B4-BE49-F238E27FC236}">
                <a16:creationId xmlns:a16="http://schemas.microsoft.com/office/drawing/2014/main" id="{312BFEF1-4072-BA84-C17D-3EDFA9BD0715}"/>
              </a:ext>
            </a:extLst>
          </p:cNvPr>
          <p:cNvSpPr/>
          <p:nvPr/>
        </p:nvSpPr>
        <p:spPr>
          <a:xfrm>
            <a:off x="973086" y="371735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C4E2BA72-1C0D-E0AF-6A79-3ABED6B229E7}"/>
              </a:ext>
            </a:extLst>
          </p:cNvPr>
          <p:cNvCxnSpPr>
            <a:cxnSpLocks/>
            <a:stCxn id="137" idx="0"/>
          </p:cNvCxnSpPr>
          <p:nvPr/>
        </p:nvCxnSpPr>
        <p:spPr>
          <a:xfrm>
            <a:off x="1160628" y="3717357"/>
            <a:ext cx="0" cy="199637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223EF31C-FB2B-094D-C6C3-0684208FFF30}"/>
              </a:ext>
            </a:extLst>
          </p:cNvPr>
          <p:cNvCxnSpPr>
            <a:cxnSpLocks/>
          </p:cNvCxnSpPr>
          <p:nvPr/>
        </p:nvCxnSpPr>
        <p:spPr>
          <a:xfrm flipH="1">
            <a:off x="1159192" y="3859178"/>
            <a:ext cx="180975" cy="54769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BBE55828-0FAF-E8C2-4025-ADB4C12C44B6}"/>
              </a:ext>
            </a:extLst>
          </p:cNvPr>
          <p:cNvCxnSpPr>
            <a:cxnSpLocks/>
          </p:cNvCxnSpPr>
          <p:nvPr/>
        </p:nvCxnSpPr>
        <p:spPr>
          <a:xfrm>
            <a:off x="1161574" y="3911566"/>
            <a:ext cx="107156" cy="145256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6F5B7416-D37C-3199-E595-61C15AEFA561}"/>
              </a:ext>
            </a:extLst>
          </p:cNvPr>
          <p:cNvCxnSpPr>
            <a:cxnSpLocks/>
          </p:cNvCxnSpPr>
          <p:nvPr/>
        </p:nvCxnSpPr>
        <p:spPr>
          <a:xfrm flipH="1">
            <a:off x="1049655" y="3916994"/>
            <a:ext cx="108846" cy="137447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A126FFD3-53AC-1B33-E6EF-68AA5FE1AF65}"/>
              </a:ext>
            </a:extLst>
          </p:cNvPr>
          <p:cNvCxnSpPr>
            <a:cxnSpLocks/>
          </p:cNvCxnSpPr>
          <p:nvPr/>
        </p:nvCxnSpPr>
        <p:spPr>
          <a:xfrm flipH="1" flipV="1">
            <a:off x="985361" y="3844891"/>
            <a:ext cx="178594" cy="66675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9" name="Oval 148">
            <a:extLst>
              <a:ext uri="{FF2B5EF4-FFF2-40B4-BE49-F238E27FC236}">
                <a16:creationId xmlns:a16="http://schemas.microsoft.com/office/drawing/2014/main" id="{690F7E63-1AD9-2867-B34F-3F64C3C3E59D}"/>
              </a:ext>
            </a:extLst>
          </p:cNvPr>
          <p:cNvSpPr/>
          <p:nvPr/>
        </p:nvSpPr>
        <p:spPr>
          <a:xfrm>
            <a:off x="1434920" y="371735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772B0075-33D6-FB2C-7BC1-D8407F58F820}"/>
              </a:ext>
            </a:extLst>
          </p:cNvPr>
          <p:cNvCxnSpPr>
            <a:cxnSpLocks/>
            <a:stCxn id="149" idx="0"/>
          </p:cNvCxnSpPr>
          <p:nvPr/>
        </p:nvCxnSpPr>
        <p:spPr>
          <a:xfrm>
            <a:off x="1622462" y="3717357"/>
            <a:ext cx="0" cy="199637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526FDD84-A54B-54B4-50D6-C8CBF81AFFBE}"/>
              </a:ext>
            </a:extLst>
          </p:cNvPr>
          <p:cNvCxnSpPr>
            <a:cxnSpLocks/>
          </p:cNvCxnSpPr>
          <p:nvPr/>
        </p:nvCxnSpPr>
        <p:spPr>
          <a:xfrm flipH="1">
            <a:off x="1621026" y="3859178"/>
            <a:ext cx="180975" cy="54769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D2D840E3-7F31-9BDB-BCEF-6BE3460AF7AD}"/>
              </a:ext>
            </a:extLst>
          </p:cNvPr>
          <p:cNvCxnSpPr>
            <a:cxnSpLocks/>
          </p:cNvCxnSpPr>
          <p:nvPr/>
        </p:nvCxnSpPr>
        <p:spPr>
          <a:xfrm>
            <a:off x="1623408" y="3911566"/>
            <a:ext cx="107156" cy="145256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274D9375-855B-8020-01A3-B8953263EDE4}"/>
              </a:ext>
            </a:extLst>
          </p:cNvPr>
          <p:cNvCxnSpPr>
            <a:cxnSpLocks/>
          </p:cNvCxnSpPr>
          <p:nvPr/>
        </p:nvCxnSpPr>
        <p:spPr>
          <a:xfrm flipH="1">
            <a:off x="1511489" y="3916994"/>
            <a:ext cx="108846" cy="137447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866109D2-868F-2359-3372-B5B95F5D9485}"/>
              </a:ext>
            </a:extLst>
          </p:cNvPr>
          <p:cNvCxnSpPr>
            <a:cxnSpLocks/>
          </p:cNvCxnSpPr>
          <p:nvPr/>
        </p:nvCxnSpPr>
        <p:spPr>
          <a:xfrm flipH="1" flipV="1">
            <a:off x="1447195" y="3844891"/>
            <a:ext cx="178594" cy="66675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5" name="TextBox 154">
            <a:extLst>
              <a:ext uri="{FF2B5EF4-FFF2-40B4-BE49-F238E27FC236}">
                <a16:creationId xmlns:a16="http://schemas.microsoft.com/office/drawing/2014/main" id="{964CDBD4-B120-5D17-D5A4-E75F89801779}"/>
              </a:ext>
            </a:extLst>
          </p:cNvPr>
          <p:cNvSpPr txBox="1"/>
          <p:nvPr/>
        </p:nvSpPr>
        <p:spPr>
          <a:xfrm>
            <a:off x="2866393" y="4150271"/>
            <a:ext cx="788999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4 ÷ 0,2 =  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222488E2-49A7-CD6E-8401-3856EE67607C}"/>
              </a:ext>
            </a:extLst>
          </p:cNvPr>
          <p:cNvSpPr txBox="1"/>
          <p:nvPr/>
        </p:nvSpPr>
        <p:spPr>
          <a:xfrm>
            <a:off x="2445865" y="3751011"/>
            <a:ext cx="298480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з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57" name="Oval 156">
            <a:extLst>
              <a:ext uri="{FF2B5EF4-FFF2-40B4-BE49-F238E27FC236}">
                <a16:creationId xmlns:a16="http://schemas.microsoft.com/office/drawing/2014/main" id="{0349F0C4-416D-DFAA-5085-DFA49E495FA3}"/>
              </a:ext>
            </a:extLst>
          </p:cNvPr>
          <p:cNvSpPr/>
          <p:nvPr/>
        </p:nvSpPr>
        <p:spPr>
          <a:xfrm>
            <a:off x="2828080" y="371735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EC204266-E712-303B-E40F-05F38656FE0F}"/>
              </a:ext>
            </a:extLst>
          </p:cNvPr>
          <p:cNvCxnSpPr>
            <a:cxnSpLocks/>
            <a:stCxn id="157" idx="0"/>
          </p:cNvCxnSpPr>
          <p:nvPr/>
        </p:nvCxnSpPr>
        <p:spPr>
          <a:xfrm>
            <a:off x="3015622" y="3717357"/>
            <a:ext cx="0" cy="199637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9" name="TextBox 158">
            <a:extLst>
              <a:ext uri="{FF2B5EF4-FFF2-40B4-BE49-F238E27FC236}">
                <a16:creationId xmlns:a16="http://schemas.microsoft.com/office/drawing/2014/main" id="{7B94C07D-1B0A-FD31-F6F6-EB10667C7F0C}"/>
              </a:ext>
            </a:extLst>
          </p:cNvPr>
          <p:cNvSpPr txBox="1"/>
          <p:nvPr/>
        </p:nvSpPr>
        <p:spPr>
          <a:xfrm>
            <a:off x="3512542" y="4100394"/>
            <a:ext cx="44435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20</a:t>
            </a:r>
          </a:p>
        </p:txBody>
      </p: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34F5F69E-10CF-E679-B63D-53C9AFF353DB}"/>
              </a:ext>
            </a:extLst>
          </p:cNvPr>
          <p:cNvCxnSpPr>
            <a:cxnSpLocks/>
          </p:cNvCxnSpPr>
          <p:nvPr/>
        </p:nvCxnSpPr>
        <p:spPr>
          <a:xfrm flipH="1">
            <a:off x="3014186" y="3859178"/>
            <a:ext cx="180975" cy="54769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3" name="Straight Connector 162">
            <a:extLst>
              <a:ext uri="{FF2B5EF4-FFF2-40B4-BE49-F238E27FC236}">
                <a16:creationId xmlns:a16="http://schemas.microsoft.com/office/drawing/2014/main" id="{67E31B5C-5E89-E8DC-2646-CB657EB4AFCB}"/>
              </a:ext>
            </a:extLst>
          </p:cNvPr>
          <p:cNvCxnSpPr>
            <a:cxnSpLocks/>
          </p:cNvCxnSpPr>
          <p:nvPr/>
        </p:nvCxnSpPr>
        <p:spPr>
          <a:xfrm>
            <a:off x="3016568" y="3911566"/>
            <a:ext cx="107156" cy="145256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EB28CAA7-F03D-7589-B1C2-DA7BDE4BBE86}"/>
              </a:ext>
            </a:extLst>
          </p:cNvPr>
          <p:cNvCxnSpPr>
            <a:cxnSpLocks/>
          </p:cNvCxnSpPr>
          <p:nvPr/>
        </p:nvCxnSpPr>
        <p:spPr>
          <a:xfrm flipH="1">
            <a:off x="2904649" y="3916994"/>
            <a:ext cx="108846" cy="137447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511A78CA-F8CA-92B5-BF19-B5D8665C5B28}"/>
              </a:ext>
            </a:extLst>
          </p:cNvPr>
          <p:cNvCxnSpPr>
            <a:cxnSpLocks/>
          </p:cNvCxnSpPr>
          <p:nvPr/>
        </p:nvCxnSpPr>
        <p:spPr>
          <a:xfrm flipH="1" flipV="1">
            <a:off x="2840355" y="3844891"/>
            <a:ext cx="178594" cy="66675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6" name="Oval 165">
            <a:extLst>
              <a:ext uri="{FF2B5EF4-FFF2-40B4-BE49-F238E27FC236}">
                <a16:creationId xmlns:a16="http://schemas.microsoft.com/office/drawing/2014/main" id="{CF254482-DFA9-9FFF-7F80-2BBFE84767F9}"/>
              </a:ext>
            </a:extLst>
          </p:cNvPr>
          <p:cNvSpPr/>
          <p:nvPr/>
        </p:nvSpPr>
        <p:spPr>
          <a:xfrm>
            <a:off x="3297186" y="371735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469A4F5F-BFDA-4732-1EC6-920B9E001EA1}"/>
              </a:ext>
            </a:extLst>
          </p:cNvPr>
          <p:cNvCxnSpPr>
            <a:cxnSpLocks/>
            <a:stCxn id="166" idx="0"/>
          </p:cNvCxnSpPr>
          <p:nvPr/>
        </p:nvCxnSpPr>
        <p:spPr>
          <a:xfrm>
            <a:off x="3484728" y="3717357"/>
            <a:ext cx="0" cy="199637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525B16CB-06A1-D16E-B7BC-90D93E47A1D6}"/>
              </a:ext>
            </a:extLst>
          </p:cNvPr>
          <p:cNvCxnSpPr>
            <a:cxnSpLocks/>
          </p:cNvCxnSpPr>
          <p:nvPr/>
        </p:nvCxnSpPr>
        <p:spPr>
          <a:xfrm flipH="1">
            <a:off x="3483292" y="3859178"/>
            <a:ext cx="180975" cy="54769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C9786571-2125-0F21-D4F9-82430380D6CB}"/>
              </a:ext>
            </a:extLst>
          </p:cNvPr>
          <p:cNvCxnSpPr>
            <a:cxnSpLocks/>
          </p:cNvCxnSpPr>
          <p:nvPr/>
        </p:nvCxnSpPr>
        <p:spPr>
          <a:xfrm>
            <a:off x="3485674" y="3911566"/>
            <a:ext cx="107156" cy="145256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E42CC585-FDF0-D1B2-BE54-021EA3E61F4F}"/>
              </a:ext>
            </a:extLst>
          </p:cNvPr>
          <p:cNvCxnSpPr>
            <a:cxnSpLocks/>
          </p:cNvCxnSpPr>
          <p:nvPr/>
        </p:nvCxnSpPr>
        <p:spPr>
          <a:xfrm flipH="1">
            <a:off x="3373755" y="3916994"/>
            <a:ext cx="108846" cy="137447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FA90B657-ECEB-252A-2BAD-FD9E6FACCF19}"/>
              </a:ext>
            </a:extLst>
          </p:cNvPr>
          <p:cNvCxnSpPr>
            <a:cxnSpLocks/>
          </p:cNvCxnSpPr>
          <p:nvPr/>
        </p:nvCxnSpPr>
        <p:spPr>
          <a:xfrm flipH="1" flipV="1">
            <a:off x="3309461" y="3844891"/>
            <a:ext cx="178594" cy="66675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0" name="Oval 189">
            <a:extLst>
              <a:ext uri="{FF2B5EF4-FFF2-40B4-BE49-F238E27FC236}">
                <a16:creationId xmlns:a16="http://schemas.microsoft.com/office/drawing/2014/main" id="{C429BD5F-FCBC-FE29-C883-F29460E4FE50}"/>
              </a:ext>
            </a:extLst>
          </p:cNvPr>
          <p:cNvSpPr/>
          <p:nvPr/>
        </p:nvSpPr>
        <p:spPr>
          <a:xfrm>
            <a:off x="3759148" y="371735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E69DA71E-1FD0-A6F5-C4E4-D8266319C901}"/>
              </a:ext>
            </a:extLst>
          </p:cNvPr>
          <p:cNvCxnSpPr>
            <a:cxnSpLocks/>
            <a:stCxn id="190" idx="0"/>
          </p:cNvCxnSpPr>
          <p:nvPr/>
        </p:nvCxnSpPr>
        <p:spPr>
          <a:xfrm>
            <a:off x="3946690" y="3717357"/>
            <a:ext cx="0" cy="199637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A851C0AE-5391-E31C-B47F-915D6C578A00}"/>
              </a:ext>
            </a:extLst>
          </p:cNvPr>
          <p:cNvCxnSpPr>
            <a:cxnSpLocks/>
          </p:cNvCxnSpPr>
          <p:nvPr/>
        </p:nvCxnSpPr>
        <p:spPr>
          <a:xfrm flipH="1">
            <a:off x="3945254" y="3859178"/>
            <a:ext cx="180975" cy="54769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BBA38F3C-8E82-7AF6-7A60-2D582F1B3FF6}"/>
              </a:ext>
            </a:extLst>
          </p:cNvPr>
          <p:cNvCxnSpPr>
            <a:cxnSpLocks/>
          </p:cNvCxnSpPr>
          <p:nvPr/>
        </p:nvCxnSpPr>
        <p:spPr>
          <a:xfrm>
            <a:off x="3947636" y="3911566"/>
            <a:ext cx="107156" cy="145256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2C99539E-09F7-8D8A-664A-AB995EADF15A}"/>
              </a:ext>
            </a:extLst>
          </p:cNvPr>
          <p:cNvCxnSpPr>
            <a:cxnSpLocks/>
          </p:cNvCxnSpPr>
          <p:nvPr/>
        </p:nvCxnSpPr>
        <p:spPr>
          <a:xfrm flipH="1">
            <a:off x="3835717" y="3916994"/>
            <a:ext cx="108846" cy="137447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97B79866-CC87-F852-0F72-E7F32FFEB2AB}"/>
              </a:ext>
            </a:extLst>
          </p:cNvPr>
          <p:cNvCxnSpPr>
            <a:cxnSpLocks/>
          </p:cNvCxnSpPr>
          <p:nvPr/>
        </p:nvCxnSpPr>
        <p:spPr>
          <a:xfrm flipH="1" flipV="1">
            <a:off x="3771423" y="3844891"/>
            <a:ext cx="178594" cy="66675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6" name="Oval 195">
            <a:extLst>
              <a:ext uri="{FF2B5EF4-FFF2-40B4-BE49-F238E27FC236}">
                <a16:creationId xmlns:a16="http://schemas.microsoft.com/office/drawing/2014/main" id="{5B1E0896-1AA8-DF56-57BD-B5E84DB63CA4}"/>
              </a:ext>
            </a:extLst>
          </p:cNvPr>
          <p:cNvSpPr/>
          <p:nvPr/>
        </p:nvSpPr>
        <p:spPr>
          <a:xfrm>
            <a:off x="4220982" y="371735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DEF39FC1-6708-5C0B-D2EC-21B6CC035FC8}"/>
              </a:ext>
            </a:extLst>
          </p:cNvPr>
          <p:cNvCxnSpPr>
            <a:cxnSpLocks/>
            <a:stCxn id="196" idx="0"/>
          </p:cNvCxnSpPr>
          <p:nvPr/>
        </p:nvCxnSpPr>
        <p:spPr>
          <a:xfrm>
            <a:off x="4408524" y="3717357"/>
            <a:ext cx="0" cy="199637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F8AE1B1F-F6E4-73B4-B46F-28A915523C9C}"/>
              </a:ext>
            </a:extLst>
          </p:cNvPr>
          <p:cNvCxnSpPr>
            <a:cxnSpLocks/>
          </p:cNvCxnSpPr>
          <p:nvPr/>
        </p:nvCxnSpPr>
        <p:spPr>
          <a:xfrm flipH="1">
            <a:off x="4407088" y="3859178"/>
            <a:ext cx="180975" cy="54769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260A201D-4C6C-A9B4-A496-2E7E66ACD976}"/>
              </a:ext>
            </a:extLst>
          </p:cNvPr>
          <p:cNvCxnSpPr>
            <a:cxnSpLocks/>
          </p:cNvCxnSpPr>
          <p:nvPr/>
        </p:nvCxnSpPr>
        <p:spPr>
          <a:xfrm>
            <a:off x="4409470" y="3911566"/>
            <a:ext cx="107156" cy="145256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D1B4909D-EF2D-3376-7A85-C331F8EA8577}"/>
              </a:ext>
            </a:extLst>
          </p:cNvPr>
          <p:cNvCxnSpPr>
            <a:cxnSpLocks/>
          </p:cNvCxnSpPr>
          <p:nvPr/>
        </p:nvCxnSpPr>
        <p:spPr>
          <a:xfrm flipH="1">
            <a:off x="4297551" y="3916994"/>
            <a:ext cx="108846" cy="137447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F6E64BA4-8145-4162-9CF6-608DF6803C45}"/>
              </a:ext>
            </a:extLst>
          </p:cNvPr>
          <p:cNvCxnSpPr>
            <a:cxnSpLocks/>
          </p:cNvCxnSpPr>
          <p:nvPr/>
        </p:nvCxnSpPr>
        <p:spPr>
          <a:xfrm flipH="1" flipV="1">
            <a:off x="4233257" y="3844891"/>
            <a:ext cx="178594" cy="66675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2" name="TextBox 201">
            <a:extLst>
              <a:ext uri="{FF2B5EF4-FFF2-40B4-BE49-F238E27FC236}">
                <a16:creationId xmlns:a16="http://schemas.microsoft.com/office/drawing/2014/main" id="{502AE147-7640-AAE5-8F8A-4A61DD0C1765}"/>
              </a:ext>
            </a:extLst>
          </p:cNvPr>
          <p:cNvSpPr txBox="1"/>
          <p:nvPr/>
        </p:nvSpPr>
        <p:spPr>
          <a:xfrm>
            <a:off x="542293" y="5156111"/>
            <a:ext cx="7889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2 ÷ 0,1 =  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EA8E528F-799F-8A9C-4969-3E3A4A5F6017}"/>
              </a:ext>
            </a:extLst>
          </p:cNvPr>
          <p:cNvSpPr txBox="1"/>
          <p:nvPr/>
        </p:nvSpPr>
        <p:spPr>
          <a:xfrm>
            <a:off x="121765" y="4756851"/>
            <a:ext cx="3177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и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04" name="Oval 203">
            <a:extLst>
              <a:ext uri="{FF2B5EF4-FFF2-40B4-BE49-F238E27FC236}">
                <a16:creationId xmlns:a16="http://schemas.microsoft.com/office/drawing/2014/main" id="{68D434E0-0519-35C2-D1F9-65536F148C27}"/>
              </a:ext>
            </a:extLst>
          </p:cNvPr>
          <p:cNvSpPr/>
          <p:nvPr/>
        </p:nvSpPr>
        <p:spPr>
          <a:xfrm>
            <a:off x="503980" y="472319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205" name="Straight Connector 204">
            <a:extLst>
              <a:ext uri="{FF2B5EF4-FFF2-40B4-BE49-F238E27FC236}">
                <a16:creationId xmlns:a16="http://schemas.microsoft.com/office/drawing/2014/main" id="{DB3D47B6-3A9B-1151-5549-771B6118577E}"/>
              </a:ext>
            </a:extLst>
          </p:cNvPr>
          <p:cNvCxnSpPr>
            <a:cxnSpLocks/>
            <a:stCxn id="204" idx="0"/>
            <a:endCxn id="204" idx="4"/>
          </p:cNvCxnSpPr>
          <p:nvPr/>
        </p:nvCxnSpPr>
        <p:spPr>
          <a:xfrm>
            <a:off x="691522" y="4723197"/>
            <a:ext cx="0" cy="375084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6" name="TextBox 205">
            <a:extLst>
              <a:ext uri="{FF2B5EF4-FFF2-40B4-BE49-F238E27FC236}">
                <a16:creationId xmlns:a16="http://schemas.microsoft.com/office/drawing/2014/main" id="{7DC90EA3-689C-8463-9452-CCEEE6B22F40}"/>
              </a:ext>
            </a:extLst>
          </p:cNvPr>
          <p:cNvSpPr txBox="1"/>
          <p:nvPr/>
        </p:nvSpPr>
        <p:spPr>
          <a:xfrm>
            <a:off x="1188442" y="5106234"/>
            <a:ext cx="44435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20</a:t>
            </a:r>
          </a:p>
        </p:txBody>
      </p:sp>
      <p:cxnSp>
        <p:nvCxnSpPr>
          <p:cNvPr id="207" name="Straight Connector 206">
            <a:extLst>
              <a:ext uri="{FF2B5EF4-FFF2-40B4-BE49-F238E27FC236}">
                <a16:creationId xmlns:a16="http://schemas.microsoft.com/office/drawing/2014/main" id="{DA60772E-8C0A-A8EC-6EBD-2C60074DCD5B}"/>
              </a:ext>
            </a:extLst>
          </p:cNvPr>
          <p:cNvCxnSpPr>
            <a:cxnSpLocks/>
          </p:cNvCxnSpPr>
          <p:nvPr/>
        </p:nvCxnSpPr>
        <p:spPr>
          <a:xfrm flipH="1">
            <a:off x="520065" y="4865018"/>
            <a:ext cx="350996" cy="107633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E8CB160E-DC26-857E-4BFD-B06907BD6D38}"/>
              </a:ext>
            </a:extLst>
          </p:cNvPr>
          <p:cNvCxnSpPr>
            <a:cxnSpLocks/>
          </p:cNvCxnSpPr>
          <p:nvPr/>
        </p:nvCxnSpPr>
        <p:spPr>
          <a:xfrm>
            <a:off x="577215" y="4763101"/>
            <a:ext cx="222409" cy="299561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A2757022-27DD-FC90-BB67-1BB9E605F67D}"/>
              </a:ext>
            </a:extLst>
          </p:cNvPr>
          <p:cNvCxnSpPr>
            <a:cxnSpLocks/>
          </p:cNvCxnSpPr>
          <p:nvPr/>
        </p:nvCxnSpPr>
        <p:spPr>
          <a:xfrm flipH="1">
            <a:off x="580549" y="4767863"/>
            <a:ext cx="225266" cy="292418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C0129180-F99D-F138-722C-192A10933934}"/>
              </a:ext>
            </a:extLst>
          </p:cNvPr>
          <p:cNvCxnSpPr>
            <a:cxnSpLocks/>
          </p:cNvCxnSpPr>
          <p:nvPr/>
        </p:nvCxnSpPr>
        <p:spPr>
          <a:xfrm flipH="1" flipV="1">
            <a:off x="516255" y="4850731"/>
            <a:ext cx="349091" cy="131445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3" name="TextBox 222">
            <a:extLst>
              <a:ext uri="{FF2B5EF4-FFF2-40B4-BE49-F238E27FC236}">
                <a16:creationId xmlns:a16="http://schemas.microsoft.com/office/drawing/2014/main" id="{6F2B89DC-6815-E0F0-C595-0AAC9AE901B0}"/>
              </a:ext>
            </a:extLst>
          </p:cNvPr>
          <p:cNvSpPr txBox="1"/>
          <p:nvPr/>
        </p:nvSpPr>
        <p:spPr>
          <a:xfrm>
            <a:off x="2644936" y="5156111"/>
            <a:ext cx="7889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5 ÷ 0,1 =  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4477A8B1-ACEA-1924-D61F-B8B95AA0899A}"/>
              </a:ext>
            </a:extLst>
          </p:cNvPr>
          <p:cNvSpPr txBox="1"/>
          <p:nvPr/>
        </p:nvSpPr>
        <p:spPr>
          <a:xfrm>
            <a:off x="2224408" y="4756851"/>
            <a:ext cx="317716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й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E3BE79BB-DA93-34F4-F4B8-DD7DBD914C89}"/>
              </a:ext>
            </a:extLst>
          </p:cNvPr>
          <p:cNvSpPr txBox="1"/>
          <p:nvPr/>
        </p:nvSpPr>
        <p:spPr>
          <a:xfrm>
            <a:off x="3357760" y="5106234"/>
            <a:ext cx="44435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50</a:t>
            </a:r>
          </a:p>
        </p:txBody>
      </p:sp>
      <p:sp>
        <p:nvSpPr>
          <p:cNvPr id="264" name="Oval 263">
            <a:extLst>
              <a:ext uri="{FF2B5EF4-FFF2-40B4-BE49-F238E27FC236}">
                <a16:creationId xmlns:a16="http://schemas.microsoft.com/office/drawing/2014/main" id="{58845388-FE6E-BDC6-FA18-E1719902B053}"/>
              </a:ext>
            </a:extLst>
          </p:cNvPr>
          <p:cNvSpPr/>
          <p:nvPr/>
        </p:nvSpPr>
        <p:spPr>
          <a:xfrm>
            <a:off x="973086" y="472319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265" name="Straight Connector 264">
            <a:extLst>
              <a:ext uri="{FF2B5EF4-FFF2-40B4-BE49-F238E27FC236}">
                <a16:creationId xmlns:a16="http://schemas.microsoft.com/office/drawing/2014/main" id="{39B8E23E-D2F7-8B86-CF01-B8873A7A87F7}"/>
              </a:ext>
            </a:extLst>
          </p:cNvPr>
          <p:cNvCxnSpPr>
            <a:cxnSpLocks/>
            <a:stCxn id="264" idx="0"/>
            <a:endCxn id="264" idx="4"/>
          </p:cNvCxnSpPr>
          <p:nvPr/>
        </p:nvCxnSpPr>
        <p:spPr>
          <a:xfrm>
            <a:off x="1160628" y="4723197"/>
            <a:ext cx="0" cy="375084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D612B49E-D8A2-56A2-4925-C1BE96F0690F}"/>
              </a:ext>
            </a:extLst>
          </p:cNvPr>
          <p:cNvCxnSpPr>
            <a:cxnSpLocks/>
          </p:cNvCxnSpPr>
          <p:nvPr/>
        </p:nvCxnSpPr>
        <p:spPr>
          <a:xfrm flipH="1">
            <a:off x="989171" y="4865018"/>
            <a:ext cx="350996" cy="107633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7" name="Straight Connector 266">
            <a:extLst>
              <a:ext uri="{FF2B5EF4-FFF2-40B4-BE49-F238E27FC236}">
                <a16:creationId xmlns:a16="http://schemas.microsoft.com/office/drawing/2014/main" id="{6F47C539-AF47-2793-3406-7E6D0B672E2C}"/>
              </a:ext>
            </a:extLst>
          </p:cNvPr>
          <p:cNvCxnSpPr>
            <a:cxnSpLocks/>
          </p:cNvCxnSpPr>
          <p:nvPr/>
        </p:nvCxnSpPr>
        <p:spPr>
          <a:xfrm>
            <a:off x="1046321" y="4763101"/>
            <a:ext cx="222409" cy="299561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8" name="Straight Connector 267">
            <a:extLst>
              <a:ext uri="{FF2B5EF4-FFF2-40B4-BE49-F238E27FC236}">
                <a16:creationId xmlns:a16="http://schemas.microsoft.com/office/drawing/2014/main" id="{C2B4345C-B3B7-94AA-A235-92536578A031}"/>
              </a:ext>
            </a:extLst>
          </p:cNvPr>
          <p:cNvCxnSpPr>
            <a:cxnSpLocks/>
          </p:cNvCxnSpPr>
          <p:nvPr/>
        </p:nvCxnSpPr>
        <p:spPr>
          <a:xfrm flipH="1">
            <a:off x="1049655" y="4767863"/>
            <a:ext cx="225266" cy="292418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9" name="Straight Connector 268">
            <a:extLst>
              <a:ext uri="{FF2B5EF4-FFF2-40B4-BE49-F238E27FC236}">
                <a16:creationId xmlns:a16="http://schemas.microsoft.com/office/drawing/2014/main" id="{71F3DC14-ADD0-DAC9-F1E6-60204428B9FB}"/>
              </a:ext>
            </a:extLst>
          </p:cNvPr>
          <p:cNvCxnSpPr>
            <a:cxnSpLocks/>
          </p:cNvCxnSpPr>
          <p:nvPr/>
        </p:nvCxnSpPr>
        <p:spPr>
          <a:xfrm flipH="1" flipV="1">
            <a:off x="985361" y="4850731"/>
            <a:ext cx="349091" cy="131445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2" name="Oval 281">
            <a:extLst>
              <a:ext uri="{FF2B5EF4-FFF2-40B4-BE49-F238E27FC236}">
                <a16:creationId xmlns:a16="http://schemas.microsoft.com/office/drawing/2014/main" id="{C2FAB2C4-D3EA-D923-E5E5-150EAAD56B67}"/>
              </a:ext>
            </a:extLst>
          </p:cNvPr>
          <p:cNvSpPr/>
          <p:nvPr/>
        </p:nvSpPr>
        <p:spPr>
          <a:xfrm>
            <a:off x="2608053" y="472319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283" name="Straight Connector 282">
            <a:extLst>
              <a:ext uri="{FF2B5EF4-FFF2-40B4-BE49-F238E27FC236}">
                <a16:creationId xmlns:a16="http://schemas.microsoft.com/office/drawing/2014/main" id="{C807C9E2-E02C-6845-B7B7-4FAA2CBB27B1}"/>
              </a:ext>
            </a:extLst>
          </p:cNvPr>
          <p:cNvCxnSpPr>
            <a:cxnSpLocks/>
            <a:stCxn id="282" idx="0"/>
            <a:endCxn id="282" idx="4"/>
          </p:cNvCxnSpPr>
          <p:nvPr/>
        </p:nvCxnSpPr>
        <p:spPr>
          <a:xfrm>
            <a:off x="2795595" y="4723197"/>
            <a:ext cx="0" cy="375084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4" name="Straight Connector 283">
            <a:extLst>
              <a:ext uri="{FF2B5EF4-FFF2-40B4-BE49-F238E27FC236}">
                <a16:creationId xmlns:a16="http://schemas.microsoft.com/office/drawing/2014/main" id="{287FE630-0CCB-F664-450C-91B37DB724AB}"/>
              </a:ext>
            </a:extLst>
          </p:cNvPr>
          <p:cNvCxnSpPr>
            <a:cxnSpLocks/>
          </p:cNvCxnSpPr>
          <p:nvPr/>
        </p:nvCxnSpPr>
        <p:spPr>
          <a:xfrm flipH="1">
            <a:off x="2624138" y="4865018"/>
            <a:ext cx="350996" cy="107633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5" name="Straight Connector 284">
            <a:extLst>
              <a:ext uri="{FF2B5EF4-FFF2-40B4-BE49-F238E27FC236}">
                <a16:creationId xmlns:a16="http://schemas.microsoft.com/office/drawing/2014/main" id="{E2B40B1A-644A-8231-AC83-6013B3FF402C}"/>
              </a:ext>
            </a:extLst>
          </p:cNvPr>
          <p:cNvCxnSpPr>
            <a:cxnSpLocks/>
          </p:cNvCxnSpPr>
          <p:nvPr/>
        </p:nvCxnSpPr>
        <p:spPr>
          <a:xfrm>
            <a:off x="2681288" y="4763101"/>
            <a:ext cx="222409" cy="299561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B2144655-DF5F-CF87-0B25-B87931471BED}"/>
              </a:ext>
            </a:extLst>
          </p:cNvPr>
          <p:cNvCxnSpPr>
            <a:cxnSpLocks/>
          </p:cNvCxnSpPr>
          <p:nvPr/>
        </p:nvCxnSpPr>
        <p:spPr>
          <a:xfrm flipH="1">
            <a:off x="2684622" y="4767863"/>
            <a:ext cx="225266" cy="292418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7" name="Straight Connector 286">
            <a:extLst>
              <a:ext uri="{FF2B5EF4-FFF2-40B4-BE49-F238E27FC236}">
                <a16:creationId xmlns:a16="http://schemas.microsoft.com/office/drawing/2014/main" id="{D563EC70-3A7F-9F4D-828A-2A1FA59D7CB5}"/>
              </a:ext>
            </a:extLst>
          </p:cNvPr>
          <p:cNvCxnSpPr>
            <a:cxnSpLocks/>
          </p:cNvCxnSpPr>
          <p:nvPr/>
        </p:nvCxnSpPr>
        <p:spPr>
          <a:xfrm flipH="1" flipV="1">
            <a:off x="2620328" y="4850731"/>
            <a:ext cx="349091" cy="131445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8" name="Oval 287">
            <a:extLst>
              <a:ext uri="{FF2B5EF4-FFF2-40B4-BE49-F238E27FC236}">
                <a16:creationId xmlns:a16="http://schemas.microsoft.com/office/drawing/2014/main" id="{6B7179BD-03A0-1E1A-9880-0DC9FCD6C28C}"/>
              </a:ext>
            </a:extLst>
          </p:cNvPr>
          <p:cNvSpPr/>
          <p:nvPr/>
        </p:nvSpPr>
        <p:spPr>
          <a:xfrm>
            <a:off x="3077159" y="472319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289" name="Straight Connector 288">
            <a:extLst>
              <a:ext uri="{FF2B5EF4-FFF2-40B4-BE49-F238E27FC236}">
                <a16:creationId xmlns:a16="http://schemas.microsoft.com/office/drawing/2014/main" id="{565DC699-F334-DEBC-EBC8-2CC0821D687C}"/>
              </a:ext>
            </a:extLst>
          </p:cNvPr>
          <p:cNvCxnSpPr>
            <a:cxnSpLocks/>
            <a:stCxn id="288" idx="0"/>
            <a:endCxn id="288" idx="4"/>
          </p:cNvCxnSpPr>
          <p:nvPr/>
        </p:nvCxnSpPr>
        <p:spPr>
          <a:xfrm>
            <a:off x="3264701" y="4723197"/>
            <a:ext cx="0" cy="375084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0" name="Straight Connector 289">
            <a:extLst>
              <a:ext uri="{FF2B5EF4-FFF2-40B4-BE49-F238E27FC236}">
                <a16:creationId xmlns:a16="http://schemas.microsoft.com/office/drawing/2014/main" id="{A311162D-1CEB-0E1C-52FD-74CC70EAE5B2}"/>
              </a:ext>
            </a:extLst>
          </p:cNvPr>
          <p:cNvCxnSpPr>
            <a:cxnSpLocks/>
          </p:cNvCxnSpPr>
          <p:nvPr/>
        </p:nvCxnSpPr>
        <p:spPr>
          <a:xfrm flipH="1">
            <a:off x="3093244" y="4865018"/>
            <a:ext cx="350996" cy="107633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1" name="Straight Connector 290">
            <a:extLst>
              <a:ext uri="{FF2B5EF4-FFF2-40B4-BE49-F238E27FC236}">
                <a16:creationId xmlns:a16="http://schemas.microsoft.com/office/drawing/2014/main" id="{30294CB0-96C7-17E9-0034-778D7F915DA6}"/>
              </a:ext>
            </a:extLst>
          </p:cNvPr>
          <p:cNvCxnSpPr>
            <a:cxnSpLocks/>
          </p:cNvCxnSpPr>
          <p:nvPr/>
        </p:nvCxnSpPr>
        <p:spPr>
          <a:xfrm>
            <a:off x="3150394" y="4763101"/>
            <a:ext cx="222409" cy="299561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2" name="Straight Connector 291">
            <a:extLst>
              <a:ext uri="{FF2B5EF4-FFF2-40B4-BE49-F238E27FC236}">
                <a16:creationId xmlns:a16="http://schemas.microsoft.com/office/drawing/2014/main" id="{F6BDC2A1-CAC9-8775-0799-202BC15F2CED}"/>
              </a:ext>
            </a:extLst>
          </p:cNvPr>
          <p:cNvCxnSpPr>
            <a:cxnSpLocks/>
          </p:cNvCxnSpPr>
          <p:nvPr/>
        </p:nvCxnSpPr>
        <p:spPr>
          <a:xfrm flipH="1">
            <a:off x="3153728" y="4767863"/>
            <a:ext cx="225266" cy="292418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3" name="Straight Connector 292">
            <a:extLst>
              <a:ext uri="{FF2B5EF4-FFF2-40B4-BE49-F238E27FC236}">
                <a16:creationId xmlns:a16="http://schemas.microsoft.com/office/drawing/2014/main" id="{234F8E2C-130F-5A8B-0253-0BC07E0A01AE}"/>
              </a:ext>
            </a:extLst>
          </p:cNvPr>
          <p:cNvCxnSpPr>
            <a:cxnSpLocks/>
          </p:cNvCxnSpPr>
          <p:nvPr/>
        </p:nvCxnSpPr>
        <p:spPr>
          <a:xfrm flipH="1" flipV="1">
            <a:off x="3089434" y="4850731"/>
            <a:ext cx="349091" cy="131445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6" name="Oval 305">
            <a:extLst>
              <a:ext uri="{FF2B5EF4-FFF2-40B4-BE49-F238E27FC236}">
                <a16:creationId xmlns:a16="http://schemas.microsoft.com/office/drawing/2014/main" id="{51A2284F-1D42-6812-8C3D-F068E4245395}"/>
              </a:ext>
            </a:extLst>
          </p:cNvPr>
          <p:cNvSpPr/>
          <p:nvPr/>
        </p:nvSpPr>
        <p:spPr>
          <a:xfrm>
            <a:off x="3536741" y="472319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307" name="Straight Connector 306">
            <a:extLst>
              <a:ext uri="{FF2B5EF4-FFF2-40B4-BE49-F238E27FC236}">
                <a16:creationId xmlns:a16="http://schemas.microsoft.com/office/drawing/2014/main" id="{5A436436-835D-2BCE-234F-CE8835F79D7B}"/>
              </a:ext>
            </a:extLst>
          </p:cNvPr>
          <p:cNvCxnSpPr>
            <a:cxnSpLocks/>
            <a:stCxn id="306" idx="0"/>
            <a:endCxn id="306" idx="4"/>
          </p:cNvCxnSpPr>
          <p:nvPr/>
        </p:nvCxnSpPr>
        <p:spPr>
          <a:xfrm>
            <a:off x="3724283" y="4723197"/>
            <a:ext cx="0" cy="375084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8" name="Straight Connector 307">
            <a:extLst>
              <a:ext uri="{FF2B5EF4-FFF2-40B4-BE49-F238E27FC236}">
                <a16:creationId xmlns:a16="http://schemas.microsoft.com/office/drawing/2014/main" id="{2BABDC1E-62BB-9F40-53A7-F401A706D008}"/>
              </a:ext>
            </a:extLst>
          </p:cNvPr>
          <p:cNvCxnSpPr>
            <a:cxnSpLocks/>
          </p:cNvCxnSpPr>
          <p:nvPr/>
        </p:nvCxnSpPr>
        <p:spPr>
          <a:xfrm flipH="1">
            <a:off x="3552826" y="4865018"/>
            <a:ext cx="350996" cy="107633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9" name="Straight Connector 308">
            <a:extLst>
              <a:ext uri="{FF2B5EF4-FFF2-40B4-BE49-F238E27FC236}">
                <a16:creationId xmlns:a16="http://schemas.microsoft.com/office/drawing/2014/main" id="{8B642422-9AD6-19AB-1C57-D96D53761346}"/>
              </a:ext>
            </a:extLst>
          </p:cNvPr>
          <p:cNvCxnSpPr>
            <a:cxnSpLocks/>
          </p:cNvCxnSpPr>
          <p:nvPr/>
        </p:nvCxnSpPr>
        <p:spPr>
          <a:xfrm>
            <a:off x="3609976" y="4763101"/>
            <a:ext cx="222409" cy="299561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0" name="Straight Connector 309">
            <a:extLst>
              <a:ext uri="{FF2B5EF4-FFF2-40B4-BE49-F238E27FC236}">
                <a16:creationId xmlns:a16="http://schemas.microsoft.com/office/drawing/2014/main" id="{437D6359-F409-E3EC-4F49-AEE4783521F3}"/>
              </a:ext>
            </a:extLst>
          </p:cNvPr>
          <p:cNvCxnSpPr>
            <a:cxnSpLocks/>
          </p:cNvCxnSpPr>
          <p:nvPr/>
        </p:nvCxnSpPr>
        <p:spPr>
          <a:xfrm flipH="1">
            <a:off x="3613310" y="4767863"/>
            <a:ext cx="225266" cy="292418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1" name="Straight Connector 310">
            <a:extLst>
              <a:ext uri="{FF2B5EF4-FFF2-40B4-BE49-F238E27FC236}">
                <a16:creationId xmlns:a16="http://schemas.microsoft.com/office/drawing/2014/main" id="{CBA723B8-83E3-9AAC-F442-C4C758D47745}"/>
              </a:ext>
            </a:extLst>
          </p:cNvPr>
          <p:cNvCxnSpPr>
            <a:cxnSpLocks/>
          </p:cNvCxnSpPr>
          <p:nvPr/>
        </p:nvCxnSpPr>
        <p:spPr>
          <a:xfrm flipH="1" flipV="1">
            <a:off x="3549016" y="4850731"/>
            <a:ext cx="349091" cy="131445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0" name="Oval 329">
            <a:extLst>
              <a:ext uri="{FF2B5EF4-FFF2-40B4-BE49-F238E27FC236}">
                <a16:creationId xmlns:a16="http://schemas.microsoft.com/office/drawing/2014/main" id="{75C48664-EDAB-7EC3-EF36-BEF6893D2373}"/>
              </a:ext>
            </a:extLst>
          </p:cNvPr>
          <p:cNvSpPr/>
          <p:nvPr/>
        </p:nvSpPr>
        <p:spPr>
          <a:xfrm>
            <a:off x="4005848" y="472319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331" name="Straight Connector 330">
            <a:extLst>
              <a:ext uri="{FF2B5EF4-FFF2-40B4-BE49-F238E27FC236}">
                <a16:creationId xmlns:a16="http://schemas.microsoft.com/office/drawing/2014/main" id="{0EAA3FA9-CD5D-8658-2672-E1EE607CA9F9}"/>
              </a:ext>
            </a:extLst>
          </p:cNvPr>
          <p:cNvCxnSpPr>
            <a:cxnSpLocks/>
            <a:stCxn id="330" idx="0"/>
            <a:endCxn id="330" idx="4"/>
          </p:cNvCxnSpPr>
          <p:nvPr/>
        </p:nvCxnSpPr>
        <p:spPr>
          <a:xfrm>
            <a:off x="4193390" y="4723197"/>
            <a:ext cx="0" cy="375084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2" name="Straight Connector 331">
            <a:extLst>
              <a:ext uri="{FF2B5EF4-FFF2-40B4-BE49-F238E27FC236}">
                <a16:creationId xmlns:a16="http://schemas.microsoft.com/office/drawing/2014/main" id="{02416EB6-3520-88D8-FA77-713DAEDD3B77}"/>
              </a:ext>
            </a:extLst>
          </p:cNvPr>
          <p:cNvCxnSpPr>
            <a:cxnSpLocks/>
          </p:cNvCxnSpPr>
          <p:nvPr/>
        </p:nvCxnSpPr>
        <p:spPr>
          <a:xfrm flipH="1">
            <a:off x="4021933" y="4865018"/>
            <a:ext cx="350996" cy="107633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3" name="Straight Connector 332">
            <a:extLst>
              <a:ext uri="{FF2B5EF4-FFF2-40B4-BE49-F238E27FC236}">
                <a16:creationId xmlns:a16="http://schemas.microsoft.com/office/drawing/2014/main" id="{736DB8D8-E1F5-C514-7E2A-BBB8779A6A2F}"/>
              </a:ext>
            </a:extLst>
          </p:cNvPr>
          <p:cNvCxnSpPr>
            <a:cxnSpLocks/>
          </p:cNvCxnSpPr>
          <p:nvPr/>
        </p:nvCxnSpPr>
        <p:spPr>
          <a:xfrm>
            <a:off x="4079083" y="4763101"/>
            <a:ext cx="222409" cy="299561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4" name="Straight Connector 333">
            <a:extLst>
              <a:ext uri="{FF2B5EF4-FFF2-40B4-BE49-F238E27FC236}">
                <a16:creationId xmlns:a16="http://schemas.microsoft.com/office/drawing/2014/main" id="{2F2961AF-E347-7FDB-E118-92BBA18217FA}"/>
              </a:ext>
            </a:extLst>
          </p:cNvPr>
          <p:cNvCxnSpPr>
            <a:cxnSpLocks/>
          </p:cNvCxnSpPr>
          <p:nvPr/>
        </p:nvCxnSpPr>
        <p:spPr>
          <a:xfrm flipH="1">
            <a:off x="4082417" y="4767863"/>
            <a:ext cx="225266" cy="292418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5" name="Straight Connector 334">
            <a:extLst>
              <a:ext uri="{FF2B5EF4-FFF2-40B4-BE49-F238E27FC236}">
                <a16:creationId xmlns:a16="http://schemas.microsoft.com/office/drawing/2014/main" id="{A01A24A9-4F03-BE22-92A7-B20341FA6E3E}"/>
              </a:ext>
            </a:extLst>
          </p:cNvPr>
          <p:cNvCxnSpPr>
            <a:cxnSpLocks/>
          </p:cNvCxnSpPr>
          <p:nvPr/>
        </p:nvCxnSpPr>
        <p:spPr>
          <a:xfrm flipH="1" flipV="1">
            <a:off x="4018123" y="4850731"/>
            <a:ext cx="349091" cy="131445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6" name="Oval 335">
            <a:extLst>
              <a:ext uri="{FF2B5EF4-FFF2-40B4-BE49-F238E27FC236}">
                <a16:creationId xmlns:a16="http://schemas.microsoft.com/office/drawing/2014/main" id="{49ADA7BD-D73D-2031-ED85-D465BA50C0DD}"/>
              </a:ext>
            </a:extLst>
          </p:cNvPr>
          <p:cNvSpPr/>
          <p:nvPr/>
        </p:nvSpPr>
        <p:spPr>
          <a:xfrm>
            <a:off x="4474954" y="472319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337" name="Straight Connector 336">
            <a:extLst>
              <a:ext uri="{FF2B5EF4-FFF2-40B4-BE49-F238E27FC236}">
                <a16:creationId xmlns:a16="http://schemas.microsoft.com/office/drawing/2014/main" id="{42DE7DE0-F62F-1260-29A7-D8DD6EA82A00}"/>
              </a:ext>
            </a:extLst>
          </p:cNvPr>
          <p:cNvCxnSpPr>
            <a:cxnSpLocks/>
            <a:stCxn id="336" idx="0"/>
            <a:endCxn id="336" idx="4"/>
          </p:cNvCxnSpPr>
          <p:nvPr/>
        </p:nvCxnSpPr>
        <p:spPr>
          <a:xfrm>
            <a:off x="4662496" y="4723197"/>
            <a:ext cx="0" cy="375084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8" name="Straight Connector 337">
            <a:extLst>
              <a:ext uri="{FF2B5EF4-FFF2-40B4-BE49-F238E27FC236}">
                <a16:creationId xmlns:a16="http://schemas.microsoft.com/office/drawing/2014/main" id="{646EC5A3-BA61-5101-91D9-903E04EEFB6C}"/>
              </a:ext>
            </a:extLst>
          </p:cNvPr>
          <p:cNvCxnSpPr>
            <a:cxnSpLocks/>
          </p:cNvCxnSpPr>
          <p:nvPr/>
        </p:nvCxnSpPr>
        <p:spPr>
          <a:xfrm flipH="1">
            <a:off x="4491039" y="4865018"/>
            <a:ext cx="350996" cy="107633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9" name="Straight Connector 338">
            <a:extLst>
              <a:ext uri="{FF2B5EF4-FFF2-40B4-BE49-F238E27FC236}">
                <a16:creationId xmlns:a16="http://schemas.microsoft.com/office/drawing/2014/main" id="{57103F16-9C5C-59EE-3436-5B55AF797828}"/>
              </a:ext>
            </a:extLst>
          </p:cNvPr>
          <p:cNvCxnSpPr>
            <a:cxnSpLocks/>
          </p:cNvCxnSpPr>
          <p:nvPr/>
        </p:nvCxnSpPr>
        <p:spPr>
          <a:xfrm>
            <a:off x="4548189" y="4763101"/>
            <a:ext cx="222409" cy="299561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0" name="Straight Connector 339">
            <a:extLst>
              <a:ext uri="{FF2B5EF4-FFF2-40B4-BE49-F238E27FC236}">
                <a16:creationId xmlns:a16="http://schemas.microsoft.com/office/drawing/2014/main" id="{9997626E-B9C2-4604-95EC-4D40CAFAAE83}"/>
              </a:ext>
            </a:extLst>
          </p:cNvPr>
          <p:cNvCxnSpPr>
            <a:cxnSpLocks/>
          </p:cNvCxnSpPr>
          <p:nvPr/>
        </p:nvCxnSpPr>
        <p:spPr>
          <a:xfrm flipH="1">
            <a:off x="4551523" y="4767863"/>
            <a:ext cx="225266" cy="292418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1" name="Straight Connector 340">
            <a:extLst>
              <a:ext uri="{FF2B5EF4-FFF2-40B4-BE49-F238E27FC236}">
                <a16:creationId xmlns:a16="http://schemas.microsoft.com/office/drawing/2014/main" id="{64210547-5AD0-3B22-1B4B-12B87AC2A277}"/>
              </a:ext>
            </a:extLst>
          </p:cNvPr>
          <p:cNvCxnSpPr>
            <a:cxnSpLocks/>
          </p:cNvCxnSpPr>
          <p:nvPr/>
        </p:nvCxnSpPr>
        <p:spPr>
          <a:xfrm flipH="1" flipV="1">
            <a:off x="4487229" y="4850731"/>
            <a:ext cx="349091" cy="131445"/>
          </a:xfrm>
          <a:prstGeom prst="line">
            <a:avLst/>
          </a:prstGeom>
          <a:ln w="12700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3" name="Straight Connector 342">
            <a:extLst>
              <a:ext uri="{FF2B5EF4-FFF2-40B4-BE49-F238E27FC236}">
                <a16:creationId xmlns:a16="http://schemas.microsoft.com/office/drawing/2014/main" id="{73966C2D-8265-84AF-4A6F-A2CCCBB77EA3}"/>
              </a:ext>
            </a:extLst>
          </p:cNvPr>
          <p:cNvCxnSpPr>
            <a:cxnSpLocks/>
          </p:cNvCxnSpPr>
          <p:nvPr/>
        </p:nvCxnSpPr>
        <p:spPr>
          <a:xfrm flipV="1">
            <a:off x="673950" y="5669368"/>
            <a:ext cx="3340107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4" name="TextBox 343">
            <a:extLst>
              <a:ext uri="{FF2B5EF4-FFF2-40B4-BE49-F238E27FC236}">
                <a16:creationId xmlns:a16="http://schemas.microsoft.com/office/drawing/2014/main" id="{E2372391-D168-9994-6669-02AA345B7E88}"/>
              </a:ext>
            </a:extLst>
          </p:cNvPr>
          <p:cNvSpPr txBox="1"/>
          <p:nvPr/>
        </p:nvSpPr>
        <p:spPr>
          <a:xfrm>
            <a:off x="74950" y="5893947"/>
            <a:ext cx="10182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к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  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 ÷ 0,5 =  </a:t>
            </a:r>
          </a:p>
        </p:txBody>
      </p:sp>
      <p:sp>
        <p:nvSpPr>
          <p:cNvPr id="345" name="TextBox 344">
            <a:extLst>
              <a:ext uri="{FF2B5EF4-FFF2-40B4-BE49-F238E27FC236}">
                <a16:creationId xmlns:a16="http://schemas.microsoft.com/office/drawing/2014/main" id="{7F233A46-7262-3B55-2711-1ACC834F1B00}"/>
              </a:ext>
            </a:extLst>
          </p:cNvPr>
          <p:cNvSpPr txBox="1"/>
          <p:nvPr/>
        </p:nvSpPr>
        <p:spPr>
          <a:xfrm>
            <a:off x="1089382" y="5832391"/>
            <a:ext cx="44435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8" name="TextBox 347">
                <a:extLst>
                  <a:ext uri="{FF2B5EF4-FFF2-40B4-BE49-F238E27FC236}">
                    <a16:creationId xmlns:a16="http://schemas.microsoft.com/office/drawing/2014/main" id="{F8E3625A-A043-6A70-9888-6FBC1DC8020D}"/>
                  </a:ext>
                </a:extLst>
              </p:cNvPr>
              <p:cNvSpPr txBox="1"/>
              <p:nvPr/>
            </p:nvSpPr>
            <p:spPr>
              <a:xfrm>
                <a:off x="74950" y="6382281"/>
                <a:ext cx="1010213" cy="4412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y-KG" sz="1200" b="1" dirty="0">
                    <a:solidFill>
                      <a:schemeClr val="bg1">
                        <a:lumMod val="50000"/>
                      </a:schemeClr>
                    </a:solidFill>
                  </a:rPr>
                  <a:t>н</a:t>
                </a:r>
                <a:r>
                  <a:rPr lang="en-GB" sz="1200" b="1" dirty="0">
                    <a:solidFill>
                      <a:schemeClr val="bg1">
                        <a:lumMod val="50000"/>
                      </a:schemeClr>
                    </a:solidFill>
                  </a:rPr>
                  <a:t>)   </a:t>
                </a: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4 ÷ 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GB" sz="1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GB" sz="1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num>
                      <m:den>
                        <m:r>
                          <a:rPr kumimoji="0" lang="en-GB" sz="1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3</m:t>
                        </m:r>
                      </m:den>
                    </m:f>
                  </m:oMath>
                </a14:m>
                <a:r>
                  <a:rPr kumimoji="0" lang="en-GB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</a:t>
                </a: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=  </a:t>
                </a:r>
              </a:p>
            </p:txBody>
          </p:sp>
        </mc:Choice>
        <mc:Fallback xmlns="">
          <p:sp>
            <p:nvSpPr>
              <p:cNvPr id="348" name="TextBox 347">
                <a:extLst>
                  <a:ext uri="{FF2B5EF4-FFF2-40B4-BE49-F238E27FC236}">
                    <a16:creationId xmlns:a16="http://schemas.microsoft.com/office/drawing/2014/main" id="{F8E3625A-A043-6A70-9888-6FBC1DC802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50" y="6382281"/>
                <a:ext cx="1010213" cy="4412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9" name="TextBox 348">
            <a:extLst>
              <a:ext uri="{FF2B5EF4-FFF2-40B4-BE49-F238E27FC236}">
                <a16:creationId xmlns:a16="http://schemas.microsoft.com/office/drawing/2014/main" id="{075D320A-D702-30E6-EFC3-12A4A46C247E}"/>
              </a:ext>
            </a:extLst>
          </p:cNvPr>
          <p:cNvSpPr txBox="1"/>
          <p:nvPr/>
        </p:nvSpPr>
        <p:spPr>
          <a:xfrm>
            <a:off x="1089382" y="6439787"/>
            <a:ext cx="44435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12</a:t>
            </a:r>
          </a:p>
        </p:txBody>
      </p:sp>
      <p:sp>
        <p:nvSpPr>
          <p:cNvPr id="380" name="TextBox 379">
            <a:extLst>
              <a:ext uri="{FF2B5EF4-FFF2-40B4-BE49-F238E27FC236}">
                <a16:creationId xmlns:a16="http://schemas.microsoft.com/office/drawing/2014/main" id="{39F53E44-A84E-0017-1F4E-11EFBE898091}"/>
              </a:ext>
            </a:extLst>
          </p:cNvPr>
          <p:cNvSpPr txBox="1"/>
          <p:nvPr/>
        </p:nvSpPr>
        <p:spPr>
          <a:xfrm>
            <a:off x="1762780" y="5893947"/>
            <a:ext cx="1023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л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  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 ÷ 0,2 =  </a:t>
            </a:r>
          </a:p>
        </p:txBody>
      </p:sp>
      <p:sp>
        <p:nvSpPr>
          <p:cNvPr id="381" name="TextBox 380">
            <a:extLst>
              <a:ext uri="{FF2B5EF4-FFF2-40B4-BE49-F238E27FC236}">
                <a16:creationId xmlns:a16="http://schemas.microsoft.com/office/drawing/2014/main" id="{9CB65A9D-7469-4120-4C4C-7BA3977DA8A3}"/>
              </a:ext>
            </a:extLst>
          </p:cNvPr>
          <p:cNvSpPr txBox="1"/>
          <p:nvPr/>
        </p:nvSpPr>
        <p:spPr>
          <a:xfrm>
            <a:off x="2777212" y="5832391"/>
            <a:ext cx="44435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30</a:t>
            </a:r>
          </a:p>
        </p:txBody>
      </p:sp>
      <p:sp>
        <p:nvSpPr>
          <p:cNvPr id="378" name="TextBox 377">
            <a:extLst>
              <a:ext uri="{FF2B5EF4-FFF2-40B4-BE49-F238E27FC236}">
                <a16:creationId xmlns:a16="http://schemas.microsoft.com/office/drawing/2014/main" id="{CA670D2C-0414-49F4-0800-02AF049359C2}"/>
              </a:ext>
            </a:extLst>
          </p:cNvPr>
          <p:cNvSpPr txBox="1"/>
          <p:nvPr/>
        </p:nvSpPr>
        <p:spPr>
          <a:xfrm>
            <a:off x="1762780" y="6472590"/>
            <a:ext cx="11047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о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  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÷ 0,25 =  </a:t>
            </a:r>
          </a:p>
        </p:txBody>
      </p:sp>
      <p:sp>
        <p:nvSpPr>
          <p:cNvPr id="379" name="TextBox 378">
            <a:extLst>
              <a:ext uri="{FF2B5EF4-FFF2-40B4-BE49-F238E27FC236}">
                <a16:creationId xmlns:a16="http://schemas.microsoft.com/office/drawing/2014/main" id="{8025DDC0-0BFF-4F81-DFCC-1447B245CE53}"/>
              </a:ext>
            </a:extLst>
          </p:cNvPr>
          <p:cNvSpPr txBox="1"/>
          <p:nvPr/>
        </p:nvSpPr>
        <p:spPr>
          <a:xfrm>
            <a:off x="2842133" y="6411034"/>
            <a:ext cx="314510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8</a:t>
            </a:r>
          </a:p>
        </p:txBody>
      </p:sp>
      <p:sp>
        <p:nvSpPr>
          <p:cNvPr id="387" name="TextBox 386">
            <a:extLst>
              <a:ext uri="{FF2B5EF4-FFF2-40B4-BE49-F238E27FC236}">
                <a16:creationId xmlns:a16="http://schemas.microsoft.com/office/drawing/2014/main" id="{827E8152-6A23-911D-8C12-8E18F3304301}"/>
              </a:ext>
            </a:extLst>
          </p:cNvPr>
          <p:cNvSpPr txBox="1"/>
          <p:nvPr/>
        </p:nvSpPr>
        <p:spPr>
          <a:xfrm>
            <a:off x="3450610" y="5893947"/>
            <a:ext cx="11304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м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  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14 ÷ 0,1 =  </a:t>
            </a:r>
          </a:p>
        </p:txBody>
      </p:sp>
      <p:sp>
        <p:nvSpPr>
          <p:cNvPr id="388" name="TextBox 387">
            <a:extLst>
              <a:ext uri="{FF2B5EF4-FFF2-40B4-BE49-F238E27FC236}">
                <a16:creationId xmlns:a16="http://schemas.microsoft.com/office/drawing/2014/main" id="{882CABE1-AC50-DE11-F13C-0D40BEC487DA}"/>
              </a:ext>
            </a:extLst>
          </p:cNvPr>
          <p:cNvSpPr txBox="1"/>
          <p:nvPr/>
        </p:nvSpPr>
        <p:spPr>
          <a:xfrm>
            <a:off x="4457270" y="5832391"/>
            <a:ext cx="574196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140</a:t>
            </a:r>
          </a:p>
        </p:txBody>
      </p:sp>
      <p:sp>
        <p:nvSpPr>
          <p:cNvPr id="385" name="TextBox 384">
            <a:extLst>
              <a:ext uri="{FF2B5EF4-FFF2-40B4-BE49-F238E27FC236}">
                <a16:creationId xmlns:a16="http://schemas.microsoft.com/office/drawing/2014/main" id="{E1872154-C234-664D-E5C4-2A2CAF2F4239}"/>
              </a:ext>
            </a:extLst>
          </p:cNvPr>
          <p:cNvSpPr txBox="1"/>
          <p:nvPr/>
        </p:nvSpPr>
        <p:spPr>
          <a:xfrm>
            <a:off x="3450610" y="6472590"/>
            <a:ext cx="11031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п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  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 ÷ 0,02 =  </a:t>
            </a:r>
          </a:p>
        </p:txBody>
      </p:sp>
      <p:sp>
        <p:nvSpPr>
          <p:cNvPr id="386" name="TextBox 385">
            <a:extLst>
              <a:ext uri="{FF2B5EF4-FFF2-40B4-BE49-F238E27FC236}">
                <a16:creationId xmlns:a16="http://schemas.microsoft.com/office/drawing/2014/main" id="{F7BF5D53-11C4-04BA-0B5F-813A121FA2D9}"/>
              </a:ext>
            </a:extLst>
          </p:cNvPr>
          <p:cNvSpPr txBox="1"/>
          <p:nvPr/>
        </p:nvSpPr>
        <p:spPr>
          <a:xfrm>
            <a:off x="4463620" y="6411034"/>
            <a:ext cx="574196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250</a:t>
            </a:r>
          </a:p>
        </p:txBody>
      </p:sp>
      <p:sp>
        <p:nvSpPr>
          <p:cNvPr id="392" name="TextBox 391">
            <a:extLst>
              <a:ext uri="{FF2B5EF4-FFF2-40B4-BE49-F238E27FC236}">
                <a16:creationId xmlns:a16="http://schemas.microsoft.com/office/drawing/2014/main" id="{37620CAF-85C6-16C3-8E45-3E41636F3891}"/>
              </a:ext>
            </a:extLst>
          </p:cNvPr>
          <p:cNvSpPr txBox="1"/>
          <p:nvPr/>
        </p:nvSpPr>
        <p:spPr>
          <a:xfrm>
            <a:off x="2732083" y="943056"/>
            <a:ext cx="314509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3053097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TextBox 122">
            <a:extLst>
              <a:ext uri="{FF2B5EF4-FFF2-40B4-BE49-F238E27FC236}">
                <a16:creationId xmlns:a16="http://schemas.microsoft.com/office/drawing/2014/main" id="{479BF355-AAC9-2461-146B-E7364232D2E1}"/>
              </a:ext>
            </a:extLst>
          </p:cNvPr>
          <p:cNvSpPr txBox="1"/>
          <p:nvPr/>
        </p:nvSpPr>
        <p:spPr>
          <a:xfrm>
            <a:off x="1621657" y="-13128"/>
            <a:ext cx="16209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b="1" dirty="0">
                <a:solidFill>
                  <a:schemeClr val="accent1">
                    <a:lumMod val="50000"/>
                  </a:schemeClr>
                </a:solidFill>
                <a:latin typeface="Cooper Black" panose="0208090404030B020404" pitchFamily="18" charset="0"/>
              </a:rPr>
              <a:t>Ондук менен бөлүү</a:t>
            </a:r>
            <a:endParaRPr lang="en-GB" sz="1200" b="1" dirty="0">
              <a:solidFill>
                <a:schemeClr val="accent1">
                  <a:lumMod val="50000"/>
                </a:schemeClr>
              </a:solidFill>
              <a:latin typeface="Cooper Black" panose="0208090404030B020404" pitchFamily="18" charset="0"/>
            </a:endParaRPr>
          </a:p>
        </p:txBody>
      </p: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E13A5297-B517-87A5-252E-8BB03B366466}"/>
              </a:ext>
            </a:extLst>
          </p:cNvPr>
          <p:cNvGrpSpPr/>
          <p:nvPr/>
        </p:nvGrpSpPr>
        <p:grpSpPr>
          <a:xfrm>
            <a:off x="1406321" y="295608"/>
            <a:ext cx="2073324" cy="982002"/>
            <a:chOff x="345758" y="302166"/>
            <a:chExt cx="2073324" cy="982002"/>
          </a:xfrm>
        </p:grpSpPr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4F58D407-E389-98F3-ECF7-45727B887990}"/>
                </a:ext>
              </a:extLst>
            </p:cNvPr>
            <p:cNvSpPr txBox="1"/>
            <p:nvPr/>
          </p:nvSpPr>
          <p:spPr>
            <a:xfrm>
              <a:off x="977074" y="1007169"/>
              <a:ext cx="78899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200" dirty="0"/>
                <a:t>2 ÷ 0,5 =  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91810B15-0B7A-2F4E-F79D-57439404A5AC}"/>
                </a:ext>
              </a:extLst>
            </p:cNvPr>
            <p:cNvSpPr txBox="1"/>
            <p:nvPr/>
          </p:nvSpPr>
          <p:spPr>
            <a:xfrm>
              <a:off x="345758" y="302166"/>
              <a:ext cx="207332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200" dirty="0"/>
                <a:t>2 бүтүндө канча жарым бар?</a:t>
              </a:r>
              <a:endParaRPr lang="en-GB" sz="1200" dirty="0"/>
            </a:p>
          </p:txBody>
        </p:sp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669A4AFC-B344-7CD8-2DBA-878F68AB61BB}"/>
                </a:ext>
              </a:extLst>
            </p:cNvPr>
            <p:cNvGrpSpPr/>
            <p:nvPr/>
          </p:nvGrpSpPr>
          <p:grpSpPr>
            <a:xfrm>
              <a:off x="938761" y="599193"/>
              <a:ext cx="865622" cy="375084"/>
              <a:chOff x="918940" y="586941"/>
              <a:chExt cx="865622" cy="375084"/>
            </a:xfrm>
          </p:grpSpPr>
          <p:sp>
            <p:nvSpPr>
              <p:cNvPr id="128" name="Oval 127">
                <a:extLst>
                  <a:ext uri="{FF2B5EF4-FFF2-40B4-BE49-F238E27FC236}">
                    <a16:creationId xmlns:a16="http://schemas.microsoft.com/office/drawing/2014/main" id="{AA2C5AC0-6CCC-1075-1BAF-2979D4C2EAA4}"/>
                  </a:ext>
                </a:extLst>
              </p:cNvPr>
              <p:cNvSpPr/>
              <p:nvPr/>
            </p:nvSpPr>
            <p:spPr>
              <a:xfrm>
                <a:off x="918940" y="586941"/>
                <a:ext cx="375084" cy="375084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200" dirty="0" err="1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29" name="Straight Connector 128">
                <a:extLst>
                  <a:ext uri="{FF2B5EF4-FFF2-40B4-BE49-F238E27FC236}">
                    <a16:creationId xmlns:a16="http://schemas.microsoft.com/office/drawing/2014/main" id="{7732ED53-36AC-D3F1-9752-5DE8C4562DC6}"/>
                  </a:ext>
                </a:extLst>
              </p:cNvPr>
              <p:cNvCxnSpPr>
                <a:cxnSpLocks/>
                <a:stCxn id="128" idx="0"/>
                <a:endCxn id="128" idx="4"/>
              </p:cNvCxnSpPr>
              <p:nvPr/>
            </p:nvCxnSpPr>
            <p:spPr>
              <a:xfrm>
                <a:off x="1106482" y="586941"/>
                <a:ext cx="0" cy="375084"/>
              </a:xfrm>
              <a:prstGeom prst="line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  <a:headEnd type="none" w="sm" len="sm"/>
                <a:tailEnd type="non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0" name="Oval 129">
                <a:extLst>
                  <a:ext uri="{FF2B5EF4-FFF2-40B4-BE49-F238E27FC236}">
                    <a16:creationId xmlns:a16="http://schemas.microsoft.com/office/drawing/2014/main" id="{D9EAC28B-8CEC-A686-6A94-E2A5FAFBF694}"/>
                  </a:ext>
                </a:extLst>
              </p:cNvPr>
              <p:cNvSpPr/>
              <p:nvPr/>
            </p:nvSpPr>
            <p:spPr>
              <a:xfrm>
                <a:off x="1409478" y="586941"/>
                <a:ext cx="375084" cy="375084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200" dirty="0" err="1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31" name="Straight Connector 130">
                <a:extLst>
                  <a:ext uri="{FF2B5EF4-FFF2-40B4-BE49-F238E27FC236}">
                    <a16:creationId xmlns:a16="http://schemas.microsoft.com/office/drawing/2014/main" id="{CE07052E-D560-5F12-E981-3C4AE2FF2597}"/>
                  </a:ext>
                </a:extLst>
              </p:cNvPr>
              <p:cNvCxnSpPr>
                <a:cxnSpLocks/>
                <a:stCxn id="130" idx="0"/>
                <a:endCxn id="130" idx="4"/>
              </p:cNvCxnSpPr>
              <p:nvPr/>
            </p:nvCxnSpPr>
            <p:spPr>
              <a:xfrm>
                <a:off x="1597020" y="586941"/>
                <a:ext cx="0" cy="375084"/>
              </a:xfrm>
              <a:prstGeom prst="line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  <a:headEnd type="none" w="sm" len="sm"/>
                <a:tailEnd type="non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32" name="Rectangle: Rounded Corners 131">
            <a:extLst>
              <a:ext uri="{FF2B5EF4-FFF2-40B4-BE49-F238E27FC236}">
                <a16:creationId xmlns:a16="http://schemas.microsoft.com/office/drawing/2014/main" id="{31A969B6-5E2B-341A-05FB-2050DFCB973B}"/>
              </a:ext>
            </a:extLst>
          </p:cNvPr>
          <p:cNvSpPr/>
          <p:nvPr/>
        </p:nvSpPr>
        <p:spPr>
          <a:xfrm>
            <a:off x="806620" y="277715"/>
            <a:ext cx="3251030" cy="100492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59F9F295-9EB8-3C5F-73FE-31435DE77F32}"/>
              </a:ext>
            </a:extLst>
          </p:cNvPr>
          <p:cNvSpPr txBox="1"/>
          <p:nvPr/>
        </p:nvSpPr>
        <p:spPr>
          <a:xfrm>
            <a:off x="524721" y="1847759"/>
            <a:ext cx="7889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3 ÷ 0,5 =  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52FEFC5B-DC6B-7BCA-9F14-6FEE7C3B0BA3}"/>
              </a:ext>
            </a:extLst>
          </p:cNvPr>
          <p:cNvSpPr txBox="1"/>
          <p:nvPr/>
        </p:nvSpPr>
        <p:spPr>
          <a:xfrm>
            <a:off x="114584" y="1448499"/>
            <a:ext cx="308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а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36" name="Oval 135">
            <a:extLst>
              <a:ext uri="{FF2B5EF4-FFF2-40B4-BE49-F238E27FC236}">
                <a16:creationId xmlns:a16="http://schemas.microsoft.com/office/drawing/2014/main" id="{98F9ED13-C77B-12A5-A349-B826CF2995B5}"/>
              </a:ext>
            </a:extLst>
          </p:cNvPr>
          <p:cNvSpPr/>
          <p:nvPr/>
        </p:nvSpPr>
        <p:spPr>
          <a:xfrm>
            <a:off x="486408" y="1414845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EA479BA5-7243-1922-445C-A78D90A9B859}"/>
              </a:ext>
            </a:extLst>
          </p:cNvPr>
          <p:cNvCxnSpPr>
            <a:cxnSpLocks/>
            <a:stCxn id="136" idx="0"/>
            <a:endCxn id="136" idx="4"/>
          </p:cNvCxnSpPr>
          <p:nvPr/>
        </p:nvCxnSpPr>
        <p:spPr>
          <a:xfrm>
            <a:off x="673950" y="1414845"/>
            <a:ext cx="0" cy="37508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9" name="Oval 138">
            <a:extLst>
              <a:ext uri="{FF2B5EF4-FFF2-40B4-BE49-F238E27FC236}">
                <a16:creationId xmlns:a16="http://schemas.microsoft.com/office/drawing/2014/main" id="{AB160A90-0C17-3A2F-4D36-7FB94B3B77DC}"/>
              </a:ext>
            </a:extLst>
          </p:cNvPr>
          <p:cNvSpPr/>
          <p:nvPr/>
        </p:nvSpPr>
        <p:spPr>
          <a:xfrm>
            <a:off x="952938" y="1414845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40" name="Oval 139">
            <a:extLst>
              <a:ext uri="{FF2B5EF4-FFF2-40B4-BE49-F238E27FC236}">
                <a16:creationId xmlns:a16="http://schemas.microsoft.com/office/drawing/2014/main" id="{E551982A-E3DC-DA01-5ACB-F96362BBBE2B}"/>
              </a:ext>
            </a:extLst>
          </p:cNvPr>
          <p:cNvSpPr/>
          <p:nvPr/>
        </p:nvSpPr>
        <p:spPr>
          <a:xfrm>
            <a:off x="1419468" y="1414845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F4EFCD1A-2430-080C-5F7F-25BC4BA95CC9}"/>
              </a:ext>
            </a:extLst>
          </p:cNvPr>
          <p:cNvSpPr txBox="1"/>
          <p:nvPr/>
        </p:nvSpPr>
        <p:spPr>
          <a:xfrm>
            <a:off x="2652780" y="1849143"/>
            <a:ext cx="7889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5 ÷ 0,5 =  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1C9D32B6-B996-B4B0-1C94-BA5CF39D9C39}"/>
              </a:ext>
            </a:extLst>
          </p:cNvPr>
          <p:cNvSpPr txBox="1"/>
          <p:nvPr/>
        </p:nvSpPr>
        <p:spPr>
          <a:xfrm>
            <a:off x="2242643" y="1449883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б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43" name="Oval 142">
            <a:extLst>
              <a:ext uri="{FF2B5EF4-FFF2-40B4-BE49-F238E27FC236}">
                <a16:creationId xmlns:a16="http://schemas.microsoft.com/office/drawing/2014/main" id="{D547425D-49EB-45A2-20BC-53208ECEAB07}"/>
              </a:ext>
            </a:extLst>
          </p:cNvPr>
          <p:cNvSpPr/>
          <p:nvPr/>
        </p:nvSpPr>
        <p:spPr>
          <a:xfrm>
            <a:off x="2614467" y="1416229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44" name="Oval 143">
            <a:extLst>
              <a:ext uri="{FF2B5EF4-FFF2-40B4-BE49-F238E27FC236}">
                <a16:creationId xmlns:a16="http://schemas.microsoft.com/office/drawing/2014/main" id="{74F312B6-9E1E-8D45-AF3F-305D12742FEF}"/>
              </a:ext>
            </a:extLst>
          </p:cNvPr>
          <p:cNvSpPr/>
          <p:nvPr/>
        </p:nvSpPr>
        <p:spPr>
          <a:xfrm>
            <a:off x="3080997" y="1416229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45" name="Oval 144">
            <a:extLst>
              <a:ext uri="{FF2B5EF4-FFF2-40B4-BE49-F238E27FC236}">
                <a16:creationId xmlns:a16="http://schemas.microsoft.com/office/drawing/2014/main" id="{2AAA6F4D-770F-532A-8006-70FC2F68A73B}"/>
              </a:ext>
            </a:extLst>
          </p:cNvPr>
          <p:cNvSpPr/>
          <p:nvPr/>
        </p:nvSpPr>
        <p:spPr>
          <a:xfrm>
            <a:off x="3547527" y="1416229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46" name="Oval 145">
            <a:extLst>
              <a:ext uri="{FF2B5EF4-FFF2-40B4-BE49-F238E27FC236}">
                <a16:creationId xmlns:a16="http://schemas.microsoft.com/office/drawing/2014/main" id="{97E032CF-7017-4E4C-31AE-485C33E3D7C9}"/>
              </a:ext>
            </a:extLst>
          </p:cNvPr>
          <p:cNvSpPr/>
          <p:nvPr/>
        </p:nvSpPr>
        <p:spPr>
          <a:xfrm>
            <a:off x="4014057" y="1416229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47" name="Oval 146">
            <a:extLst>
              <a:ext uri="{FF2B5EF4-FFF2-40B4-BE49-F238E27FC236}">
                <a16:creationId xmlns:a16="http://schemas.microsoft.com/office/drawing/2014/main" id="{A8B9981C-0B7F-C8F2-D48A-55717C9D451D}"/>
              </a:ext>
            </a:extLst>
          </p:cNvPr>
          <p:cNvSpPr/>
          <p:nvPr/>
        </p:nvSpPr>
        <p:spPr>
          <a:xfrm>
            <a:off x="4480587" y="1416229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4795F07F-E50B-8F29-E0E9-F99F95533781}"/>
              </a:ext>
            </a:extLst>
          </p:cNvPr>
          <p:cNvSpPr txBox="1"/>
          <p:nvPr/>
        </p:nvSpPr>
        <p:spPr>
          <a:xfrm>
            <a:off x="469046" y="3041076"/>
            <a:ext cx="9060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2,5 ÷ 0,5 =  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855A041A-C772-DFE0-DA2E-76C4043FC80F}"/>
              </a:ext>
            </a:extLst>
          </p:cNvPr>
          <p:cNvSpPr txBox="1"/>
          <p:nvPr/>
        </p:nvSpPr>
        <p:spPr>
          <a:xfrm>
            <a:off x="117418" y="2641816"/>
            <a:ext cx="308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в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51" name="Oval 150">
            <a:extLst>
              <a:ext uri="{FF2B5EF4-FFF2-40B4-BE49-F238E27FC236}">
                <a16:creationId xmlns:a16="http://schemas.microsoft.com/office/drawing/2014/main" id="{462CC544-D785-286D-E2E6-C1D724CDED00}"/>
              </a:ext>
            </a:extLst>
          </p:cNvPr>
          <p:cNvSpPr/>
          <p:nvPr/>
        </p:nvSpPr>
        <p:spPr>
          <a:xfrm>
            <a:off x="489242" y="2608162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52" name="Oval 151">
            <a:extLst>
              <a:ext uri="{FF2B5EF4-FFF2-40B4-BE49-F238E27FC236}">
                <a16:creationId xmlns:a16="http://schemas.microsoft.com/office/drawing/2014/main" id="{5766383F-FB4F-C1A8-6318-55E143B22E67}"/>
              </a:ext>
            </a:extLst>
          </p:cNvPr>
          <p:cNvSpPr/>
          <p:nvPr/>
        </p:nvSpPr>
        <p:spPr>
          <a:xfrm>
            <a:off x="955772" y="2608162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53" name="Partial Circle 152">
            <a:extLst>
              <a:ext uri="{FF2B5EF4-FFF2-40B4-BE49-F238E27FC236}">
                <a16:creationId xmlns:a16="http://schemas.microsoft.com/office/drawing/2014/main" id="{820169F8-E736-F0DF-17E4-6671C0E132F5}"/>
              </a:ext>
            </a:extLst>
          </p:cNvPr>
          <p:cNvSpPr/>
          <p:nvPr/>
        </p:nvSpPr>
        <p:spPr>
          <a:xfrm>
            <a:off x="1422302" y="2608162"/>
            <a:ext cx="374400" cy="374400"/>
          </a:xfrm>
          <a:prstGeom prst="pie">
            <a:avLst>
              <a:gd name="adj1" fmla="val 5398506"/>
              <a:gd name="adj2" fmla="val 1620000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580EA4E6-4B1C-617F-8B2E-56C6CD0DD38F}"/>
              </a:ext>
            </a:extLst>
          </p:cNvPr>
          <p:cNvSpPr txBox="1"/>
          <p:nvPr/>
        </p:nvSpPr>
        <p:spPr>
          <a:xfrm>
            <a:off x="3741672" y="3041076"/>
            <a:ext cx="9060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/>
              <a:t>0,5 ÷ 0,5 =  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9568F6E5-F5F6-6697-25C1-E7C6471C8EC4}"/>
              </a:ext>
            </a:extLst>
          </p:cNvPr>
          <p:cNvSpPr txBox="1"/>
          <p:nvPr/>
        </p:nvSpPr>
        <p:spPr>
          <a:xfrm>
            <a:off x="3556299" y="2641816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е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59" name="Partial Circle 158">
            <a:extLst>
              <a:ext uri="{FF2B5EF4-FFF2-40B4-BE49-F238E27FC236}">
                <a16:creationId xmlns:a16="http://schemas.microsoft.com/office/drawing/2014/main" id="{A4E59DFC-2BF4-9FB4-A078-A7C9C9F60653}"/>
              </a:ext>
            </a:extLst>
          </p:cNvPr>
          <p:cNvSpPr/>
          <p:nvPr/>
        </p:nvSpPr>
        <p:spPr>
          <a:xfrm>
            <a:off x="3928123" y="2608162"/>
            <a:ext cx="374400" cy="374400"/>
          </a:xfrm>
          <a:prstGeom prst="pie">
            <a:avLst>
              <a:gd name="adj1" fmla="val 5398506"/>
              <a:gd name="adj2" fmla="val 1620000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FB3F9A9C-C2C2-F09B-55F1-860490BDA292}"/>
              </a:ext>
            </a:extLst>
          </p:cNvPr>
          <p:cNvSpPr txBox="1"/>
          <p:nvPr/>
        </p:nvSpPr>
        <p:spPr>
          <a:xfrm>
            <a:off x="2033982" y="2458936"/>
            <a:ext cx="9973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г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  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 ÷ 0,5 =  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939A1984-9D27-0DD3-94FA-2C5877056E65}"/>
              </a:ext>
            </a:extLst>
          </p:cNvPr>
          <p:cNvSpPr txBox="1"/>
          <p:nvPr/>
        </p:nvSpPr>
        <p:spPr>
          <a:xfrm>
            <a:off x="2033982" y="2910421"/>
            <a:ext cx="11112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д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  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 ÷ 0,5 =  </a:t>
            </a:r>
          </a:p>
        </p:txBody>
      </p: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74EB1A78-A99E-4260-6D2D-B42E1EAC5A5E}"/>
              </a:ext>
            </a:extLst>
          </p:cNvPr>
          <p:cNvCxnSpPr>
            <a:cxnSpLocks/>
          </p:cNvCxnSpPr>
          <p:nvPr/>
        </p:nvCxnSpPr>
        <p:spPr>
          <a:xfrm flipV="1">
            <a:off x="673950" y="3554333"/>
            <a:ext cx="3340107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Box 162">
            <a:extLst>
              <a:ext uri="{FF2B5EF4-FFF2-40B4-BE49-F238E27FC236}">
                <a16:creationId xmlns:a16="http://schemas.microsoft.com/office/drawing/2014/main" id="{BA58ED0F-F650-4AEE-E623-86AA3A473A4D}"/>
              </a:ext>
            </a:extLst>
          </p:cNvPr>
          <p:cNvSpPr txBox="1"/>
          <p:nvPr/>
        </p:nvSpPr>
        <p:spPr>
          <a:xfrm>
            <a:off x="542293" y="4150271"/>
            <a:ext cx="788999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3 ÷ 0,2 =  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C7E6B3B6-49D6-CFB4-6C0F-A0C8E16749DD}"/>
              </a:ext>
            </a:extLst>
          </p:cNvPr>
          <p:cNvSpPr txBox="1"/>
          <p:nvPr/>
        </p:nvSpPr>
        <p:spPr>
          <a:xfrm>
            <a:off x="121765" y="3751011"/>
            <a:ext cx="3465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ж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65" name="Oval 164">
            <a:extLst>
              <a:ext uri="{FF2B5EF4-FFF2-40B4-BE49-F238E27FC236}">
                <a16:creationId xmlns:a16="http://schemas.microsoft.com/office/drawing/2014/main" id="{B93359E0-11C5-2D3E-70E2-EF7E2D716B99}"/>
              </a:ext>
            </a:extLst>
          </p:cNvPr>
          <p:cNvSpPr/>
          <p:nvPr/>
        </p:nvSpPr>
        <p:spPr>
          <a:xfrm>
            <a:off x="503980" y="371735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67" name="Oval 166">
            <a:extLst>
              <a:ext uri="{FF2B5EF4-FFF2-40B4-BE49-F238E27FC236}">
                <a16:creationId xmlns:a16="http://schemas.microsoft.com/office/drawing/2014/main" id="{70F1436E-4DA8-DFEE-CC8A-3F8A60B862F9}"/>
              </a:ext>
            </a:extLst>
          </p:cNvPr>
          <p:cNvSpPr/>
          <p:nvPr/>
        </p:nvSpPr>
        <p:spPr>
          <a:xfrm>
            <a:off x="973086" y="371735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68" name="Oval 167">
            <a:extLst>
              <a:ext uri="{FF2B5EF4-FFF2-40B4-BE49-F238E27FC236}">
                <a16:creationId xmlns:a16="http://schemas.microsoft.com/office/drawing/2014/main" id="{B113A46A-F9AB-C644-673D-1E515F2A28EC}"/>
              </a:ext>
            </a:extLst>
          </p:cNvPr>
          <p:cNvSpPr/>
          <p:nvPr/>
        </p:nvSpPr>
        <p:spPr>
          <a:xfrm>
            <a:off x="1434920" y="371735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DCC60891-24DB-849F-C691-A23C53130AF6}"/>
              </a:ext>
            </a:extLst>
          </p:cNvPr>
          <p:cNvSpPr txBox="1"/>
          <p:nvPr/>
        </p:nvSpPr>
        <p:spPr>
          <a:xfrm>
            <a:off x="2866393" y="4150271"/>
            <a:ext cx="788999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4 ÷ 0,2 =  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C72C2BD6-4317-6034-83AE-D85AB42822E1}"/>
              </a:ext>
            </a:extLst>
          </p:cNvPr>
          <p:cNvSpPr txBox="1"/>
          <p:nvPr/>
        </p:nvSpPr>
        <p:spPr>
          <a:xfrm>
            <a:off x="2445865" y="3751011"/>
            <a:ext cx="298480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з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71" name="Oval 170">
            <a:extLst>
              <a:ext uri="{FF2B5EF4-FFF2-40B4-BE49-F238E27FC236}">
                <a16:creationId xmlns:a16="http://schemas.microsoft.com/office/drawing/2014/main" id="{F0FACC25-058C-C6D2-478D-3AB66FE0E3BC}"/>
              </a:ext>
            </a:extLst>
          </p:cNvPr>
          <p:cNvSpPr/>
          <p:nvPr/>
        </p:nvSpPr>
        <p:spPr>
          <a:xfrm>
            <a:off x="2828080" y="371735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72" name="Oval 171">
            <a:extLst>
              <a:ext uri="{FF2B5EF4-FFF2-40B4-BE49-F238E27FC236}">
                <a16:creationId xmlns:a16="http://schemas.microsoft.com/office/drawing/2014/main" id="{BF60E0F1-0F66-A578-E994-07811D860430}"/>
              </a:ext>
            </a:extLst>
          </p:cNvPr>
          <p:cNvSpPr/>
          <p:nvPr/>
        </p:nvSpPr>
        <p:spPr>
          <a:xfrm>
            <a:off x="3297186" y="371735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73" name="Oval 172">
            <a:extLst>
              <a:ext uri="{FF2B5EF4-FFF2-40B4-BE49-F238E27FC236}">
                <a16:creationId xmlns:a16="http://schemas.microsoft.com/office/drawing/2014/main" id="{BA399B7E-153F-7303-1303-31A7DA31086E}"/>
              </a:ext>
            </a:extLst>
          </p:cNvPr>
          <p:cNvSpPr/>
          <p:nvPr/>
        </p:nvSpPr>
        <p:spPr>
          <a:xfrm>
            <a:off x="3759148" y="371735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74" name="Oval 173">
            <a:extLst>
              <a:ext uri="{FF2B5EF4-FFF2-40B4-BE49-F238E27FC236}">
                <a16:creationId xmlns:a16="http://schemas.microsoft.com/office/drawing/2014/main" id="{A498AB56-5E91-0B75-6667-8C58551D0FBA}"/>
              </a:ext>
            </a:extLst>
          </p:cNvPr>
          <p:cNvSpPr/>
          <p:nvPr/>
        </p:nvSpPr>
        <p:spPr>
          <a:xfrm>
            <a:off x="4220982" y="371735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A64F52DD-77B3-568D-E5D4-724442150D45}"/>
              </a:ext>
            </a:extLst>
          </p:cNvPr>
          <p:cNvSpPr txBox="1"/>
          <p:nvPr/>
        </p:nvSpPr>
        <p:spPr>
          <a:xfrm>
            <a:off x="542293" y="5156111"/>
            <a:ext cx="7889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2 ÷ 0,1 =  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3924FE89-334C-CF43-710B-D7FB02489E9B}"/>
              </a:ext>
            </a:extLst>
          </p:cNvPr>
          <p:cNvSpPr txBox="1"/>
          <p:nvPr/>
        </p:nvSpPr>
        <p:spPr>
          <a:xfrm>
            <a:off x="121765" y="4756851"/>
            <a:ext cx="3177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и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77" name="Oval 176">
            <a:extLst>
              <a:ext uri="{FF2B5EF4-FFF2-40B4-BE49-F238E27FC236}">
                <a16:creationId xmlns:a16="http://schemas.microsoft.com/office/drawing/2014/main" id="{A32ED04A-F2ED-B638-4EDB-03134099D492}"/>
              </a:ext>
            </a:extLst>
          </p:cNvPr>
          <p:cNvSpPr/>
          <p:nvPr/>
        </p:nvSpPr>
        <p:spPr>
          <a:xfrm>
            <a:off x="503980" y="472319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66CA7167-F405-B454-44D4-E91306EA3632}"/>
              </a:ext>
            </a:extLst>
          </p:cNvPr>
          <p:cNvSpPr txBox="1"/>
          <p:nvPr/>
        </p:nvSpPr>
        <p:spPr>
          <a:xfrm>
            <a:off x="2644936" y="5156111"/>
            <a:ext cx="7889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5 ÷ 0,1 =  </a:t>
            </a: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838EB7F9-DBC9-FEE4-7139-55291ABC3B92}"/>
              </a:ext>
            </a:extLst>
          </p:cNvPr>
          <p:cNvSpPr txBox="1"/>
          <p:nvPr/>
        </p:nvSpPr>
        <p:spPr>
          <a:xfrm>
            <a:off x="2224408" y="4756851"/>
            <a:ext cx="317716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й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80" name="Oval 179">
            <a:extLst>
              <a:ext uri="{FF2B5EF4-FFF2-40B4-BE49-F238E27FC236}">
                <a16:creationId xmlns:a16="http://schemas.microsoft.com/office/drawing/2014/main" id="{4689E8C4-F13F-654B-411A-D8F12D4F2F1E}"/>
              </a:ext>
            </a:extLst>
          </p:cNvPr>
          <p:cNvSpPr/>
          <p:nvPr/>
        </p:nvSpPr>
        <p:spPr>
          <a:xfrm>
            <a:off x="973086" y="472319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81" name="Oval 180">
            <a:extLst>
              <a:ext uri="{FF2B5EF4-FFF2-40B4-BE49-F238E27FC236}">
                <a16:creationId xmlns:a16="http://schemas.microsoft.com/office/drawing/2014/main" id="{748FE4CE-1EEB-1CC3-B79F-DF18F6CBB993}"/>
              </a:ext>
            </a:extLst>
          </p:cNvPr>
          <p:cNvSpPr/>
          <p:nvPr/>
        </p:nvSpPr>
        <p:spPr>
          <a:xfrm>
            <a:off x="2608053" y="472319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82" name="Oval 181">
            <a:extLst>
              <a:ext uri="{FF2B5EF4-FFF2-40B4-BE49-F238E27FC236}">
                <a16:creationId xmlns:a16="http://schemas.microsoft.com/office/drawing/2014/main" id="{44F9E9B4-2C4D-AAE6-966F-015DCBCD51EE}"/>
              </a:ext>
            </a:extLst>
          </p:cNvPr>
          <p:cNvSpPr/>
          <p:nvPr/>
        </p:nvSpPr>
        <p:spPr>
          <a:xfrm>
            <a:off x="3077159" y="472319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83" name="Oval 182">
            <a:extLst>
              <a:ext uri="{FF2B5EF4-FFF2-40B4-BE49-F238E27FC236}">
                <a16:creationId xmlns:a16="http://schemas.microsoft.com/office/drawing/2014/main" id="{873F973B-ED8A-51A0-4C86-DBFF2B92D4B8}"/>
              </a:ext>
            </a:extLst>
          </p:cNvPr>
          <p:cNvSpPr/>
          <p:nvPr/>
        </p:nvSpPr>
        <p:spPr>
          <a:xfrm>
            <a:off x="3536741" y="472319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84" name="Oval 183">
            <a:extLst>
              <a:ext uri="{FF2B5EF4-FFF2-40B4-BE49-F238E27FC236}">
                <a16:creationId xmlns:a16="http://schemas.microsoft.com/office/drawing/2014/main" id="{B6F0FE33-272A-5012-6848-361EDC2FB8C2}"/>
              </a:ext>
            </a:extLst>
          </p:cNvPr>
          <p:cNvSpPr/>
          <p:nvPr/>
        </p:nvSpPr>
        <p:spPr>
          <a:xfrm>
            <a:off x="4005848" y="472319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85" name="Oval 184">
            <a:extLst>
              <a:ext uri="{FF2B5EF4-FFF2-40B4-BE49-F238E27FC236}">
                <a16:creationId xmlns:a16="http://schemas.microsoft.com/office/drawing/2014/main" id="{103A83B9-ACBA-7D11-D962-D75EBCE99776}"/>
              </a:ext>
            </a:extLst>
          </p:cNvPr>
          <p:cNvSpPr/>
          <p:nvPr/>
        </p:nvSpPr>
        <p:spPr>
          <a:xfrm>
            <a:off x="4474954" y="472319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E87FC0B6-01A3-13A0-48B3-7C78B2506399}"/>
              </a:ext>
            </a:extLst>
          </p:cNvPr>
          <p:cNvCxnSpPr>
            <a:cxnSpLocks/>
          </p:cNvCxnSpPr>
          <p:nvPr/>
        </p:nvCxnSpPr>
        <p:spPr>
          <a:xfrm flipV="1">
            <a:off x="673950" y="5669368"/>
            <a:ext cx="3340107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" name="TextBox 186">
            <a:extLst>
              <a:ext uri="{FF2B5EF4-FFF2-40B4-BE49-F238E27FC236}">
                <a16:creationId xmlns:a16="http://schemas.microsoft.com/office/drawing/2014/main" id="{E294E3E1-6BF7-E036-8172-3F1BB294B0DC}"/>
              </a:ext>
            </a:extLst>
          </p:cNvPr>
          <p:cNvSpPr txBox="1"/>
          <p:nvPr/>
        </p:nvSpPr>
        <p:spPr>
          <a:xfrm>
            <a:off x="74950" y="5893947"/>
            <a:ext cx="10182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к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  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 ÷ 0,5 =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8" name="TextBox 187">
                <a:extLst>
                  <a:ext uri="{FF2B5EF4-FFF2-40B4-BE49-F238E27FC236}">
                    <a16:creationId xmlns:a16="http://schemas.microsoft.com/office/drawing/2014/main" id="{B9AF1B6C-D1A0-B5C9-8DD7-5D554617B7FB}"/>
                  </a:ext>
                </a:extLst>
              </p:cNvPr>
              <p:cNvSpPr txBox="1"/>
              <p:nvPr/>
            </p:nvSpPr>
            <p:spPr>
              <a:xfrm>
                <a:off x="74950" y="6382281"/>
                <a:ext cx="1010213" cy="4412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y-KG" sz="1200" b="1" dirty="0">
                    <a:solidFill>
                      <a:schemeClr val="bg1">
                        <a:lumMod val="50000"/>
                      </a:schemeClr>
                    </a:solidFill>
                  </a:rPr>
                  <a:t>н</a:t>
                </a:r>
                <a:r>
                  <a:rPr lang="en-GB" sz="1200" b="1" dirty="0">
                    <a:solidFill>
                      <a:schemeClr val="bg1">
                        <a:lumMod val="50000"/>
                      </a:schemeClr>
                    </a:solidFill>
                  </a:rPr>
                  <a:t>)   </a:t>
                </a: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4 ÷ 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GB" sz="1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GB" sz="1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num>
                      <m:den>
                        <m:r>
                          <a:rPr kumimoji="0" lang="en-GB" sz="1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3</m:t>
                        </m:r>
                      </m:den>
                    </m:f>
                  </m:oMath>
                </a14:m>
                <a:r>
                  <a:rPr kumimoji="0" lang="en-GB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</a:t>
                </a: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=  </a:t>
                </a:r>
              </a:p>
            </p:txBody>
          </p:sp>
        </mc:Choice>
        <mc:Fallback xmlns="">
          <p:sp>
            <p:nvSpPr>
              <p:cNvPr id="188" name="TextBox 187">
                <a:extLst>
                  <a:ext uri="{FF2B5EF4-FFF2-40B4-BE49-F238E27FC236}">
                    <a16:creationId xmlns:a16="http://schemas.microsoft.com/office/drawing/2014/main" id="{B9AF1B6C-D1A0-B5C9-8DD7-5D554617B7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50" y="6382281"/>
                <a:ext cx="1010213" cy="4412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9" name="TextBox 188">
            <a:extLst>
              <a:ext uri="{FF2B5EF4-FFF2-40B4-BE49-F238E27FC236}">
                <a16:creationId xmlns:a16="http://schemas.microsoft.com/office/drawing/2014/main" id="{E630B7A6-1ED3-BAAF-56EE-41E0FCAC0F4A}"/>
              </a:ext>
            </a:extLst>
          </p:cNvPr>
          <p:cNvSpPr txBox="1"/>
          <p:nvPr/>
        </p:nvSpPr>
        <p:spPr>
          <a:xfrm>
            <a:off x="1762780" y="5893947"/>
            <a:ext cx="1023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л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  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 ÷ 0,2 =  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0FFAE7AD-F3DF-3510-1970-EF2841984FF2}"/>
              </a:ext>
            </a:extLst>
          </p:cNvPr>
          <p:cNvSpPr txBox="1"/>
          <p:nvPr/>
        </p:nvSpPr>
        <p:spPr>
          <a:xfrm>
            <a:off x="1762780" y="6472590"/>
            <a:ext cx="11047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о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  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÷ 0,25 =  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6D40359D-FE67-4AF5-A19E-83C0A9ACDCAC}"/>
              </a:ext>
            </a:extLst>
          </p:cNvPr>
          <p:cNvSpPr txBox="1"/>
          <p:nvPr/>
        </p:nvSpPr>
        <p:spPr>
          <a:xfrm>
            <a:off x="3450610" y="5893947"/>
            <a:ext cx="11304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м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  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14 ÷ 0,1 =  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1DD38ED7-5FDF-7B14-B72C-DA9739C28412}"/>
              </a:ext>
            </a:extLst>
          </p:cNvPr>
          <p:cNvSpPr txBox="1"/>
          <p:nvPr/>
        </p:nvSpPr>
        <p:spPr>
          <a:xfrm>
            <a:off x="3450610" y="6472590"/>
            <a:ext cx="11031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п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  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 ÷ 0,02 =  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08BD6E57-3E97-D77F-4CA7-04A23F5A7BBD}"/>
              </a:ext>
            </a:extLst>
          </p:cNvPr>
          <p:cNvSpPr txBox="1"/>
          <p:nvPr/>
        </p:nvSpPr>
        <p:spPr>
          <a:xfrm>
            <a:off x="6612757" y="-13128"/>
            <a:ext cx="16209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b="1" dirty="0">
                <a:solidFill>
                  <a:schemeClr val="accent1">
                    <a:lumMod val="50000"/>
                  </a:schemeClr>
                </a:solidFill>
                <a:latin typeface="Cooper Black" panose="0208090404030B020404" pitchFamily="18" charset="0"/>
              </a:rPr>
              <a:t>Ондук менен бөлүү</a:t>
            </a:r>
            <a:endParaRPr lang="en-GB" sz="1200" b="1" dirty="0">
              <a:solidFill>
                <a:schemeClr val="accent1">
                  <a:lumMod val="50000"/>
                </a:schemeClr>
              </a:solidFill>
              <a:latin typeface="Cooper Black" panose="0208090404030B020404" pitchFamily="18" charset="0"/>
            </a:endParaRPr>
          </a:p>
        </p:txBody>
      </p: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3774C7D6-0061-25A3-CC40-1A5D2148FE37}"/>
              </a:ext>
            </a:extLst>
          </p:cNvPr>
          <p:cNvGrpSpPr/>
          <p:nvPr/>
        </p:nvGrpSpPr>
        <p:grpSpPr>
          <a:xfrm>
            <a:off x="6386573" y="282744"/>
            <a:ext cx="2073324" cy="994866"/>
            <a:chOff x="334910" y="289302"/>
            <a:chExt cx="2073324" cy="994866"/>
          </a:xfrm>
        </p:grpSpPr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5B7DBBD7-7559-BEC0-715C-FF7104A9D496}"/>
                </a:ext>
              </a:extLst>
            </p:cNvPr>
            <p:cNvSpPr txBox="1"/>
            <p:nvPr/>
          </p:nvSpPr>
          <p:spPr>
            <a:xfrm>
              <a:off x="977074" y="1007169"/>
              <a:ext cx="78899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200" dirty="0"/>
                <a:t>2 ÷ 0,5 =  </a:t>
              </a:r>
            </a:p>
          </p:txBody>
        </p:sp>
        <p:sp>
          <p:nvSpPr>
            <p:cNvPr id="198" name="TextBox 197">
              <a:extLst>
                <a:ext uri="{FF2B5EF4-FFF2-40B4-BE49-F238E27FC236}">
                  <a16:creationId xmlns:a16="http://schemas.microsoft.com/office/drawing/2014/main" id="{49F16404-6511-2900-77AF-CDECC897232D}"/>
                </a:ext>
              </a:extLst>
            </p:cNvPr>
            <p:cNvSpPr txBox="1"/>
            <p:nvPr/>
          </p:nvSpPr>
          <p:spPr>
            <a:xfrm>
              <a:off x="334910" y="289302"/>
              <a:ext cx="207332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200" dirty="0"/>
                <a:t>2 бүтүндө канча жарым бар?</a:t>
              </a:r>
              <a:endParaRPr lang="en-GB" sz="1200" dirty="0"/>
            </a:p>
          </p:txBody>
        </p:sp>
        <p:grpSp>
          <p:nvGrpSpPr>
            <p:cNvPr id="199" name="Group 198">
              <a:extLst>
                <a:ext uri="{FF2B5EF4-FFF2-40B4-BE49-F238E27FC236}">
                  <a16:creationId xmlns:a16="http://schemas.microsoft.com/office/drawing/2014/main" id="{75AD3645-BF28-9B10-D387-B78C37CC5771}"/>
                </a:ext>
              </a:extLst>
            </p:cNvPr>
            <p:cNvGrpSpPr/>
            <p:nvPr/>
          </p:nvGrpSpPr>
          <p:grpSpPr>
            <a:xfrm>
              <a:off x="938761" y="599193"/>
              <a:ext cx="865622" cy="375084"/>
              <a:chOff x="918940" y="586941"/>
              <a:chExt cx="865622" cy="375084"/>
            </a:xfrm>
          </p:grpSpPr>
          <p:sp>
            <p:nvSpPr>
              <p:cNvPr id="200" name="Oval 199">
                <a:extLst>
                  <a:ext uri="{FF2B5EF4-FFF2-40B4-BE49-F238E27FC236}">
                    <a16:creationId xmlns:a16="http://schemas.microsoft.com/office/drawing/2014/main" id="{0F609419-569B-D743-C79D-AA50E46DFEA7}"/>
                  </a:ext>
                </a:extLst>
              </p:cNvPr>
              <p:cNvSpPr/>
              <p:nvPr/>
            </p:nvSpPr>
            <p:spPr>
              <a:xfrm>
                <a:off x="918940" y="586941"/>
                <a:ext cx="375084" cy="375084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200" dirty="0" err="1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01" name="Straight Connector 200">
                <a:extLst>
                  <a:ext uri="{FF2B5EF4-FFF2-40B4-BE49-F238E27FC236}">
                    <a16:creationId xmlns:a16="http://schemas.microsoft.com/office/drawing/2014/main" id="{DEE2EEF6-9F07-8068-5274-A21F57A3005A}"/>
                  </a:ext>
                </a:extLst>
              </p:cNvPr>
              <p:cNvCxnSpPr>
                <a:cxnSpLocks/>
                <a:stCxn id="200" idx="0"/>
                <a:endCxn id="200" idx="4"/>
              </p:cNvCxnSpPr>
              <p:nvPr/>
            </p:nvCxnSpPr>
            <p:spPr>
              <a:xfrm>
                <a:off x="1106482" y="586941"/>
                <a:ext cx="0" cy="375084"/>
              </a:xfrm>
              <a:prstGeom prst="line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  <a:headEnd type="none" w="sm" len="sm"/>
                <a:tailEnd type="non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05" name="Oval 204">
                <a:extLst>
                  <a:ext uri="{FF2B5EF4-FFF2-40B4-BE49-F238E27FC236}">
                    <a16:creationId xmlns:a16="http://schemas.microsoft.com/office/drawing/2014/main" id="{9B65EDB3-A50F-26A1-D5DA-2E312D03CA31}"/>
                  </a:ext>
                </a:extLst>
              </p:cNvPr>
              <p:cNvSpPr/>
              <p:nvPr/>
            </p:nvSpPr>
            <p:spPr>
              <a:xfrm>
                <a:off x="1409478" y="586941"/>
                <a:ext cx="375084" cy="375084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200" dirty="0" err="1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06" name="Straight Connector 205">
                <a:extLst>
                  <a:ext uri="{FF2B5EF4-FFF2-40B4-BE49-F238E27FC236}">
                    <a16:creationId xmlns:a16="http://schemas.microsoft.com/office/drawing/2014/main" id="{F289AA8B-3A5C-2049-C4EA-0A060FDB6053}"/>
                  </a:ext>
                </a:extLst>
              </p:cNvPr>
              <p:cNvCxnSpPr>
                <a:cxnSpLocks/>
                <a:stCxn id="205" idx="0"/>
                <a:endCxn id="205" idx="4"/>
              </p:cNvCxnSpPr>
              <p:nvPr/>
            </p:nvCxnSpPr>
            <p:spPr>
              <a:xfrm>
                <a:off x="1597020" y="586941"/>
                <a:ext cx="0" cy="375084"/>
              </a:xfrm>
              <a:prstGeom prst="line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  <a:headEnd type="none" w="sm" len="sm"/>
                <a:tailEnd type="none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207" name="Rectangle: Rounded Corners 206">
            <a:extLst>
              <a:ext uri="{FF2B5EF4-FFF2-40B4-BE49-F238E27FC236}">
                <a16:creationId xmlns:a16="http://schemas.microsoft.com/office/drawing/2014/main" id="{844D1607-538E-C68D-AD0C-16F6C3D253B2}"/>
              </a:ext>
            </a:extLst>
          </p:cNvPr>
          <p:cNvSpPr/>
          <p:nvPr/>
        </p:nvSpPr>
        <p:spPr>
          <a:xfrm>
            <a:off x="5797720" y="277715"/>
            <a:ext cx="3251030" cy="100492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2544544B-36F1-6361-4641-8615DC291145}"/>
              </a:ext>
            </a:extLst>
          </p:cNvPr>
          <p:cNvSpPr txBox="1"/>
          <p:nvPr/>
        </p:nvSpPr>
        <p:spPr>
          <a:xfrm>
            <a:off x="5515821" y="1847759"/>
            <a:ext cx="7889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3 ÷ 0,5 =  </a:t>
            </a:r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AB56640B-509C-829F-FF36-6363B0C950D1}"/>
              </a:ext>
            </a:extLst>
          </p:cNvPr>
          <p:cNvSpPr txBox="1"/>
          <p:nvPr/>
        </p:nvSpPr>
        <p:spPr>
          <a:xfrm>
            <a:off x="5105684" y="1448499"/>
            <a:ext cx="308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а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10" name="Oval 209">
            <a:extLst>
              <a:ext uri="{FF2B5EF4-FFF2-40B4-BE49-F238E27FC236}">
                <a16:creationId xmlns:a16="http://schemas.microsoft.com/office/drawing/2014/main" id="{A836ED6B-D4F7-7630-D30E-F4BAD5E1F428}"/>
              </a:ext>
            </a:extLst>
          </p:cNvPr>
          <p:cNvSpPr/>
          <p:nvPr/>
        </p:nvSpPr>
        <p:spPr>
          <a:xfrm>
            <a:off x="5477508" y="1414845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93142837-074F-0895-EC2E-0A40B86C6770}"/>
              </a:ext>
            </a:extLst>
          </p:cNvPr>
          <p:cNvCxnSpPr>
            <a:cxnSpLocks/>
            <a:stCxn id="210" idx="0"/>
            <a:endCxn id="210" idx="4"/>
          </p:cNvCxnSpPr>
          <p:nvPr/>
        </p:nvCxnSpPr>
        <p:spPr>
          <a:xfrm>
            <a:off x="5665050" y="1414845"/>
            <a:ext cx="0" cy="37508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2" name="Oval 211">
            <a:extLst>
              <a:ext uri="{FF2B5EF4-FFF2-40B4-BE49-F238E27FC236}">
                <a16:creationId xmlns:a16="http://schemas.microsoft.com/office/drawing/2014/main" id="{DB13A898-4D6A-BEF9-06E3-D120DDCACB03}"/>
              </a:ext>
            </a:extLst>
          </p:cNvPr>
          <p:cNvSpPr/>
          <p:nvPr/>
        </p:nvSpPr>
        <p:spPr>
          <a:xfrm>
            <a:off x="5944038" y="1414845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13" name="Oval 212">
            <a:extLst>
              <a:ext uri="{FF2B5EF4-FFF2-40B4-BE49-F238E27FC236}">
                <a16:creationId xmlns:a16="http://schemas.microsoft.com/office/drawing/2014/main" id="{E59045DC-F983-611C-5265-EC3E0C4DD746}"/>
              </a:ext>
            </a:extLst>
          </p:cNvPr>
          <p:cNvSpPr/>
          <p:nvPr/>
        </p:nvSpPr>
        <p:spPr>
          <a:xfrm>
            <a:off x="6410568" y="1414845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1E3CCC2E-0290-614A-9F2D-59E74046757B}"/>
              </a:ext>
            </a:extLst>
          </p:cNvPr>
          <p:cNvSpPr txBox="1"/>
          <p:nvPr/>
        </p:nvSpPr>
        <p:spPr>
          <a:xfrm>
            <a:off x="7643880" y="1849143"/>
            <a:ext cx="7889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5 ÷ 0,5 =  </a:t>
            </a: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C3E3E7B9-216C-E2C7-089C-ACDFF3DB1A1C}"/>
              </a:ext>
            </a:extLst>
          </p:cNvPr>
          <p:cNvSpPr txBox="1"/>
          <p:nvPr/>
        </p:nvSpPr>
        <p:spPr>
          <a:xfrm>
            <a:off x="7233743" y="1449883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б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16" name="Oval 215">
            <a:extLst>
              <a:ext uri="{FF2B5EF4-FFF2-40B4-BE49-F238E27FC236}">
                <a16:creationId xmlns:a16="http://schemas.microsoft.com/office/drawing/2014/main" id="{330A405A-1A97-9F70-9C6A-A9C7DD0DAE11}"/>
              </a:ext>
            </a:extLst>
          </p:cNvPr>
          <p:cNvSpPr/>
          <p:nvPr/>
        </p:nvSpPr>
        <p:spPr>
          <a:xfrm>
            <a:off x="7605567" y="1416229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17" name="Oval 216">
            <a:extLst>
              <a:ext uri="{FF2B5EF4-FFF2-40B4-BE49-F238E27FC236}">
                <a16:creationId xmlns:a16="http://schemas.microsoft.com/office/drawing/2014/main" id="{D85C5D6F-EDF1-DC3C-AB9A-49CF2E75204C}"/>
              </a:ext>
            </a:extLst>
          </p:cNvPr>
          <p:cNvSpPr/>
          <p:nvPr/>
        </p:nvSpPr>
        <p:spPr>
          <a:xfrm>
            <a:off x="8072097" y="1416229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18" name="Oval 217">
            <a:extLst>
              <a:ext uri="{FF2B5EF4-FFF2-40B4-BE49-F238E27FC236}">
                <a16:creationId xmlns:a16="http://schemas.microsoft.com/office/drawing/2014/main" id="{4D0F3882-CD78-1231-42B4-BE7202095206}"/>
              </a:ext>
            </a:extLst>
          </p:cNvPr>
          <p:cNvSpPr/>
          <p:nvPr/>
        </p:nvSpPr>
        <p:spPr>
          <a:xfrm>
            <a:off x="8538627" y="1416229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19" name="Oval 218">
            <a:extLst>
              <a:ext uri="{FF2B5EF4-FFF2-40B4-BE49-F238E27FC236}">
                <a16:creationId xmlns:a16="http://schemas.microsoft.com/office/drawing/2014/main" id="{C169D787-45EC-F253-B125-2202AAF1DEF7}"/>
              </a:ext>
            </a:extLst>
          </p:cNvPr>
          <p:cNvSpPr/>
          <p:nvPr/>
        </p:nvSpPr>
        <p:spPr>
          <a:xfrm>
            <a:off x="9005157" y="1416229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20" name="Oval 219">
            <a:extLst>
              <a:ext uri="{FF2B5EF4-FFF2-40B4-BE49-F238E27FC236}">
                <a16:creationId xmlns:a16="http://schemas.microsoft.com/office/drawing/2014/main" id="{650776AA-A3A4-2034-C14E-0AF3176CE3EB}"/>
              </a:ext>
            </a:extLst>
          </p:cNvPr>
          <p:cNvSpPr/>
          <p:nvPr/>
        </p:nvSpPr>
        <p:spPr>
          <a:xfrm>
            <a:off x="9471687" y="1416229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8B1E5ECB-3288-A5CA-992B-93BA6723B759}"/>
              </a:ext>
            </a:extLst>
          </p:cNvPr>
          <p:cNvSpPr txBox="1"/>
          <p:nvPr/>
        </p:nvSpPr>
        <p:spPr>
          <a:xfrm>
            <a:off x="5460146" y="3041076"/>
            <a:ext cx="9060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2,5 ÷ 0,5 =  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48133482-036E-B96A-1437-0E3787948412}"/>
              </a:ext>
            </a:extLst>
          </p:cNvPr>
          <p:cNvSpPr txBox="1"/>
          <p:nvPr/>
        </p:nvSpPr>
        <p:spPr>
          <a:xfrm>
            <a:off x="5108518" y="2641816"/>
            <a:ext cx="308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в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25" name="Oval 224">
            <a:extLst>
              <a:ext uri="{FF2B5EF4-FFF2-40B4-BE49-F238E27FC236}">
                <a16:creationId xmlns:a16="http://schemas.microsoft.com/office/drawing/2014/main" id="{973068D9-8035-5063-AE76-51FCD146A05A}"/>
              </a:ext>
            </a:extLst>
          </p:cNvPr>
          <p:cNvSpPr/>
          <p:nvPr/>
        </p:nvSpPr>
        <p:spPr>
          <a:xfrm>
            <a:off x="5480342" y="2608162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26" name="Oval 225">
            <a:extLst>
              <a:ext uri="{FF2B5EF4-FFF2-40B4-BE49-F238E27FC236}">
                <a16:creationId xmlns:a16="http://schemas.microsoft.com/office/drawing/2014/main" id="{95330FD2-860C-470B-D140-7F28D6C48577}"/>
              </a:ext>
            </a:extLst>
          </p:cNvPr>
          <p:cNvSpPr/>
          <p:nvPr/>
        </p:nvSpPr>
        <p:spPr>
          <a:xfrm>
            <a:off x="5946872" y="2608162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27" name="Partial Circle 226">
            <a:extLst>
              <a:ext uri="{FF2B5EF4-FFF2-40B4-BE49-F238E27FC236}">
                <a16:creationId xmlns:a16="http://schemas.microsoft.com/office/drawing/2014/main" id="{B0BE0CAC-356D-6943-1C09-52052DAACEF8}"/>
              </a:ext>
            </a:extLst>
          </p:cNvPr>
          <p:cNvSpPr/>
          <p:nvPr/>
        </p:nvSpPr>
        <p:spPr>
          <a:xfrm>
            <a:off x="6413402" y="2608162"/>
            <a:ext cx="374400" cy="374400"/>
          </a:xfrm>
          <a:prstGeom prst="pie">
            <a:avLst>
              <a:gd name="adj1" fmla="val 5398506"/>
              <a:gd name="adj2" fmla="val 1620000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420FB849-1497-F32C-BC7E-C4567535C507}"/>
              </a:ext>
            </a:extLst>
          </p:cNvPr>
          <p:cNvSpPr txBox="1"/>
          <p:nvPr/>
        </p:nvSpPr>
        <p:spPr>
          <a:xfrm>
            <a:off x="8732772" y="3041076"/>
            <a:ext cx="9060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/>
              <a:t>0,5 ÷ 0,5 =  </a:t>
            </a: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78A8BE91-B88E-2794-F75B-6D84AB0E9ECC}"/>
              </a:ext>
            </a:extLst>
          </p:cNvPr>
          <p:cNvSpPr txBox="1"/>
          <p:nvPr/>
        </p:nvSpPr>
        <p:spPr>
          <a:xfrm>
            <a:off x="8547399" y="2641816"/>
            <a:ext cx="3097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е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30" name="Partial Circle 229">
            <a:extLst>
              <a:ext uri="{FF2B5EF4-FFF2-40B4-BE49-F238E27FC236}">
                <a16:creationId xmlns:a16="http://schemas.microsoft.com/office/drawing/2014/main" id="{DF538DD9-BCEE-0413-FF14-748124577103}"/>
              </a:ext>
            </a:extLst>
          </p:cNvPr>
          <p:cNvSpPr/>
          <p:nvPr/>
        </p:nvSpPr>
        <p:spPr>
          <a:xfrm>
            <a:off x="8919223" y="2608162"/>
            <a:ext cx="374400" cy="374400"/>
          </a:xfrm>
          <a:prstGeom prst="pie">
            <a:avLst>
              <a:gd name="adj1" fmla="val 5398506"/>
              <a:gd name="adj2" fmla="val 1620000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44C46BC1-A470-CA5A-7D9D-910673C79A3C}"/>
              </a:ext>
            </a:extLst>
          </p:cNvPr>
          <p:cNvSpPr txBox="1"/>
          <p:nvPr/>
        </p:nvSpPr>
        <p:spPr>
          <a:xfrm>
            <a:off x="7025082" y="2458936"/>
            <a:ext cx="9973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г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  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 ÷ 0,5 =  </a:t>
            </a: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93D4688B-3AD1-0CF8-981F-05C284416EBD}"/>
              </a:ext>
            </a:extLst>
          </p:cNvPr>
          <p:cNvSpPr txBox="1"/>
          <p:nvPr/>
        </p:nvSpPr>
        <p:spPr>
          <a:xfrm>
            <a:off x="7025082" y="2910421"/>
            <a:ext cx="11112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д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  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 ÷ 0,5 =  </a:t>
            </a:r>
          </a:p>
        </p:txBody>
      </p:sp>
      <p:cxnSp>
        <p:nvCxnSpPr>
          <p:cNvPr id="233" name="Straight Connector 232">
            <a:extLst>
              <a:ext uri="{FF2B5EF4-FFF2-40B4-BE49-F238E27FC236}">
                <a16:creationId xmlns:a16="http://schemas.microsoft.com/office/drawing/2014/main" id="{0046CF27-587E-E680-1818-ABEAE69C2952}"/>
              </a:ext>
            </a:extLst>
          </p:cNvPr>
          <p:cNvCxnSpPr>
            <a:cxnSpLocks/>
          </p:cNvCxnSpPr>
          <p:nvPr/>
        </p:nvCxnSpPr>
        <p:spPr>
          <a:xfrm flipV="1">
            <a:off x="5665050" y="3554333"/>
            <a:ext cx="3340107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4" name="TextBox 233">
            <a:extLst>
              <a:ext uri="{FF2B5EF4-FFF2-40B4-BE49-F238E27FC236}">
                <a16:creationId xmlns:a16="http://schemas.microsoft.com/office/drawing/2014/main" id="{53E1D534-AEE6-4BD3-F4ED-C3AB40E977F4}"/>
              </a:ext>
            </a:extLst>
          </p:cNvPr>
          <p:cNvSpPr txBox="1"/>
          <p:nvPr/>
        </p:nvSpPr>
        <p:spPr>
          <a:xfrm>
            <a:off x="5533393" y="4150271"/>
            <a:ext cx="788999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3 ÷ 0,2 =  </a:t>
            </a: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919C1BD3-676F-4ADB-12C0-5E4DB7EDC5C6}"/>
              </a:ext>
            </a:extLst>
          </p:cNvPr>
          <p:cNvSpPr txBox="1"/>
          <p:nvPr/>
        </p:nvSpPr>
        <p:spPr>
          <a:xfrm>
            <a:off x="5112865" y="3751011"/>
            <a:ext cx="3465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ж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36" name="Oval 235">
            <a:extLst>
              <a:ext uri="{FF2B5EF4-FFF2-40B4-BE49-F238E27FC236}">
                <a16:creationId xmlns:a16="http://schemas.microsoft.com/office/drawing/2014/main" id="{FA1A28C4-3B87-4BB1-DBFF-65AD41F97FB2}"/>
              </a:ext>
            </a:extLst>
          </p:cNvPr>
          <p:cNvSpPr/>
          <p:nvPr/>
        </p:nvSpPr>
        <p:spPr>
          <a:xfrm>
            <a:off x="5495080" y="371735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37" name="Oval 236">
            <a:extLst>
              <a:ext uri="{FF2B5EF4-FFF2-40B4-BE49-F238E27FC236}">
                <a16:creationId xmlns:a16="http://schemas.microsoft.com/office/drawing/2014/main" id="{091A220B-0590-9693-75EF-A272AA8F6987}"/>
              </a:ext>
            </a:extLst>
          </p:cNvPr>
          <p:cNvSpPr/>
          <p:nvPr/>
        </p:nvSpPr>
        <p:spPr>
          <a:xfrm>
            <a:off x="5964186" y="371735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38" name="Oval 237">
            <a:extLst>
              <a:ext uri="{FF2B5EF4-FFF2-40B4-BE49-F238E27FC236}">
                <a16:creationId xmlns:a16="http://schemas.microsoft.com/office/drawing/2014/main" id="{BADF6B64-FBCC-4608-B58C-51A4B46DA985}"/>
              </a:ext>
            </a:extLst>
          </p:cNvPr>
          <p:cNvSpPr/>
          <p:nvPr/>
        </p:nvSpPr>
        <p:spPr>
          <a:xfrm>
            <a:off x="6426020" y="371735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F1284A83-79D8-D98B-CD40-B84641BD9DB2}"/>
              </a:ext>
            </a:extLst>
          </p:cNvPr>
          <p:cNvSpPr txBox="1"/>
          <p:nvPr/>
        </p:nvSpPr>
        <p:spPr>
          <a:xfrm>
            <a:off x="7857493" y="4150271"/>
            <a:ext cx="788999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4 ÷ 0,2 =  </a:t>
            </a: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C362ED64-CB66-F63B-20E4-8765AC02E59E}"/>
              </a:ext>
            </a:extLst>
          </p:cNvPr>
          <p:cNvSpPr txBox="1"/>
          <p:nvPr/>
        </p:nvSpPr>
        <p:spPr>
          <a:xfrm>
            <a:off x="7436965" y="3751011"/>
            <a:ext cx="298480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з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41" name="Oval 240">
            <a:extLst>
              <a:ext uri="{FF2B5EF4-FFF2-40B4-BE49-F238E27FC236}">
                <a16:creationId xmlns:a16="http://schemas.microsoft.com/office/drawing/2014/main" id="{91077AB7-C2E7-E814-1293-2A572030F210}"/>
              </a:ext>
            </a:extLst>
          </p:cNvPr>
          <p:cNvSpPr/>
          <p:nvPr/>
        </p:nvSpPr>
        <p:spPr>
          <a:xfrm>
            <a:off x="7819180" y="371735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42" name="Oval 241">
            <a:extLst>
              <a:ext uri="{FF2B5EF4-FFF2-40B4-BE49-F238E27FC236}">
                <a16:creationId xmlns:a16="http://schemas.microsoft.com/office/drawing/2014/main" id="{C84C8D95-2F3B-27F9-AD25-A4BECA6359BF}"/>
              </a:ext>
            </a:extLst>
          </p:cNvPr>
          <p:cNvSpPr/>
          <p:nvPr/>
        </p:nvSpPr>
        <p:spPr>
          <a:xfrm>
            <a:off x="8288286" y="371735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43" name="Oval 242">
            <a:extLst>
              <a:ext uri="{FF2B5EF4-FFF2-40B4-BE49-F238E27FC236}">
                <a16:creationId xmlns:a16="http://schemas.microsoft.com/office/drawing/2014/main" id="{E4DB8E7E-55F7-2AB5-90CC-2705BC62BE88}"/>
              </a:ext>
            </a:extLst>
          </p:cNvPr>
          <p:cNvSpPr/>
          <p:nvPr/>
        </p:nvSpPr>
        <p:spPr>
          <a:xfrm>
            <a:off x="8750248" y="371735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44" name="Oval 243">
            <a:extLst>
              <a:ext uri="{FF2B5EF4-FFF2-40B4-BE49-F238E27FC236}">
                <a16:creationId xmlns:a16="http://schemas.microsoft.com/office/drawing/2014/main" id="{BC816A85-1524-6D63-4792-E7DCABC953AB}"/>
              </a:ext>
            </a:extLst>
          </p:cNvPr>
          <p:cNvSpPr/>
          <p:nvPr/>
        </p:nvSpPr>
        <p:spPr>
          <a:xfrm>
            <a:off x="9212082" y="371735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CEFEF46E-3EE8-A49D-E32D-81A537F1E661}"/>
              </a:ext>
            </a:extLst>
          </p:cNvPr>
          <p:cNvSpPr txBox="1"/>
          <p:nvPr/>
        </p:nvSpPr>
        <p:spPr>
          <a:xfrm>
            <a:off x="5533393" y="5156111"/>
            <a:ext cx="7889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2 ÷ 0,1 =  </a:t>
            </a:r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6A9FEE96-EE07-14B0-F6E1-A92C1E3BB10D}"/>
              </a:ext>
            </a:extLst>
          </p:cNvPr>
          <p:cNvSpPr txBox="1"/>
          <p:nvPr/>
        </p:nvSpPr>
        <p:spPr>
          <a:xfrm>
            <a:off x="5112865" y="4756851"/>
            <a:ext cx="3177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и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47" name="Oval 246">
            <a:extLst>
              <a:ext uri="{FF2B5EF4-FFF2-40B4-BE49-F238E27FC236}">
                <a16:creationId xmlns:a16="http://schemas.microsoft.com/office/drawing/2014/main" id="{AF6726B5-0382-EB12-7EC1-53C826A74C76}"/>
              </a:ext>
            </a:extLst>
          </p:cNvPr>
          <p:cNvSpPr/>
          <p:nvPr/>
        </p:nvSpPr>
        <p:spPr>
          <a:xfrm>
            <a:off x="5495080" y="472319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53A099C1-2699-ACA6-E5BD-06A638A6916B}"/>
              </a:ext>
            </a:extLst>
          </p:cNvPr>
          <p:cNvSpPr txBox="1"/>
          <p:nvPr/>
        </p:nvSpPr>
        <p:spPr>
          <a:xfrm>
            <a:off x="7636036" y="5156111"/>
            <a:ext cx="7889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dirty="0"/>
              <a:t>5 ÷ 0,1 =  </a:t>
            </a:r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5C8CF9F2-895C-82EF-842D-A65D63E52DCF}"/>
              </a:ext>
            </a:extLst>
          </p:cNvPr>
          <p:cNvSpPr txBox="1"/>
          <p:nvPr/>
        </p:nvSpPr>
        <p:spPr>
          <a:xfrm>
            <a:off x="7215508" y="4756851"/>
            <a:ext cx="317716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й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50" name="Oval 249">
            <a:extLst>
              <a:ext uri="{FF2B5EF4-FFF2-40B4-BE49-F238E27FC236}">
                <a16:creationId xmlns:a16="http://schemas.microsoft.com/office/drawing/2014/main" id="{96DA25DE-E77B-0993-BE88-3C65357E94F0}"/>
              </a:ext>
            </a:extLst>
          </p:cNvPr>
          <p:cNvSpPr/>
          <p:nvPr/>
        </p:nvSpPr>
        <p:spPr>
          <a:xfrm>
            <a:off x="5964186" y="472319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51" name="Oval 250">
            <a:extLst>
              <a:ext uri="{FF2B5EF4-FFF2-40B4-BE49-F238E27FC236}">
                <a16:creationId xmlns:a16="http://schemas.microsoft.com/office/drawing/2014/main" id="{5691C650-6CD7-09C5-FC81-F2224CBD75CE}"/>
              </a:ext>
            </a:extLst>
          </p:cNvPr>
          <p:cNvSpPr/>
          <p:nvPr/>
        </p:nvSpPr>
        <p:spPr>
          <a:xfrm>
            <a:off x="7599153" y="472319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52" name="Oval 251">
            <a:extLst>
              <a:ext uri="{FF2B5EF4-FFF2-40B4-BE49-F238E27FC236}">
                <a16:creationId xmlns:a16="http://schemas.microsoft.com/office/drawing/2014/main" id="{E5B39160-30BF-10AF-73B0-F3E5B500A270}"/>
              </a:ext>
            </a:extLst>
          </p:cNvPr>
          <p:cNvSpPr/>
          <p:nvPr/>
        </p:nvSpPr>
        <p:spPr>
          <a:xfrm>
            <a:off x="8068259" y="472319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53" name="Oval 252">
            <a:extLst>
              <a:ext uri="{FF2B5EF4-FFF2-40B4-BE49-F238E27FC236}">
                <a16:creationId xmlns:a16="http://schemas.microsoft.com/office/drawing/2014/main" id="{073D5E49-2C8B-1203-E0E9-6A4F273A89FE}"/>
              </a:ext>
            </a:extLst>
          </p:cNvPr>
          <p:cNvSpPr/>
          <p:nvPr/>
        </p:nvSpPr>
        <p:spPr>
          <a:xfrm>
            <a:off x="8527841" y="472319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54" name="Oval 253">
            <a:extLst>
              <a:ext uri="{FF2B5EF4-FFF2-40B4-BE49-F238E27FC236}">
                <a16:creationId xmlns:a16="http://schemas.microsoft.com/office/drawing/2014/main" id="{41A8D6F5-B6C2-87CA-29A1-C5014E58698D}"/>
              </a:ext>
            </a:extLst>
          </p:cNvPr>
          <p:cNvSpPr/>
          <p:nvPr/>
        </p:nvSpPr>
        <p:spPr>
          <a:xfrm>
            <a:off x="8996948" y="472319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55" name="Oval 254">
            <a:extLst>
              <a:ext uri="{FF2B5EF4-FFF2-40B4-BE49-F238E27FC236}">
                <a16:creationId xmlns:a16="http://schemas.microsoft.com/office/drawing/2014/main" id="{B0CE433F-092B-09CC-2FA5-86B95332FF2A}"/>
              </a:ext>
            </a:extLst>
          </p:cNvPr>
          <p:cNvSpPr/>
          <p:nvPr/>
        </p:nvSpPr>
        <p:spPr>
          <a:xfrm>
            <a:off x="9466054" y="4723197"/>
            <a:ext cx="375084" cy="375084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cxnSp>
        <p:nvCxnSpPr>
          <p:cNvPr id="256" name="Straight Connector 255">
            <a:extLst>
              <a:ext uri="{FF2B5EF4-FFF2-40B4-BE49-F238E27FC236}">
                <a16:creationId xmlns:a16="http://schemas.microsoft.com/office/drawing/2014/main" id="{68911C70-5CB3-0044-8938-65D951EC0947}"/>
              </a:ext>
            </a:extLst>
          </p:cNvPr>
          <p:cNvCxnSpPr>
            <a:cxnSpLocks/>
          </p:cNvCxnSpPr>
          <p:nvPr/>
        </p:nvCxnSpPr>
        <p:spPr>
          <a:xfrm flipV="1">
            <a:off x="5665050" y="5669368"/>
            <a:ext cx="3340107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" name="TextBox 256">
            <a:extLst>
              <a:ext uri="{FF2B5EF4-FFF2-40B4-BE49-F238E27FC236}">
                <a16:creationId xmlns:a16="http://schemas.microsoft.com/office/drawing/2014/main" id="{1E418806-8491-C435-4A9D-909081D058E6}"/>
              </a:ext>
            </a:extLst>
          </p:cNvPr>
          <p:cNvSpPr txBox="1"/>
          <p:nvPr/>
        </p:nvSpPr>
        <p:spPr>
          <a:xfrm>
            <a:off x="5066050" y="5893947"/>
            <a:ext cx="10182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к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  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 ÷ 0,5 =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8" name="TextBox 257">
                <a:extLst>
                  <a:ext uri="{FF2B5EF4-FFF2-40B4-BE49-F238E27FC236}">
                    <a16:creationId xmlns:a16="http://schemas.microsoft.com/office/drawing/2014/main" id="{2C505CED-8433-A020-6BCA-12C12F6F584E}"/>
                  </a:ext>
                </a:extLst>
              </p:cNvPr>
              <p:cNvSpPr txBox="1"/>
              <p:nvPr/>
            </p:nvSpPr>
            <p:spPr>
              <a:xfrm>
                <a:off x="5066050" y="6382281"/>
                <a:ext cx="1010213" cy="4412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y-KG" sz="1200" b="1" dirty="0">
                    <a:solidFill>
                      <a:schemeClr val="bg1">
                        <a:lumMod val="50000"/>
                      </a:schemeClr>
                    </a:solidFill>
                  </a:rPr>
                  <a:t>н</a:t>
                </a:r>
                <a:r>
                  <a:rPr lang="en-GB" sz="1200" b="1" dirty="0">
                    <a:solidFill>
                      <a:schemeClr val="bg1">
                        <a:lumMod val="50000"/>
                      </a:schemeClr>
                    </a:solidFill>
                  </a:rPr>
                  <a:t>)   </a:t>
                </a: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4 ÷ 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GB" sz="1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GB" sz="1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num>
                      <m:den>
                        <m:r>
                          <a:rPr kumimoji="0" lang="en-GB" sz="1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3</m:t>
                        </m:r>
                      </m:den>
                    </m:f>
                  </m:oMath>
                </a14:m>
                <a:r>
                  <a:rPr kumimoji="0" lang="en-GB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</a:t>
                </a: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=  </a:t>
                </a:r>
              </a:p>
            </p:txBody>
          </p:sp>
        </mc:Choice>
        <mc:Fallback xmlns="">
          <p:sp>
            <p:nvSpPr>
              <p:cNvPr id="258" name="TextBox 257">
                <a:extLst>
                  <a:ext uri="{FF2B5EF4-FFF2-40B4-BE49-F238E27FC236}">
                    <a16:creationId xmlns:a16="http://schemas.microsoft.com/office/drawing/2014/main" id="{2C505CED-8433-A020-6BCA-12C12F6F58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6050" y="6382281"/>
                <a:ext cx="1010213" cy="4412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9" name="TextBox 258">
            <a:extLst>
              <a:ext uri="{FF2B5EF4-FFF2-40B4-BE49-F238E27FC236}">
                <a16:creationId xmlns:a16="http://schemas.microsoft.com/office/drawing/2014/main" id="{3883119F-98BA-8DBA-B731-53D6258DEDB4}"/>
              </a:ext>
            </a:extLst>
          </p:cNvPr>
          <p:cNvSpPr txBox="1"/>
          <p:nvPr/>
        </p:nvSpPr>
        <p:spPr>
          <a:xfrm>
            <a:off x="6753880" y="5893947"/>
            <a:ext cx="1023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л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  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 ÷ 0,2 =  </a:t>
            </a:r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DEDAAF34-3A81-8E48-9F51-30FA2B03B6AE}"/>
              </a:ext>
            </a:extLst>
          </p:cNvPr>
          <p:cNvSpPr txBox="1"/>
          <p:nvPr/>
        </p:nvSpPr>
        <p:spPr>
          <a:xfrm>
            <a:off x="6753880" y="6472590"/>
            <a:ext cx="11047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о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  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÷ 0,25 =  </a:t>
            </a:r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078CCC19-C26B-4AB3-7061-DF10EC911E9C}"/>
              </a:ext>
            </a:extLst>
          </p:cNvPr>
          <p:cNvSpPr txBox="1"/>
          <p:nvPr/>
        </p:nvSpPr>
        <p:spPr>
          <a:xfrm>
            <a:off x="8441710" y="5893947"/>
            <a:ext cx="11304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м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  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14 ÷ 0,1 =  </a:t>
            </a:r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C266ACA9-BB07-7658-9E4D-58EC3395A1BF}"/>
              </a:ext>
            </a:extLst>
          </p:cNvPr>
          <p:cNvSpPr txBox="1"/>
          <p:nvPr/>
        </p:nvSpPr>
        <p:spPr>
          <a:xfrm>
            <a:off x="8441710" y="6472590"/>
            <a:ext cx="11031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1200" b="1" dirty="0">
                <a:solidFill>
                  <a:schemeClr val="bg1">
                    <a:lumMod val="50000"/>
                  </a:schemeClr>
                </a:solidFill>
              </a:rPr>
              <a:t>п</a:t>
            </a:r>
            <a:r>
              <a:rPr lang="en-GB" sz="1200" b="1" dirty="0">
                <a:solidFill>
                  <a:schemeClr val="bg1">
                    <a:lumMod val="50000"/>
                  </a:schemeClr>
                </a:solidFill>
              </a:rPr>
              <a:t>)  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 ÷ 0,02 =  </a:t>
            </a:r>
          </a:p>
        </p:txBody>
      </p:sp>
    </p:spTree>
    <p:extLst>
      <p:ext uri="{BB962C8B-B14F-4D97-AF65-F5344CB8AC3E}">
        <p14:creationId xmlns:p14="http://schemas.microsoft.com/office/powerpoint/2010/main" val="4687287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D16ACE6-6BB2-F53F-5A75-BF3D7E2307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562040" y="3080079"/>
            <a:ext cx="3429003" cy="412683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A146CD5-2A13-72ED-0F9C-550CFA39DC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55479" y="-455482"/>
            <a:ext cx="3429001" cy="433996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2F35391-E59F-CD70-8C8C-E6981A2AC4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5772240" y="2950890"/>
            <a:ext cx="3627576" cy="40399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D0D2326-7CAA-2199-C3A1-6D5CC6299A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5986000" y="-191020"/>
            <a:ext cx="3429001" cy="3811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3600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397" y="1097280"/>
            <a:ext cx="9210862" cy="4461184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 dirty="0">
                <a:solidFill>
                  <a:srgbClr val="FF0000"/>
                </a:solidFill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 w="12700">
          <a:solidFill>
            <a:schemeClr val="bg1">
              <a:lumMod val="50000"/>
            </a:schemeClr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 err="1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10892</TotalTime>
  <Words>629</Words>
  <Application>Microsoft Office PowerPoint</Application>
  <PresentationFormat>A4 Paper (210x297 mm)</PresentationFormat>
  <Paragraphs>178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Cambria Math</vt:lpstr>
      <vt:lpstr>Cooper Black</vt:lpstr>
      <vt:lpstr>Calibri</vt:lpstr>
      <vt:lpstr>Arial</vt:lpstr>
      <vt:lpstr>Calibri Light</vt:lpstr>
      <vt:lpstr>Office Theme</vt:lpstr>
      <vt:lpstr>1_Office Theme</vt:lpstr>
      <vt:lpstr>2_Office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558</cp:revision>
  <cp:lastPrinted>2022-11-14T13:14:31Z</cp:lastPrinted>
  <dcterms:created xsi:type="dcterms:W3CDTF">2017-01-17T16:57:04Z</dcterms:created>
  <dcterms:modified xsi:type="dcterms:W3CDTF">2024-06-02T00:22:46Z</dcterms:modified>
</cp:coreProperties>
</file>