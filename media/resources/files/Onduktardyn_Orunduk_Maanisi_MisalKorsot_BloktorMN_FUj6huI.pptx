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4"/>
  </p:notesMasterIdLst>
  <p:sldIdLst>
    <p:sldId id="983" r:id="rId2"/>
    <p:sldId id="972" r:id="rId3"/>
    <p:sldId id="973" r:id="rId4"/>
    <p:sldId id="975" r:id="rId5"/>
    <p:sldId id="974" r:id="rId6"/>
    <p:sldId id="976" r:id="rId7"/>
    <p:sldId id="978" r:id="rId8"/>
    <p:sldId id="977" r:id="rId9"/>
    <p:sldId id="948" r:id="rId10"/>
    <p:sldId id="939" r:id="rId11"/>
    <p:sldId id="950" r:id="rId12"/>
    <p:sldId id="949" r:id="rId13"/>
    <p:sldId id="947" r:id="rId14"/>
    <p:sldId id="945" r:id="rId15"/>
    <p:sldId id="982" r:id="rId16"/>
    <p:sldId id="980" r:id="rId17"/>
    <p:sldId id="951" r:id="rId18"/>
    <p:sldId id="981" r:id="rId19"/>
    <p:sldId id="944" r:id="rId20"/>
    <p:sldId id="954" r:id="rId21"/>
    <p:sldId id="953" r:id="rId22"/>
    <p:sldId id="959" r:id="rId23"/>
    <p:sldId id="943" r:id="rId24"/>
    <p:sldId id="958" r:id="rId25"/>
    <p:sldId id="952" r:id="rId26"/>
    <p:sldId id="955" r:id="rId27"/>
    <p:sldId id="956" r:id="rId28"/>
    <p:sldId id="957" r:id="rId29"/>
    <p:sldId id="969" r:id="rId30"/>
    <p:sldId id="960" r:id="rId31"/>
    <p:sldId id="961" r:id="rId32"/>
    <p:sldId id="962" r:id="rId33"/>
    <p:sldId id="979" r:id="rId34"/>
    <p:sldId id="970" r:id="rId35"/>
    <p:sldId id="963" r:id="rId36"/>
    <p:sldId id="964" r:id="rId37"/>
    <p:sldId id="965" r:id="rId38"/>
    <p:sldId id="971" r:id="rId39"/>
    <p:sldId id="968" r:id="rId40"/>
    <p:sldId id="966" r:id="rId41"/>
    <p:sldId id="967" r:id="rId42"/>
    <p:sldId id="984" r:id="rId43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83"/>
          </p14:sldIdLst>
        </p14:section>
        <p14:section name="Мисал көрсөт ..." id="{059544AC-2C27-45B1-9F95-F87DF8854DD6}">
          <p14:sldIdLst>
            <p14:sldId id="972"/>
            <p14:sldId id="973"/>
            <p14:sldId id="975"/>
            <p14:sldId id="974"/>
            <p14:sldId id="976"/>
            <p14:sldId id="978"/>
            <p14:sldId id="977"/>
            <p14:sldId id="948"/>
            <p14:sldId id="939"/>
            <p14:sldId id="950"/>
            <p14:sldId id="949"/>
            <p14:sldId id="947"/>
            <p14:sldId id="945"/>
            <p14:sldId id="982"/>
            <p14:sldId id="980"/>
            <p14:sldId id="951"/>
            <p14:sldId id="981"/>
            <p14:sldId id="944"/>
            <p14:sldId id="954"/>
            <p14:sldId id="953"/>
            <p14:sldId id="959"/>
            <p14:sldId id="943"/>
            <p14:sldId id="958"/>
            <p14:sldId id="952"/>
            <p14:sldId id="955"/>
            <p14:sldId id="956"/>
            <p14:sldId id="957"/>
            <p14:sldId id="969"/>
            <p14:sldId id="960"/>
            <p14:sldId id="961"/>
            <p14:sldId id="962"/>
            <p14:sldId id="979"/>
            <p14:sldId id="970"/>
            <p14:sldId id="963"/>
            <p14:sldId id="964"/>
            <p14:sldId id="965"/>
            <p14:sldId id="971"/>
            <p14:sldId id="968"/>
            <p14:sldId id="966"/>
            <p14:sldId id="967"/>
          </p14:sldIdLst>
        </p14:section>
        <p14:section name="Кайтарым байланыш" id="{F3D720CF-F566-46A6-9361-125255B68FA6}">
          <p14:sldIdLst>
            <p14:sldId id="9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29/09/2024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 –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Орундук мааниси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–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көнүгүү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окуучуну ойлондуруу үчүн иштелип чыккан, эч кандай жооп жок.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өз жоопторун эки - экиден же мугалимге  көрсөтүп текшере алышы керек.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мини-тактада же дептер аркылуу жооп бере алышат</a:t>
            </a: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081616" y="2644170"/>
            <a:ext cx="17427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7A967C-5314-17B3-2B69-7C20CA5CB29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206850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081616" y="2644170"/>
            <a:ext cx="17427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6BF3D8-F749-A2D5-E408-3E2BDBF061A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343880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0.04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A3F220-8987-5919-AABC-CE3A61B3863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4475743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44824A-FAE4-69B0-C859-DEBD06E62E5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216693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0.12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28E27-FD61-0B1E-5E9A-D80FBA19AA5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386481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0.27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206ACD-4139-1779-D07C-11D421F3AF0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8749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69833" y="2644170"/>
            <a:ext cx="23663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1.35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7F443E-0506-55CE-5918-0E330D21577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34326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1.1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A8E1405-DBC0-423D-97CE-DFF5739DBA69}"/>
              </a:ext>
            </a:extLst>
          </p:cNvPr>
          <p:cNvGrpSpPr/>
          <p:nvPr/>
        </p:nvGrpSpPr>
        <p:grpSpPr>
          <a:xfrm>
            <a:off x="3667183" y="3713980"/>
            <a:ext cx="2588259" cy="2042321"/>
            <a:chOff x="804753" y="3713980"/>
            <a:chExt cx="2588259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99187C77-0855-6227-744B-211E880394F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25038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1.5</a:t>
            </a:r>
          </a:p>
        </p:txBody>
      </p:sp>
      <p:grpSp>
        <p:nvGrpSpPr>
          <p:cNvPr id="386" name="Group 385">
            <a:extLst>
              <a:ext uri="{FF2B5EF4-FFF2-40B4-BE49-F238E27FC236}">
                <a16:creationId xmlns:a16="http://schemas.microsoft.com/office/drawing/2014/main" id="{92ACEA2E-A451-4C64-AEB6-DFE330BE8059}"/>
              </a:ext>
            </a:extLst>
          </p:cNvPr>
          <p:cNvGrpSpPr/>
          <p:nvPr/>
        </p:nvGrpSpPr>
        <p:grpSpPr>
          <a:xfrm>
            <a:off x="2856265" y="3713980"/>
            <a:ext cx="4210095" cy="2042321"/>
            <a:chOff x="804753" y="3713980"/>
            <a:chExt cx="421009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126" name="TextBox 125">
            <a:extLst>
              <a:ext uri="{FF2B5EF4-FFF2-40B4-BE49-F238E27FC236}">
                <a16:creationId xmlns:a16="http://schemas.microsoft.com/office/drawing/2014/main" id="{5B69BBF2-D3A0-E393-36D7-01038E62D20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11459" y="1688648"/>
            <a:ext cx="148309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0.8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A7B5533-647D-42F1-A189-AEE3022209DD}"/>
              </a:ext>
            </a:extLst>
          </p:cNvPr>
          <p:cNvGrpSpPr/>
          <p:nvPr/>
        </p:nvGrpSpPr>
        <p:grpSpPr>
          <a:xfrm>
            <a:off x="3409806" y="3713980"/>
            <a:ext cx="3103014" cy="2042321"/>
            <a:chOff x="3128211" y="3713980"/>
            <a:chExt cx="3103014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7E17D16-A256-2BC0-31E5-47B9BE40F7B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1128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2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1.02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C23A714-C583-4E76-9323-4A5394230BAB}"/>
              </a:ext>
            </a:extLst>
          </p:cNvPr>
          <p:cNvGrpSpPr/>
          <p:nvPr/>
        </p:nvGrpSpPr>
        <p:grpSpPr>
          <a:xfrm>
            <a:off x="3465742" y="3713980"/>
            <a:ext cx="2974515" cy="2042321"/>
            <a:chOff x="804753" y="3713980"/>
            <a:chExt cx="297451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316521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351446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2E1AEF2D-20A6-8A01-C476-CB862A61788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06899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0.05</a:t>
            </a:r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1B32371E-F87E-417F-972B-58819B5B7977}"/>
              </a:ext>
            </a:extLst>
          </p:cNvPr>
          <p:cNvGrpSpPr/>
          <p:nvPr/>
        </p:nvGrpSpPr>
        <p:grpSpPr>
          <a:xfrm>
            <a:off x="4122099" y="3801596"/>
            <a:ext cx="1661801" cy="264801"/>
            <a:chOff x="7811454" y="3719046"/>
            <a:chExt cx="16618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811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81607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85099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8592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9208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0AD44B4-9E4B-C111-DFD4-B762F740E7BC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97375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0.21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2F2DD22-E460-4FCD-BB21-002AD065AACA}"/>
              </a:ext>
            </a:extLst>
          </p:cNvPr>
          <p:cNvGrpSpPr/>
          <p:nvPr/>
        </p:nvGrpSpPr>
        <p:grpSpPr>
          <a:xfrm>
            <a:off x="4379002" y="3713980"/>
            <a:ext cx="1164622" cy="2042321"/>
            <a:chOff x="4510399" y="3713980"/>
            <a:chExt cx="1164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45103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49158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410220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5EEA228-EE01-DE87-B2FB-780BBC2ABDA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524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46734" y="1984981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0.62</a:t>
            </a:r>
          </a:p>
        </p:txBody>
      </p: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A2CC247E-F2BF-4061-A61B-7EAC62167F00}"/>
              </a:ext>
            </a:extLst>
          </p:cNvPr>
          <p:cNvGrpSpPr/>
          <p:nvPr/>
        </p:nvGrpSpPr>
        <p:grpSpPr>
          <a:xfrm>
            <a:off x="3373156" y="3713980"/>
            <a:ext cx="3159688" cy="2042321"/>
            <a:chOff x="4416469" y="3713980"/>
            <a:chExt cx="3159688" cy="2042321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70B2ECD9-2EE8-4A6F-AAD5-629228741F8E}"/>
                </a:ext>
              </a:extLst>
            </p:cNvPr>
            <p:cNvGrpSpPr/>
            <p:nvPr/>
          </p:nvGrpSpPr>
          <p:grpSpPr>
            <a:xfrm>
              <a:off x="441646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47" name="Cube 246">
                <a:extLst>
                  <a:ext uri="{FF2B5EF4-FFF2-40B4-BE49-F238E27FC236}">
                    <a16:creationId xmlns:a16="http://schemas.microsoft.com/office/drawing/2014/main" id="{10FCD115-4178-467C-AD60-9834C1AD4D3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8" name="Cube 247">
                <a:extLst>
                  <a:ext uri="{FF2B5EF4-FFF2-40B4-BE49-F238E27FC236}">
                    <a16:creationId xmlns:a16="http://schemas.microsoft.com/office/drawing/2014/main" id="{C3486E52-ADAF-44A3-85B8-369F84C7C00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9" name="Cube 248">
                <a:extLst>
                  <a:ext uri="{FF2B5EF4-FFF2-40B4-BE49-F238E27FC236}">
                    <a16:creationId xmlns:a16="http://schemas.microsoft.com/office/drawing/2014/main" id="{916C76E9-4A67-4AAB-B5C5-770C13E8283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0" name="Cube 249">
                <a:extLst>
                  <a:ext uri="{FF2B5EF4-FFF2-40B4-BE49-F238E27FC236}">
                    <a16:creationId xmlns:a16="http://schemas.microsoft.com/office/drawing/2014/main" id="{DFA4EB9A-0272-4717-BC88-B9EB2BDFB9A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1" name="Cube 250">
                <a:extLst>
                  <a:ext uri="{FF2B5EF4-FFF2-40B4-BE49-F238E27FC236}">
                    <a16:creationId xmlns:a16="http://schemas.microsoft.com/office/drawing/2014/main" id="{57C0C84D-668E-4A75-9165-2AAEEDF50BD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2" name="Cube 251">
                <a:extLst>
                  <a:ext uri="{FF2B5EF4-FFF2-40B4-BE49-F238E27FC236}">
                    <a16:creationId xmlns:a16="http://schemas.microsoft.com/office/drawing/2014/main" id="{4E10AF8A-55BF-4DEB-BDFA-5B61CC1E4540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3" name="Cube 252">
                <a:extLst>
                  <a:ext uri="{FF2B5EF4-FFF2-40B4-BE49-F238E27FC236}">
                    <a16:creationId xmlns:a16="http://schemas.microsoft.com/office/drawing/2014/main" id="{6CACF6F4-918A-4BA7-A61C-AB209987832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4" name="Cube 253">
                <a:extLst>
                  <a:ext uri="{FF2B5EF4-FFF2-40B4-BE49-F238E27FC236}">
                    <a16:creationId xmlns:a16="http://schemas.microsoft.com/office/drawing/2014/main" id="{578F31FB-F578-4B5B-9BBF-D4CF068B105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5" name="Cube 254">
                <a:extLst>
                  <a:ext uri="{FF2B5EF4-FFF2-40B4-BE49-F238E27FC236}">
                    <a16:creationId xmlns:a16="http://schemas.microsoft.com/office/drawing/2014/main" id="{CD33B62E-6C72-414A-8103-29B3B918497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550A1E3F-67CB-45C1-8989-58B2BF5F87EE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0" name="Group 179">
              <a:extLst>
                <a:ext uri="{FF2B5EF4-FFF2-40B4-BE49-F238E27FC236}">
                  <a16:creationId xmlns:a16="http://schemas.microsoft.com/office/drawing/2014/main" id="{26D08BDD-8DBD-4829-9EA3-A9063E1114F5}"/>
                </a:ext>
              </a:extLst>
            </p:cNvPr>
            <p:cNvGrpSpPr/>
            <p:nvPr/>
          </p:nvGrpSpPr>
          <p:grpSpPr>
            <a:xfrm>
              <a:off x="48219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6426C111-B56F-4C41-80F7-21585E3892D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8" name="Cube 237">
                <a:extLst>
                  <a:ext uri="{FF2B5EF4-FFF2-40B4-BE49-F238E27FC236}">
                    <a16:creationId xmlns:a16="http://schemas.microsoft.com/office/drawing/2014/main" id="{DAF49C5D-9381-42BF-9303-993DEFC52E6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9" name="Cube 238">
                <a:extLst>
                  <a:ext uri="{FF2B5EF4-FFF2-40B4-BE49-F238E27FC236}">
                    <a16:creationId xmlns:a16="http://schemas.microsoft.com/office/drawing/2014/main" id="{A7F8E205-CEB2-4836-A143-243F228AF8E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0" name="Cube 239">
                <a:extLst>
                  <a:ext uri="{FF2B5EF4-FFF2-40B4-BE49-F238E27FC236}">
                    <a16:creationId xmlns:a16="http://schemas.microsoft.com/office/drawing/2014/main" id="{45B868F5-C39B-4B87-B9DB-27D642998C1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1" name="Cube 240">
                <a:extLst>
                  <a:ext uri="{FF2B5EF4-FFF2-40B4-BE49-F238E27FC236}">
                    <a16:creationId xmlns:a16="http://schemas.microsoft.com/office/drawing/2014/main" id="{3186FD01-F7B8-4F3E-81C5-D2FA74271D7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2" name="Cube 241">
                <a:extLst>
                  <a:ext uri="{FF2B5EF4-FFF2-40B4-BE49-F238E27FC236}">
                    <a16:creationId xmlns:a16="http://schemas.microsoft.com/office/drawing/2014/main" id="{F85835AA-DDE0-4FBC-B17E-E9D54027D6E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3" name="Cube 242">
                <a:extLst>
                  <a:ext uri="{FF2B5EF4-FFF2-40B4-BE49-F238E27FC236}">
                    <a16:creationId xmlns:a16="http://schemas.microsoft.com/office/drawing/2014/main" id="{B4153F86-4846-47EC-908D-789C1023B29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4" name="Cube 243">
                <a:extLst>
                  <a:ext uri="{FF2B5EF4-FFF2-40B4-BE49-F238E27FC236}">
                    <a16:creationId xmlns:a16="http://schemas.microsoft.com/office/drawing/2014/main" id="{F1E40BC4-9E0A-40EF-A802-998C541D839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5" name="Cube 244">
                <a:extLst>
                  <a:ext uri="{FF2B5EF4-FFF2-40B4-BE49-F238E27FC236}">
                    <a16:creationId xmlns:a16="http://schemas.microsoft.com/office/drawing/2014/main" id="{0A440F26-CA85-48CA-BC89-D6C34627733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46" name="Cube 245">
                <a:extLst>
                  <a:ext uri="{FF2B5EF4-FFF2-40B4-BE49-F238E27FC236}">
                    <a16:creationId xmlns:a16="http://schemas.microsoft.com/office/drawing/2014/main" id="{E1CB91DD-EF43-4565-9622-411EC113E54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35942438-8ECA-4ABA-9726-30884D2B8843}"/>
                </a:ext>
              </a:extLst>
            </p:cNvPr>
            <p:cNvGrpSpPr/>
            <p:nvPr/>
          </p:nvGrpSpPr>
          <p:grpSpPr>
            <a:xfrm>
              <a:off x="522738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95B8CA1A-A570-48DC-BAAB-04C0414F046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A833449A-187A-4020-88C5-9D20D49CBC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9" name="Cube 228">
                <a:extLst>
                  <a:ext uri="{FF2B5EF4-FFF2-40B4-BE49-F238E27FC236}">
                    <a16:creationId xmlns:a16="http://schemas.microsoft.com/office/drawing/2014/main" id="{024001EF-92BA-47A9-8AB3-420337DA65A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0" name="Cube 229">
                <a:extLst>
                  <a:ext uri="{FF2B5EF4-FFF2-40B4-BE49-F238E27FC236}">
                    <a16:creationId xmlns:a16="http://schemas.microsoft.com/office/drawing/2014/main" id="{5B0A7267-1313-41A4-BFDB-091644463C6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1" name="Cube 230">
                <a:extLst>
                  <a:ext uri="{FF2B5EF4-FFF2-40B4-BE49-F238E27FC236}">
                    <a16:creationId xmlns:a16="http://schemas.microsoft.com/office/drawing/2014/main" id="{437FB6E8-0824-42BD-8F3C-B138B4C4AA9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2" name="Cube 231">
                <a:extLst>
                  <a:ext uri="{FF2B5EF4-FFF2-40B4-BE49-F238E27FC236}">
                    <a16:creationId xmlns:a16="http://schemas.microsoft.com/office/drawing/2014/main" id="{9A892BF8-CD15-48A4-967D-E97BDD06353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3" name="Cube 232">
                <a:extLst>
                  <a:ext uri="{FF2B5EF4-FFF2-40B4-BE49-F238E27FC236}">
                    <a16:creationId xmlns:a16="http://schemas.microsoft.com/office/drawing/2014/main" id="{E12A6013-DE55-4BE6-96E9-04951844C6E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4" name="Cube 233">
                <a:extLst>
                  <a:ext uri="{FF2B5EF4-FFF2-40B4-BE49-F238E27FC236}">
                    <a16:creationId xmlns:a16="http://schemas.microsoft.com/office/drawing/2014/main" id="{5ADE9FA1-2F76-4F1B-B3EA-4B513BAE6FC7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5" name="Cube 234">
                <a:extLst>
                  <a:ext uri="{FF2B5EF4-FFF2-40B4-BE49-F238E27FC236}">
                    <a16:creationId xmlns:a16="http://schemas.microsoft.com/office/drawing/2014/main" id="{65BBB1A5-4364-43E2-9F95-114B889C309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6" name="Cube 235">
                <a:extLst>
                  <a:ext uri="{FF2B5EF4-FFF2-40B4-BE49-F238E27FC236}">
                    <a16:creationId xmlns:a16="http://schemas.microsoft.com/office/drawing/2014/main" id="{C6A79508-BD6E-43E2-B080-9CBB7CED6CE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92013211-1336-4D04-B683-1243A551EF2C}"/>
                </a:ext>
              </a:extLst>
            </p:cNvPr>
            <p:cNvGrpSpPr/>
            <p:nvPr/>
          </p:nvGrpSpPr>
          <p:grpSpPr>
            <a:xfrm>
              <a:off x="563284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7FFDFB4E-CDE9-47ED-8368-4CC50D3BDC6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5" name="Cube 214">
                <a:extLst>
                  <a:ext uri="{FF2B5EF4-FFF2-40B4-BE49-F238E27FC236}">
                    <a16:creationId xmlns:a16="http://schemas.microsoft.com/office/drawing/2014/main" id="{8CA33EAA-FB1F-4DAE-A015-9665A0E6C7B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8890E6B-AA46-4421-B1A0-F0C94F65C3F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43E87C34-6585-4707-B8EB-1FC92137CA4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5C748FE5-0F16-4016-8E28-BA037A69DDA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0CF9DB6B-E2D0-4C06-9FAF-D839630B059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A597BD6E-A07B-4971-86DD-C3DC4DAF1E2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DCC86F98-0A10-418A-8597-C0812779D0D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20D9E3-B498-4B4D-BF6C-572FA591151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E077A643-D532-4D1D-B3B2-B199410C8EF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3" name="Group 182">
              <a:extLst>
                <a:ext uri="{FF2B5EF4-FFF2-40B4-BE49-F238E27FC236}">
                  <a16:creationId xmlns:a16="http://schemas.microsoft.com/office/drawing/2014/main" id="{77388A0F-86F4-4207-AB15-4A20EF57F2AE}"/>
                </a:ext>
              </a:extLst>
            </p:cNvPr>
            <p:cNvGrpSpPr/>
            <p:nvPr/>
          </p:nvGrpSpPr>
          <p:grpSpPr>
            <a:xfrm>
              <a:off x="603830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2859FAF3-3492-43F0-A80C-8B84CD637F3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39220961-5B8C-4EC0-94E4-890FAA01734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AC5BBEB6-7366-4B12-AF7C-1F3DEFA5ABC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F0DCDF93-37B7-4177-B67D-38988C538A5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7B7ADEB0-EE27-4498-9EB3-4341550F37B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7FAAEAE5-F317-41BE-B0A9-79492E799F7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6672170E-E562-4935-A38C-47FE2AF9D8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5D486EEA-EEED-48E3-A14F-B3340FE9FD5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BE077A4-BC4C-471D-BF1F-3D0BD5E1AA6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D40F1F22-B95A-475A-908A-CAB47CED19E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2F8E624F-59C5-4E6A-A022-D8E8D6942F4A}"/>
                </a:ext>
              </a:extLst>
            </p:cNvPr>
            <p:cNvGrpSpPr/>
            <p:nvPr/>
          </p:nvGrpSpPr>
          <p:grpSpPr>
            <a:xfrm>
              <a:off x="644376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3" name="Cube 192">
                <a:extLst>
                  <a:ext uri="{FF2B5EF4-FFF2-40B4-BE49-F238E27FC236}">
                    <a16:creationId xmlns:a16="http://schemas.microsoft.com/office/drawing/2014/main" id="{131A92A3-9E4B-4B1C-9AEB-F5B659CE8AE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089626DC-7818-4919-A50B-048BB8C6B70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7FBBC947-36FF-4C3D-A083-45A9586CDBF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F1E52A57-9DB6-473D-AFAF-607B7546305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57963600-E2CC-46AF-9C0A-B8D766566D9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FD213131-BED9-4689-976E-CC02846FE89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40A84468-4733-4916-A50D-B266C2C4D32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315CE219-0ED7-48B8-83C1-1980875F6B3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F16E9C79-E9AA-49F5-B150-A71629DC1EA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4FBD2C1-ACC2-40D1-A20B-E4CF96A7D9C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88" name="Cube 187">
              <a:extLst>
                <a:ext uri="{FF2B5EF4-FFF2-40B4-BE49-F238E27FC236}">
                  <a16:creationId xmlns:a16="http://schemas.microsoft.com/office/drawing/2014/main" id="{D675F070-82C1-4F3A-8422-B2950B0E4892}"/>
                </a:ext>
              </a:extLst>
            </p:cNvPr>
            <p:cNvSpPr/>
            <p:nvPr/>
          </p:nvSpPr>
          <p:spPr>
            <a:xfrm>
              <a:off x="696210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89" name="Cube 188">
              <a:extLst>
                <a:ext uri="{FF2B5EF4-FFF2-40B4-BE49-F238E27FC236}">
                  <a16:creationId xmlns:a16="http://schemas.microsoft.com/office/drawing/2014/main" id="{282BF6D4-3D59-4266-9351-9B29A882B90A}"/>
                </a:ext>
              </a:extLst>
            </p:cNvPr>
            <p:cNvSpPr/>
            <p:nvPr/>
          </p:nvSpPr>
          <p:spPr>
            <a:xfrm>
              <a:off x="731135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C875053-096C-98E5-E1CB-2BBAB7673F3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14082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1.22</a:t>
            </a:r>
          </a:p>
        </p:txBody>
      </p: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2507602-EE8F-417A-BD6D-6710FBDFBDB3}"/>
              </a:ext>
            </a:extLst>
          </p:cNvPr>
          <p:cNvGrpSpPr/>
          <p:nvPr/>
        </p:nvGrpSpPr>
        <p:grpSpPr>
          <a:xfrm>
            <a:off x="3018969" y="3713980"/>
            <a:ext cx="3868061" cy="2042321"/>
            <a:chOff x="2029004" y="3713980"/>
            <a:chExt cx="3868061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202900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43524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75792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28301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563226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2B5D060F-1897-EDCA-438F-811325B89AA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5830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51773" y="1688648"/>
            <a:ext cx="200247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8000" dirty="0"/>
              <a:t>1.43</a:t>
            </a: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CA035856-E8C1-4A86-80EA-52EA62DE2139}"/>
              </a:ext>
            </a:extLst>
          </p:cNvPr>
          <p:cNvGrpSpPr/>
          <p:nvPr/>
        </p:nvGrpSpPr>
        <p:grpSpPr>
          <a:xfrm>
            <a:off x="2417624" y="3713980"/>
            <a:ext cx="5070751" cy="2042321"/>
            <a:chOff x="2029004" y="3713980"/>
            <a:chExt cx="5070751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202900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43524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75792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516338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556883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30" name="Group 229">
              <a:extLst>
                <a:ext uri="{FF2B5EF4-FFF2-40B4-BE49-F238E27FC236}">
                  <a16:creationId xmlns:a16="http://schemas.microsoft.com/office/drawing/2014/main" id="{46BBCB96-4FEC-46FA-8DE1-4E647B075394}"/>
                </a:ext>
              </a:extLst>
            </p:cNvPr>
            <p:cNvGrpSpPr/>
            <p:nvPr/>
          </p:nvGrpSpPr>
          <p:grpSpPr>
            <a:xfrm>
              <a:off x="6136454" y="3801596"/>
              <a:ext cx="963301" cy="264801"/>
              <a:chOff x="6136454" y="3801596"/>
              <a:chExt cx="9633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613645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648570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6834954" y="380159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F31E034B-782F-E44D-855E-4DAC39852A0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35650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4246734" y="1984981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1.54</a:t>
            </a:r>
          </a:p>
        </p:txBody>
      </p: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B613859-6B48-4D4B-B5D5-3E7EF23B0021}"/>
              </a:ext>
            </a:extLst>
          </p:cNvPr>
          <p:cNvGrpSpPr/>
          <p:nvPr/>
        </p:nvGrpSpPr>
        <p:grpSpPr>
          <a:xfrm>
            <a:off x="2058698" y="3713980"/>
            <a:ext cx="5788604" cy="2042321"/>
            <a:chOff x="1282093" y="3713980"/>
            <a:chExt cx="5788604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128209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60555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401101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41646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8219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22738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75814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610739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645664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6805896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E57E8FF0-D21A-C54B-211C-348AA21F2B8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7016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737553" y="1984981"/>
            <a:ext cx="64309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Жети ондук үлүштөр.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9C680BF1-3C8F-49B6-B23F-EC12AAA9903B}"/>
              </a:ext>
            </a:extLst>
          </p:cNvPr>
          <p:cNvGrpSpPr/>
          <p:nvPr/>
        </p:nvGrpSpPr>
        <p:grpSpPr>
          <a:xfrm>
            <a:off x="3604222" y="3713980"/>
            <a:ext cx="2697555" cy="2042321"/>
            <a:chOff x="3128211" y="3713980"/>
            <a:chExt cx="2697555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0907EA9-EC95-18F8-1E92-676F1B35D0B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019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082555" y="1984981"/>
            <a:ext cx="57409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Тогуз жүздүк үлүш.</a:t>
            </a:r>
            <a:endParaRPr lang="en-GB" sz="5400" dirty="0"/>
          </a:p>
          <a:p>
            <a:pPr algn="ctr"/>
            <a:r>
              <a:rPr lang="ky-KG" sz="5400" dirty="0"/>
              <a:t> 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CA64E3CD-3DAA-476C-AEF3-692E93474C27}"/>
              </a:ext>
            </a:extLst>
          </p:cNvPr>
          <p:cNvGrpSpPr/>
          <p:nvPr/>
        </p:nvGrpSpPr>
        <p:grpSpPr>
          <a:xfrm>
            <a:off x="4130412" y="3801596"/>
            <a:ext cx="1661801" cy="675964"/>
            <a:chOff x="7271704" y="3801596"/>
            <a:chExt cx="1661801" cy="675964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DD5468DA-43B9-484F-A19B-E214B799BAA9}"/>
                </a:ext>
              </a:extLst>
            </p:cNvPr>
            <p:cNvSpPr/>
            <p:nvPr/>
          </p:nvSpPr>
          <p:spPr>
            <a:xfrm>
              <a:off x="79702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6" name="Cube 365">
              <a:extLst>
                <a:ext uri="{FF2B5EF4-FFF2-40B4-BE49-F238E27FC236}">
                  <a16:creationId xmlns:a16="http://schemas.microsoft.com/office/drawing/2014/main" id="{8D9E5846-8620-41D4-AF7C-DD9980960819}"/>
                </a:ext>
              </a:extLst>
            </p:cNvPr>
            <p:cNvSpPr/>
            <p:nvPr/>
          </p:nvSpPr>
          <p:spPr>
            <a:xfrm>
              <a:off x="83194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B896F9-2E68-5F45-7416-CBA0E87CED6B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1177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52514" y="1984981"/>
            <a:ext cx="60010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 бир ондук үлүш.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1FF98B2-6644-4517-8DBE-8275BA43E741}"/>
              </a:ext>
            </a:extLst>
          </p:cNvPr>
          <p:cNvGrpSpPr/>
          <p:nvPr/>
        </p:nvGrpSpPr>
        <p:grpSpPr>
          <a:xfrm>
            <a:off x="846316" y="3713980"/>
            <a:ext cx="2588259" cy="2042321"/>
            <a:chOff x="846316" y="3713980"/>
            <a:chExt cx="2588259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46316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6977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0341055-8E49-4676-B6A7-9670C899BA64}"/>
              </a:ext>
            </a:extLst>
          </p:cNvPr>
          <p:cNvGrpSpPr/>
          <p:nvPr/>
        </p:nvGrpSpPr>
        <p:grpSpPr>
          <a:xfrm>
            <a:off x="5306146" y="3713980"/>
            <a:ext cx="4317159" cy="2042321"/>
            <a:chOff x="5605404" y="3713980"/>
            <a:chExt cx="4317159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8BA81052-77A7-4598-8B1B-A09A0EC73F99}"/>
                </a:ext>
              </a:extLst>
            </p:cNvPr>
            <p:cNvGrpSpPr/>
            <p:nvPr/>
          </p:nvGrpSpPr>
          <p:grpSpPr>
            <a:xfrm>
              <a:off x="560540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6F35CCC4-894A-4FB8-82A4-930BEEE640E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C25BCA5E-DA66-4909-B38F-6A923CB292E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1399EB56-245C-417E-AA36-768136C262D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BEAE14D5-77DA-4389-B033-EA1A0349398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C76F570D-153B-4CBA-B358-F9AB8753ED7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3372119A-8BE8-45D4-9FDC-BB013A7795B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E680917E-11B7-4E58-A788-0A5C16E63AF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F88D05D9-B42F-4B51-8657-ED95FB81289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89E9A0C0-2CBA-4FCA-B219-1385C3F83B6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F8B81F65-70C6-4237-9939-0D7D238D229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E1C54E98-84EA-4B81-B06C-6D41F23EE7BB}"/>
                </a:ext>
              </a:extLst>
            </p:cNvPr>
            <p:cNvGrpSpPr/>
            <p:nvPr/>
          </p:nvGrpSpPr>
          <p:grpSpPr>
            <a:xfrm>
              <a:off x="601086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5575C4CA-A615-4017-A6D0-3D346F138B5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CB32CD7E-E2BE-434A-9941-94A81F40877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F0F8510A-3CE7-45AC-A719-49CA4674A9E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31E076B4-EF4F-4AEC-B635-527A3FE1C26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5AA4846D-4469-4635-B4AE-0B1033FDD31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7B6E58F0-1142-436D-ADAB-686D4910334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E9BA54DB-D677-47E5-A72A-434E73A2B57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422D7BAE-2D68-4A44-90C9-F61208D7CEF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57E85247-681B-48AF-A742-641D55F9A0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168224AB-D0C1-47F4-89A0-CE3490A15ECA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26F0D85D-93D3-49F9-8223-42667F85C006}"/>
                </a:ext>
              </a:extLst>
            </p:cNvPr>
            <p:cNvGrpSpPr/>
            <p:nvPr/>
          </p:nvGrpSpPr>
          <p:grpSpPr>
            <a:xfrm>
              <a:off x="641632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2526EE74-5195-4497-86DE-566695691FA0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3319C44A-07C8-4A78-9452-4EF098D0E7C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AE796F5B-F650-4BB8-BBF8-737736B42E9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48843A06-2F1B-4E93-B006-AF4C6D14CA4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F3CD1F57-C187-4974-A8EE-7B24261538B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2D561964-80C8-4F2A-A56A-C41FB66CF9C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A270F676-E232-4A05-935C-5A20ADB1E69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191399B4-857A-4AD3-802B-B1FD417A7B1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82717CE9-7184-4E20-B19D-DC420B45AE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D4E31563-0A02-48A2-9897-675639416E4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93FDA3A4-917C-4332-A523-E11E6B0178AC}"/>
                </a:ext>
              </a:extLst>
            </p:cNvPr>
            <p:cNvGrpSpPr/>
            <p:nvPr/>
          </p:nvGrpSpPr>
          <p:grpSpPr>
            <a:xfrm>
              <a:off x="682178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5246BECB-8E35-4485-AF97-A441FB2E046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9A34F030-BBE4-46A4-8C9F-30852833384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B22C4DA7-3997-4C9B-B832-BF4D85302E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4A503C4A-D08B-41D1-B64B-581B7D5C821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F48468AC-2DA4-467C-9340-D2D2B24FCBA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ADF18697-772E-4937-B27C-131C292CDCC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907212DF-1C6E-4C9C-8FA7-76D56BF765E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2CB6B6DA-4B63-4907-93A3-888ADB5A0CF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3CEF7026-8808-4E93-A6CA-E6ECA83995B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B39B7997-9C37-452C-8B1D-E513102A593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A0D43BD0-4064-442A-B643-4BC065670BE5}"/>
                </a:ext>
              </a:extLst>
            </p:cNvPr>
            <p:cNvGrpSpPr/>
            <p:nvPr/>
          </p:nvGrpSpPr>
          <p:grpSpPr>
            <a:xfrm>
              <a:off x="722724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4FAB7CD2-B6BC-4500-94B9-EC5468778C8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45BF2BC0-56A8-48D7-97E7-C4E202213E4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D88A2091-449B-4D61-BB20-A40654B9C7F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942BA649-2F22-43EE-9349-6DEFD2D33B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ACD9DF3D-4A1C-4B8C-94F3-972A21E268E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38BE1B6B-55E6-4993-8AD5-CD669E37AC5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8D455A5F-14DD-4A4A-B866-0D391923299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FCCB23CE-7BBA-4DFD-AF26-BC135C4882B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652BF200-5F67-42EB-B816-ADA25AC821D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9E06D2C9-BEBD-4A34-B66F-047F0F1115D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3C7CACE0-2828-4AF6-AE0C-E0C4207A08AF}"/>
                </a:ext>
              </a:extLst>
            </p:cNvPr>
            <p:cNvGrpSpPr/>
            <p:nvPr/>
          </p:nvGrpSpPr>
          <p:grpSpPr>
            <a:xfrm>
              <a:off x="76326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D366B8DD-2445-4461-9FB7-C9D4F96CF50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9173D84F-7659-4448-9799-6B484F78102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C8F93184-D062-4A3A-8C6E-8FEB0E842E9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43AB0A92-9A05-4D7B-885A-3548DE6929C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1C338C1E-B0BA-4ACF-9F3F-1C7B065F07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70D6CC03-9F0D-4CD3-A673-DD041F5C06AF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588B95DE-5996-4CF2-9978-ED48C7BA1E3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8" name="Cube 317">
                <a:extLst>
                  <a:ext uri="{FF2B5EF4-FFF2-40B4-BE49-F238E27FC236}">
                    <a16:creationId xmlns:a16="http://schemas.microsoft.com/office/drawing/2014/main" id="{A23ECEAA-54AD-4FB4-BF21-D986DE220ED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9" name="Cube 318">
                <a:extLst>
                  <a:ext uri="{FF2B5EF4-FFF2-40B4-BE49-F238E27FC236}">
                    <a16:creationId xmlns:a16="http://schemas.microsoft.com/office/drawing/2014/main" id="{0FC4DF5A-6639-4C1A-A455-4425B0C56BE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593B6ABB-6581-4D10-91B4-C9B556118D1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C6641E99-6F52-4344-A47D-52E82E094F4F}"/>
                </a:ext>
              </a:extLst>
            </p:cNvPr>
            <p:cNvGrpSpPr/>
            <p:nvPr/>
          </p:nvGrpSpPr>
          <p:grpSpPr>
            <a:xfrm>
              <a:off x="803815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318C6D6E-0D93-4F72-AFEC-9ECE2FA004C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FBC904E6-ECD1-476D-A1A4-CE508C85D451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42A693B6-0628-497E-8BA7-5181D6EF4C2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E24ABC9C-0643-4084-92A2-9C436B0BA9F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3FF461A3-9C7D-4AFB-9730-420FB2B1765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D93AD783-2B56-447D-BDA6-285B0B3A2D1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88670330-26CC-4F83-B6C7-55F9FED7F02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260E4A46-EEA8-4FF0-A776-E15503992510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CAA14FF7-55DD-4CEA-983F-4552F2C3CFC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F266919B-ACCB-4EEB-9C33-8DD9DCF8B4F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50D30161-9D28-4E22-BD23-A13D980BE115}"/>
                </a:ext>
              </a:extLst>
            </p:cNvPr>
            <p:cNvGrpSpPr/>
            <p:nvPr/>
          </p:nvGrpSpPr>
          <p:grpSpPr>
            <a:xfrm>
              <a:off x="844361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E97B348D-0E0D-40F3-B2DC-CA65C1C3D84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8B8A876A-3FDD-4996-A283-8E9396A5A7D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83B583A6-CE18-44FF-86D1-745643F2307C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060EA203-2B13-4F98-A400-72F5747E391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65F884D2-7405-4101-96E3-2F20C8C12362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4BA0FC8-0C26-4954-8069-6E0BB726EDA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8803136B-888C-450E-8DAB-62D419EE34F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3BB82A4A-EC71-4056-A0A8-99A2D44CE09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A6D099A9-5F4B-4931-83AD-593F58D554E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BC4798D2-9D03-4504-BE8F-B96128073B43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248B5FE2-765E-4FC5-8427-45AF475F94D3}"/>
                </a:ext>
              </a:extLst>
            </p:cNvPr>
            <p:cNvGrpSpPr/>
            <p:nvPr/>
          </p:nvGrpSpPr>
          <p:grpSpPr>
            <a:xfrm>
              <a:off x="884907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CA3CC781-0174-4450-AB21-C1EBE6E7528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7A5B151E-93BC-41C2-8598-78E85B3C8C5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6615F507-0F26-4066-AE39-4522FE7DB34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59CBBFBE-CCC0-4733-B626-B5C783F6496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7A51AC3C-FC07-4610-AFA3-5BBA653CCAF0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98FE1AE4-79FA-4621-9A2C-64C9E0D0669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BE6EBC45-3BA3-432C-882A-291FAD831D1D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837F1092-31D8-46C8-AB8D-3CD0FA61179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8C7A920D-B2FB-425B-84A8-047FBECB679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88BB7142-7CF0-4ED5-AEF5-B81E42E55CE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3019FCFB-9FB2-4D39-A770-462CA87ECC0D}"/>
                </a:ext>
              </a:extLst>
            </p:cNvPr>
            <p:cNvGrpSpPr/>
            <p:nvPr/>
          </p:nvGrpSpPr>
          <p:grpSpPr>
            <a:xfrm>
              <a:off x="92545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55" name="Cube 354">
                <a:extLst>
                  <a:ext uri="{FF2B5EF4-FFF2-40B4-BE49-F238E27FC236}">
                    <a16:creationId xmlns:a16="http://schemas.microsoft.com/office/drawing/2014/main" id="{C5EBBEAF-5AE2-4706-948F-1221B7820A5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6" name="Cube 355">
                <a:extLst>
                  <a:ext uri="{FF2B5EF4-FFF2-40B4-BE49-F238E27FC236}">
                    <a16:creationId xmlns:a16="http://schemas.microsoft.com/office/drawing/2014/main" id="{3B6D5980-822A-40B7-BC36-81257585EEE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7" name="Cube 356">
                <a:extLst>
                  <a:ext uri="{FF2B5EF4-FFF2-40B4-BE49-F238E27FC236}">
                    <a16:creationId xmlns:a16="http://schemas.microsoft.com/office/drawing/2014/main" id="{F5CF101D-77DE-420E-BEA5-7CE4AE112C2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8" name="Cube 357">
                <a:extLst>
                  <a:ext uri="{FF2B5EF4-FFF2-40B4-BE49-F238E27FC236}">
                    <a16:creationId xmlns:a16="http://schemas.microsoft.com/office/drawing/2014/main" id="{082C4AB8-341F-4E93-8EC0-3093D720326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9" name="Cube 358">
                <a:extLst>
                  <a:ext uri="{FF2B5EF4-FFF2-40B4-BE49-F238E27FC236}">
                    <a16:creationId xmlns:a16="http://schemas.microsoft.com/office/drawing/2014/main" id="{E4440F7B-A539-440D-865F-3401D6299AB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0" name="Cube 359">
                <a:extLst>
                  <a:ext uri="{FF2B5EF4-FFF2-40B4-BE49-F238E27FC236}">
                    <a16:creationId xmlns:a16="http://schemas.microsoft.com/office/drawing/2014/main" id="{1ED57EC8-B12F-41FB-9D47-47FD2E65975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E1A40514-ADFC-47D5-85AF-22844931BB1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391625E3-3AE2-4062-8A4A-043B6A78EB3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116D8BFC-0F66-49E1-B285-74727129D8F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3D1DBFB7-8CAB-41A7-9508-3DD5D70DD94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FE7F59F1-1903-492F-850D-750EA9B686C4}"/>
                </a:ext>
              </a:extLst>
            </p:cNvPr>
            <p:cNvGrpSpPr/>
            <p:nvPr/>
          </p:nvGrpSpPr>
          <p:grpSpPr>
            <a:xfrm>
              <a:off x="965776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C7D49B45-2FBA-4473-B621-F753636BF31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41BDC9BD-B599-42B2-82EE-ADDDF3A917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896445EC-C7AB-4B21-B26A-8F6DCAA72C6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C4ED85F4-38C3-4B16-97E2-F240CF8DB28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0BD228B1-3480-45F8-B88C-41C3DD01F9D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FECF6192-EB0E-4677-9EBF-C5B354978B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A76331C2-8A0E-4B33-8327-D43D490FEEB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2F26037E-B56E-4B7B-BAD3-E0ADFF9A7428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4096A315-533B-4B66-B82F-6AE9587A90E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096BE8D0-84E4-411C-A72C-6D8B6D7009A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B898F81-129C-2CD7-8A92-9BE467873C6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4062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648215" y="1984981"/>
            <a:ext cx="460959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13 </a:t>
            </a:r>
            <a:r>
              <a:rPr lang="ky-KG" sz="5400" dirty="0"/>
              <a:t>ондук үлүш.</a:t>
            </a:r>
            <a:endParaRPr lang="en-GB" sz="5400" dirty="0"/>
          </a:p>
          <a:p>
            <a:pPr algn="ctr"/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740E28B-ABDC-4C76-895E-FDA358D9B74E}"/>
              </a:ext>
            </a:extLst>
          </p:cNvPr>
          <p:cNvGrpSpPr/>
          <p:nvPr/>
        </p:nvGrpSpPr>
        <p:grpSpPr>
          <a:xfrm>
            <a:off x="261828" y="3713980"/>
            <a:ext cx="9502512" cy="2042321"/>
            <a:chOff x="261828" y="3713980"/>
            <a:chExt cx="9502512" cy="2042321"/>
          </a:xfrm>
        </p:grpSpPr>
        <p:grpSp>
          <p:nvGrpSpPr>
            <p:cNvPr id="229" name="Group 228">
              <a:extLst>
                <a:ext uri="{FF2B5EF4-FFF2-40B4-BE49-F238E27FC236}">
                  <a16:creationId xmlns:a16="http://schemas.microsoft.com/office/drawing/2014/main" id="{78F28E1D-68AE-4F76-A575-C04B97203E53}"/>
                </a:ext>
              </a:extLst>
            </p:cNvPr>
            <p:cNvGrpSpPr/>
            <p:nvPr/>
          </p:nvGrpSpPr>
          <p:grpSpPr>
            <a:xfrm>
              <a:off x="261828" y="3713980"/>
              <a:ext cx="3399177" cy="2042321"/>
              <a:chOff x="804753" y="3713980"/>
              <a:chExt cx="3399177" cy="2042321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B4455026-E18E-4A43-AE38-8B33AD0A44B5}"/>
                  </a:ext>
                </a:extLst>
              </p:cNvPr>
              <p:cNvGrpSpPr/>
              <p:nvPr/>
            </p:nvGrpSpPr>
            <p:grpSpPr>
              <a:xfrm>
                <a:off x="804753" y="3713980"/>
                <a:ext cx="2026307" cy="2042321"/>
                <a:chOff x="2974918" y="3823855"/>
                <a:chExt cx="2443792" cy="2463106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B50AE358-8A63-44A6-A597-1EDA5CFF26D2}"/>
                    </a:ext>
                  </a:extLst>
                </p:cNvPr>
                <p:cNvGrpSpPr/>
                <p:nvPr/>
              </p:nvGrpSpPr>
              <p:grpSpPr>
                <a:xfrm>
                  <a:off x="2974918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105" name="Cube 104">
                    <a:extLst>
                      <a:ext uri="{FF2B5EF4-FFF2-40B4-BE49-F238E27FC236}">
                        <a16:creationId xmlns:a16="http://schemas.microsoft.com/office/drawing/2014/main" id="{FC46068E-CF38-4AE4-8D33-6F210D3E69AD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6" name="Cube 105">
                    <a:extLst>
                      <a:ext uri="{FF2B5EF4-FFF2-40B4-BE49-F238E27FC236}">
                        <a16:creationId xmlns:a16="http://schemas.microsoft.com/office/drawing/2014/main" id="{FE010038-FCC4-46D0-96B2-B9132590A01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7" name="Cube 106">
                    <a:extLst>
                      <a:ext uri="{FF2B5EF4-FFF2-40B4-BE49-F238E27FC236}">
                        <a16:creationId xmlns:a16="http://schemas.microsoft.com/office/drawing/2014/main" id="{3D844A1A-F00B-47F3-8D5E-6FBDD2F9D429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8" name="Cube 107">
                    <a:extLst>
                      <a:ext uri="{FF2B5EF4-FFF2-40B4-BE49-F238E27FC236}">
                        <a16:creationId xmlns:a16="http://schemas.microsoft.com/office/drawing/2014/main" id="{CE3786CF-B713-4C74-A73A-07B69FD60E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9" name="Cube 108">
                    <a:extLst>
                      <a:ext uri="{FF2B5EF4-FFF2-40B4-BE49-F238E27FC236}">
                        <a16:creationId xmlns:a16="http://schemas.microsoft.com/office/drawing/2014/main" id="{C5E22FD4-251A-43A6-8EEC-CE255B16BC3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0" name="Cube 109">
                    <a:extLst>
                      <a:ext uri="{FF2B5EF4-FFF2-40B4-BE49-F238E27FC236}">
                        <a16:creationId xmlns:a16="http://schemas.microsoft.com/office/drawing/2014/main" id="{176262B9-9EC7-48E9-B567-795E67BE1E62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1" name="Cube 110">
                    <a:extLst>
                      <a:ext uri="{FF2B5EF4-FFF2-40B4-BE49-F238E27FC236}">
                        <a16:creationId xmlns:a16="http://schemas.microsoft.com/office/drawing/2014/main" id="{446EC03C-59F4-4773-9E7E-63A9F781A165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2" name="Cube 111">
                    <a:extLst>
                      <a:ext uri="{FF2B5EF4-FFF2-40B4-BE49-F238E27FC236}">
                        <a16:creationId xmlns:a16="http://schemas.microsoft.com/office/drawing/2014/main" id="{6A545048-D8EC-4289-BCDC-2A5A58C5A912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3" name="Cube 112">
                    <a:extLst>
                      <a:ext uri="{FF2B5EF4-FFF2-40B4-BE49-F238E27FC236}">
                        <a16:creationId xmlns:a16="http://schemas.microsoft.com/office/drawing/2014/main" id="{F44E4B18-3DDB-4F88-9F1C-6B09984662D3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14" name="Cube 113">
                    <a:extLst>
                      <a:ext uri="{FF2B5EF4-FFF2-40B4-BE49-F238E27FC236}">
                        <a16:creationId xmlns:a16="http://schemas.microsoft.com/office/drawing/2014/main" id="{2A0CE595-3B20-4B5E-80D2-394085DCE8E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22020BC-B2A6-4E32-90D3-FE6E6A79D2F3}"/>
                    </a:ext>
                  </a:extLst>
                </p:cNvPr>
                <p:cNvGrpSpPr/>
                <p:nvPr/>
              </p:nvGrpSpPr>
              <p:grpSpPr>
                <a:xfrm>
                  <a:off x="3210966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95" name="Cube 94">
                    <a:extLst>
                      <a:ext uri="{FF2B5EF4-FFF2-40B4-BE49-F238E27FC236}">
                        <a16:creationId xmlns:a16="http://schemas.microsoft.com/office/drawing/2014/main" id="{6BE8C09C-423A-454F-98E0-5A4A3DB78AA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6" name="Cube 95">
                    <a:extLst>
                      <a:ext uri="{FF2B5EF4-FFF2-40B4-BE49-F238E27FC236}">
                        <a16:creationId xmlns:a16="http://schemas.microsoft.com/office/drawing/2014/main" id="{52D49F97-3A70-4357-A1FA-8BE4904733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7" name="Cube 96">
                    <a:extLst>
                      <a:ext uri="{FF2B5EF4-FFF2-40B4-BE49-F238E27FC236}">
                        <a16:creationId xmlns:a16="http://schemas.microsoft.com/office/drawing/2014/main" id="{C1C43291-CA0E-4A37-9BB2-7F9A6D080A3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8" name="Cube 97">
                    <a:extLst>
                      <a:ext uri="{FF2B5EF4-FFF2-40B4-BE49-F238E27FC236}">
                        <a16:creationId xmlns:a16="http://schemas.microsoft.com/office/drawing/2014/main" id="{FCB592F9-B7A4-4775-A739-28DEC95976DC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9" name="Cube 98">
                    <a:extLst>
                      <a:ext uri="{FF2B5EF4-FFF2-40B4-BE49-F238E27FC236}">
                        <a16:creationId xmlns:a16="http://schemas.microsoft.com/office/drawing/2014/main" id="{6164BEEF-160D-4BAD-ADE2-32033FA2500C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0" name="Cube 99">
                    <a:extLst>
                      <a:ext uri="{FF2B5EF4-FFF2-40B4-BE49-F238E27FC236}">
                        <a16:creationId xmlns:a16="http://schemas.microsoft.com/office/drawing/2014/main" id="{536A368A-E6E9-47C4-B1EA-550DA9A8359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1" name="Cube 100">
                    <a:extLst>
                      <a:ext uri="{FF2B5EF4-FFF2-40B4-BE49-F238E27FC236}">
                        <a16:creationId xmlns:a16="http://schemas.microsoft.com/office/drawing/2014/main" id="{9E8B5E32-0D3E-46D5-B060-22A837670030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2" name="Cube 101">
                    <a:extLst>
                      <a:ext uri="{FF2B5EF4-FFF2-40B4-BE49-F238E27FC236}">
                        <a16:creationId xmlns:a16="http://schemas.microsoft.com/office/drawing/2014/main" id="{1AC7B5A3-B73B-428F-92AE-AAC869DF6A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3" name="Cube 102">
                    <a:extLst>
                      <a:ext uri="{FF2B5EF4-FFF2-40B4-BE49-F238E27FC236}">
                        <a16:creationId xmlns:a16="http://schemas.microsoft.com/office/drawing/2014/main" id="{DEB519BA-E7ED-447E-80BB-F1D205D6342A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04" name="Cube 103">
                    <a:extLst>
                      <a:ext uri="{FF2B5EF4-FFF2-40B4-BE49-F238E27FC236}">
                        <a16:creationId xmlns:a16="http://schemas.microsoft.com/office/drawing/2014/main" id="{B83FD5F6-6740-4252-AAEB-AAEE85387B8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44D89A0B-ED20-4B2B-B4BD-AB7B2AA98613}"/>
                    </a:ext>
                  </a:extLst>
                </p:cNvPr>
                <p:cNvGrpSpPr/>
                <p:nvPr/>
              </p:nvGrpSpPr>
              <p:grpSpPr>
                <a:xfrm>
                  <a:off x="3447014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85" name="Cube 84">
                    <a:extLst>
                      <a:ext uri="{FF2B5EF4-FFF2-40B4-BE49-F238E27FC236}">
                        <a16:creationId xmlns:a16="http://schemas.microsoft.com/office/drawing/2014/main" id="{810FD37F-691E-4D41-A9E8-22CEF940FBB3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6" name="Cube 85">
                    <a:extLst>
                      <a:ext uri="{FF2B5EF4-FFF2-40B4-BE49-F238E27FC236}">
                        <a16:creationId xmlns:a16="http://schemas.microsoft.com/office/drawing/2014/main" id="{044D0DFF-6413-46C4-B7A2-E76E038DCDD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7" name="Cube 86">
                    <a:extLst>
                      <a:ext uri="{FF2B5EF4-FFF2-40B4-BE49-F238E27FC236}">
                        <a16:creationId xmlns:a16="http://schemas.microsoft.com/office/drawing/2014/main" id="{B028DEE5-EE40-43D7-94AB-996D95222478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8" name="Cube 87">
                    <a:extLst>
                      <a:ext uri="{FF2B5EF4-FFF2-40B4-BE49-F238E27FC236}">
                        <a16:creationId xmlns:a16="http://schemas.microsoft.com/office/drawing/2014/main" id="{1939FE70-2AB9-4207-A30C-E09B2EF74745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9" name="Cube 88">
                    <a:extLst>
                      <a:ext uri="{FF2B5EF4-FFF2-40B4-BE49-F238E27FC236}">
                        <a16:creationId xmlns:a16="http://schemas.microsoft.com/office/drawing/2014/main" id="{9F035872-940A-40E2-A89C-DD6FFB66ACA6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0" name="Cube 89">
                    <a:extLst>
                      <a:ext uri="{FF2B5EF4-FFF2-40B4-BE49-F238E27FC236}">
                        <a16:creationId xmlns:a16="http://schemas.microsoft.com/office/drawing/2014/main" id="{3C046525-124A-4DB1-A48A-1B0E74F5969C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1" name="Cube 90">
                    <a:extLst>
                      <a:ext uri="{FF2B5EF4-FFF2-40B4-BE49-F238E27FC236}">
                        <a16:creationId xmlns:a16="http://schemas.microsoft.com/office/drawing/2014/main" id="{3D42721B-4225-4E53-A2EF-0ADCEA42F01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2" name="Cube 91">
                    <a:extLst>
                      <a:ext uri="{FF2B5EF4-FFF2-40B4-BE49-F238E27FC236}">
                        <a16:creationId xmlns:a16="http://schemas.microsoft.com/office/drawing/2014/main" id="{1FF89241-7C76-4F29-BB40-EB2E119DD24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3" name="Cube 92">
                    <a:extLst>
                      <a:ext uri="{FF2B5EF4-FFF2-40B4-BE49-F238E27FC236}">
                        <a16:creationId xmlns:a16="http://schemas.microsoft.com/office/drawing/2014/main" id="{A0444AB2-0E45-4FD2-A6BA-EED7B70412F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94" name="Cube 93">
                    <a:extLst>
                      <a:ext uri="{FF2B5EF4-FFF2-40B4-BE49-F238E27FC236}">
                        <a16:creationId xmlns:a16="http://schemas.microsoft.com/office/drawing/2014/main" id="{448874B1-5668-437C-9BF2-B5E530FD466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1909C9C7-1A1A-4F96-B59D-7F15FEE6ECAE}"/>
                    </a:ext>
                  </a:extLst>
                </p:cNvPr>
                <p:cNvGrpSpPr/>
                <p:nvPr/>
              </p:nvGrpSpPr>
              <p:grpSpPr>
                <a:xfrm>
                  <a:off x="3683062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75" name="Cube 74">
                    <a:extLst>
                      <a:ext uri="{FF2B5EF4-FFF2-40B4-BE49-F238E27FC236}">
                        <a16:creationId xmlns:a16="http://schemas.microsoft.com/office/drawing/2014/main" id="{9CD25618-AC45-45F8-ABA7-C7CE4EAFD74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6" name="Cube 75">
                    <a:extLst>
                      <a:ext uri="{FF2B5EF4-FFF2-40B4-BE49-F238E27FC236}">
                        <a16:creationId xmlns:a16="http://schemas.microsoft.com/office/drawing/2014/main" id="{99541EBB-BC0E-4B75-865E-6B72827DD9E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7" name="Cube 76">
                    <a:extLst>
                      <a:ext uri="{FF2B5EF4-FFF2-40B4-BE49-F238E27FC236}">
                        <a16:creationId xmlns:a16="http://schemas.microsoft.com/office/drawing/2014/main" id="{D1184779-6F88-4B4A-9C16-F9AB35763C9C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8" name="Cube 77">
                    <a:extLst>
                      <a:ext uri="{FF2B5EF4-FFF2-40B4-BE49-F238E27FC236}">
                        <a16:creationId xmlns:a16="http://schemas.microsoft.com/office/drawing/2014/main" id="{48BA4071-8850-43A4-969B-25D7149834F1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9" name="Cube 78">
                    <a:extLst>
                      <a:ext uri="{FF2B5EF4-FFF2-40B4-BE49-F238E27FC236}">
                        <a16:creationId xmlns:a16="http://schemas.microsoft.com/office/drawing/2014/main" id="{DB34DB17-0876-4A12-B234-D1768E1063F4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0" name="Cube 79">
                    <a:extLst>
                      <a:ext uri="{FF2B5EF4-FFF2-40B4-BE49-F238E27FC236}">
                        <a16:creationId xmlns:a16="http://schemas.microsoft.com/office/drawing/2014/main" id="{EDEEA89C-F66A-409E-9843-611F65FFAC81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1" name="Cube 80">
                    <a:extLst>
                      <a:ext uri="{FF2B5EF4-FFF2-40B4-BE49-F238E27FC236}">
                        <a16:creationId xmlns:a16="http://schemas.microsoft.com/office/drawing/2014/main" id="{66767A4E-AC01-4210-AF6E-1D8ACA6C215D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2" name="Cube 81">
                    <a:extLst>
                      <a:ext uri="{FF2B5EF4-FFF2-40B4-BE49-F238E27FC236}">
                        <a16:creationId xmlns:a16="http://schemas.microsoft.com/office/drawing/2014/main" id="{CEB6F54D-17EB-489D-85AC-B2B67A40E4E7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3" name="Cube 82">
                    <a:extLst>
                      <a:ext uri="{FF2B5EF4-FFF2-40B4-BE49-F238E27FC236}">
                        <a16:creationId xmlns:a16="http://schemas.microsoft.com/office/drawing/2014/main" id="{44F08E85-EED3-4709-BFD8-91EEDCDA1364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84" name="Cube 83">
                    <a:extLst>
                      <a:ext uri="{FF2B5EF4-FFF2-40B4-BE49-F238E27FC236}">
                        <a16:creationId xmlns:a16="http://schemas.microsoft.com/office/drawing/2014/main" id="{DE2447AD-64ED-4E9A-9E2A-2A64A140C0D1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490BCC1F-3CE2-4A59-9909-AC7626A1582B}"/>
                    </a:ext>
                  </a:extLst>
                </p:cNvPr>
                <p:cNvGrpSpPr/>
                <p:nvPr/>
              </p:nvGrpSpPr>
              <p:grpSpPr>
                <a:xfrm>
                  <a:off x="3919110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65" name="Cube 64">
                    <a:extLst>
                      <a:ext uri="{FF2B5EF4-FFF2-40B4-BE49-F238E27FC236}">
                        <a16:creationId xmlns:a16="http://schemas.microsoft.com/office/drawing/2014/main" id="{76CCA7C7-6C73-477C-8E33-34A2014C4B68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6" name="Cube 65">
                    <a:extLst>
                      <a:ext uri="{FF2B5EF4-FFF2-40B4-BE49-F238E27FC236}">
                        <a16:creationId xmlns:a16="http://schemas.microsoft.com/office/drawing/2014/main" id="{7E9CDE75-46B9-4013-B3F4-C8E508829EC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7" name="Cube 66">
                    <a:extLst>
                      <a:ext uri="{FF2B5EF4-FFF2-40B4-BE49-F238E27FC236}">
                        <a16:creationId xmlns:a16="http://schemas.microsoft.com/office/drawing/2014/main" id="{A164201E-9638-4DD7-AB1A-AC65A2631611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8" name="Cube 67">
                    <a:extLst>
                      <a:ext uri="{FF2B5EF4-FFF2-40B4-BE49-F238E27FC236}">
                        <a16:creationId xmlns:a16="http://schemas.microsoft.com/office/drawing/2014/main" id="{77E2D10A-883A-4A8E-AC2D-FEB47A247DB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9" name="Cube 68">
                    <a:extLst>
                      <a:ext uri="{FF2B5EF4-FFF2-40B4-BE49-F238E27FC236}">
                        <a16:creationId xmlns:a16="http://schemas.microsoft.com/office/drawing/2014/main" id="{55254B54-2B5D-488E-A5C8-D612E1F580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0" name="Cube 69">
                    <a:extLst>
                      <a:ext uri="{FF2B5EF4-FFF2-40B4-BE49-F238E27FC236}">
                        <a16:creationId xmlns:a16="http://schemas.microsoft.com/office/drawing/2014/main" id="{8E13D2A1-101E-407C-B563-F9A49907EFB4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1" name="Cube 70">
                    <a:extLst>
                      <a:ext uri="{FF2B5EF4-FFF2-40B4-BE49-F238E27FC236}">
                        <a16:creationId xmlns:a16="http://schemas.microsoft.com/office/drawing/2014/main" id="{DEE77EBE-77EA-46F4-ACE0-5CD8AF615CB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2" name="Cube 71">
                    <a:extLst>
                      <a:ext uri="{FF2B5EF4-FFF2-40B4-BE49-F238E27FC236}">
                        <a16:creationId xmlns:a16="http://schemas.microsoft.com/office/drawing/2014/main" id="{FE9645E8-C36C-4966-90AF-47A41C826A2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3" name="Cube 72">
                    <a:extLst>
                      <a:ext uri="{FF2B5EF4-FFF2-40B4-BE49-F238E27FC236}">
                        <a16:creationId xmlns:a16="http://schemas.microsoft.com/office/drawing/2014/main" id="{CF30C79B-EB7B-4448-B1DF-B3AB671AA1D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74" name="Cube 73">
                    <a:extLst>
                      <a:ext uri="{FF2B5EF4-FFF2-40B4-BE49-F238E27FC236}">
                        <a16:creationId xmlns:a16="http://schemas.microsoft.com/office/drawing/2014/main" id="{0BEDDA85-E0C3-4AD0-A40D-33B383D4009F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7CFDB6CA-CF22-4452-AFAD-C994A80463EF}"/>
                    </a:ext>
                  </a:extLst>
                </p:cNvPr>
                <p:cNvGrpSpPr/>
                <p:nvPr/>
              </p:nvGrpSpPr>
              <p:grpSpPr>
                <a:xfrm>
                  <a:off x="4155158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55" name="Cube 54">
                    <a:extLst>
                      <a:ext uri="{FF2B5EF4-FFF2-40B4-BE49-F238E27FC236}">
                        <a16:creationId xmlns:a16="http://schemas.microsoft.com/office/drawing/2014/main" id="{AC6C5A1E-8D52-4B48-9B99-447F5807A82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6" name="Cube 55">
                    <a:extLst>
                      <a:ext uri="{FF2B5EF4-FFF2-40B4-BE49-F238E27FC236}">
                        <a16:creationId xmlns:a16="http://schemas.microsoft.com/office/drawing/2014/main" id="{5018BB9D-7B1B-4121-9837-F1CEC22252F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7" name="Cube 56">
                    <a:extLst>
                      <a:ext uri="{FF2B5EF4-FFF2-40B4-BE49-F238E27FC236}">
                        <a16:creationId xmlns:a16="http://schemas.microsoft.com/office/drawing/2014/main" id="{0F6474BA-E0D3-4A00-B166-982E1B9599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8" name="Cube 57">
                    <a:extLst>
                      <a:ext uri="{FF2B5EF4-FFF2-40B4-BE49-F238E27FC236}">
                        <a16:creationId xmlns:a16="http://schemas.microsoft.com/office/drawing/2014/main" id="{67331768-8015-420E-A633-D280447EBE80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9" name="Cube 58">
                    <a:extLst>
                      <a:ext uri="{FF2B5EF4-FFF2-40B4-BE49-F238E27FC236}">
                        <a16:creationId xmlns:a16="http://schemas.microsoft.com/office/drawing/2014/main" id="{71C759A5-A7D4-4CD2-852B-689C29A24AE0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0" name="Cube 59">
                    <a:extLst>
                      <a:ext uri="{FF2B5EF4-FFF2-40B4-BE49-F238E27FC236}">
                        <a16:creationId xmlns:a16="http://schemas.microsoft.com/office/drawing/2014/main" id="{D11427C7-5D83-4658-9EF6-B9AA217AE6B2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1" name="Cube 60">
                    <a:extLst>
                      <a:ext uri="{FF2B5EF4-FFF2-40B4-BE49-F238E27FC236}">
                        <a16:creationId xmlns:a16="http://schemas.microsoft.com/office/drawing/2014/main" id="{62FFC58E-7B30-4F00-A57C-5D475918BE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2" name="Cube 61">
                    <a:extLst>
                      <a:ext uri="{FF2B5EF4-FFF2-40B4-BE49-F238E27FC236}">
                        <a16:creationId xmlns:a16="http://schemas.microsoft.com/office/drawing/2014/main" id="{E7FEA57F-F8B5-4CBF-88B2-695245856FD5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3" name="Cube 62">
                    <a:extLst>
                      <a:ext uri="{FF2B5EF4-FFF2-40B4-BE49-F238E27FC236}">
                        <a16:creationId xmlns:a16="http://schemas.microsoft.com/office/drawing/2014/main" id="{CCAEAEA8-327F-465F-BA4D-4DB53EBDC64D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64" name="Cube 63">
                    <a:extLst>
                      <a:ext uri="{FF2B5EF4-FFF2-40B4-BE49-F238E27FC236}">
                        <a16:creationId xmlns:a16="http://schemas.microsoft.com/office/drawing/2014/main" id="{32F08E1F-0DE9-4CBB-84E2-0973F08DEC8B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44A7E80B-3392-4DAC-A391-D2A0A0BF641D}"/>
                    </a:ext>
                  </a:extLst>
                </p:cNvPr>
                <p:cNvGrpSpPr/>
                <p:nvPr/>
              </p:nvGrpSpPr>
              <p:grpSpPr>
                <a:xfrm>
                  <a:off x="4391206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45" name="Cube 44">
                    <a:extLst>
                      <a:ext uri="{FF2B5EF4-FFF2-40B4-BE49-F238E27FC236}">
                        <a16:creationId xmlns:a16="http://schemas.microsoft.com/office/drawing/2014/main" id="{FE7A5CA9-2381-4BD4-9F6D-0605267C1B12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6" name="Cube 45">
                    <a:extLst>
                      <a:ext uri="{FF2B5EF4-FFF2-40B4-BE49-F238E27FC236}">
                        <a16:creationId xmlns:a16="http://schemas.microsoft.com/office/drawing/2014/main" id="{9C3BF77A-B2B6-4BDC-880B-A752A5998B7C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7" name="Cube 46">
                    <a:extLst>
                      <a:ext uri="{FF2B5EF4-FFF2-40B4-BE49-F238E27FC236}">
                        <a16:creationId xmlns:a16="http://schemas.microsoft.com/office/drawing/2014/main" id="{E8132460-1D60-4276-9B29-8AE26AA1A358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8" name="Cube 47">
                    <a:extLst>
                      <a:ext uri="{FF2B5EF4-FFF2-40B4-BE49-F238E27FC236}">
                        <a16:creationId xmlns:a16="http://schemas.microsoft.com/office/drawing/2014/main" id="{436E2A9F-3BC8-4B3F-AE05-C42C1E8CA674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9" name="Cube 48">
                    <a:extLst>
                      <a:ext uri="{FF2B5EF4-FFF2-40B4-BE49-F238E27FC236}">
                        <a16:creationId xmlns:a16="http://schemas.microsoft.com/office/drawing/2014/main" id="{7CF8D5DD-F68F-4389-8F89-0383170D6EF6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0" name="Cube 49">
                    <a:extLst>
                      <a:ext uri="{FF2B5EF4-FFF2-40B4-BE49-F238E27FC236}">
                        <a16:creationId xmlns:a16="http://schemas.microsoft.com/office/drawing/2014/main" id="{3CBEADE1-E732-4ED9-A8FA-B3F796F72BCC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1" name="Cube 50">
                    <a:extLst>
                      <a:ext uri="{FF2B5EF4-FFF2-40B4-BE49-F238E27FC236}">
                        <a16:creationId xmlns:a16="http://schemas.microsoft.com/office/drawing/2014/main" id="{00912306-30BD-48F9-B702-FEF5D950E38F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2" name="Cube 51">
                    <a:extLst>
                      <a:ext uri="{FF2B5EF4-FFF2-40B4-BE49-F238E27FC236}">
                        <a16:creationId xmlns:a16="http://schemas.microsoft.com/office/drawing/2014/main" id="{28BA4237-ADF8-43EE-9B19-572FEC4553EC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3" name="Cube 52">
                    <a:extLst>
                      <a:ext uri="{FF2B5EF4-FFF2-40B4-BE49-F238E27FC236}">
                        <a16:creationId xmlns:a16="http://schemas.microsoft.com/office/drawing/2014/main" id="{E07F74CE-8474-4B98-8BF8-E2D470639992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54" name="Cube 53">
                    <a:extLst>
                      <a:ext uri="{FF2B5EF4-FFF2-40B4-BE49-F238E27FC236}">
                        <a16:creationId xmlns:a16="http://schemas.microsoft.com/office/drawing/2014/main" id="{67D9DB21-B1B5-4B98-8287-7CFAA17E4BD0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7E7DA23E-79C1-4E08-806B-959EE51A79B2}"/>
                    </a:ext>
                  </a:extLst>
                </p:cNvPr>
                <p:cNvGrpSpPr/>
                <p:nvPr/>
              </p:nvGrpSpPr>
              <p:grpSpPr>
                <a:xfrm>
                  <a:off x="4627255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35" name="Cube 34">
                    <a:extLst>
                      <a:ext uri="{FF2B5EF4-FFF2-40B4-BE49-F238E27FC236}">
                        <a16:creationId xmlns:a16="http://schemas.microsoft.com/office/drawing/2014/main" id="{CFF22064-E5E2-4D8D-9020-1636FD608D03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6" name="Cube 35">
                    <a:extLst>
                      <a:ext uri="{FF2B5EF4-FFF2-40B4-BE49-F238E27FC236}">
                        <a16:creationId xmlns:a16="http://schemas.microsoft.com/office/drawing/2014/main" id="{6CB35DE6-2F80-4A77-B4B6-947B6326650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7" name="Cube 36">
                    <a:extLst>
                      <a:ext uri="{FF2B5EF4-FFF2-40B4-BE49-F238E27FC236}">
                        <a16:creationId xmlns:a16="http://schemas.microsoft.com/office/drawing/2014/main" id="{BC854B0F-2ACF-4610-8E38-33BAB8C508C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8" name="Cube 37">
                    <a:extLst>
                      <a:ext uri="{FF2B5EF4-FFF2-40B4-BE49-F238E27FC236}">
                        <a16:creationId xmlns:a16="http://schemas.microsoft.com/office/drawing/2014/main" id="{AA657F96-8962-4E50-B2EE-E6CDC910E50D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9" name="Cube 38">
                    <a:extLst>
                      <a:ext uri="{FF2B5EF4-FFF2-40B4-BE49-F238E27FC236}">
                        <a16:creationId xmlns:a16="http://schemas.microsoft.com/office/drawing/2014/main" id="{4A9DB5E8-9806-4D01-A55E-EDF53CDB3A79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0" name="Cube 39">
                    <a:extLst>
                      <a:ext uri="{FF2B5EF4-FFF2-40B4-BE49-F238E27FC236}">
                        <a16:creationId xmlns:a16="http://schemas.microsoft.com/office/drawing/2014/main" id="{7B479731-995D-4617-BDE9-6C514AFC4059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1" name="Cube 40">
                    <a:extLst>
                      <a:ext uri="{FF2B5EF4-FFF2-40B4-BE49-F238E27FC236}">
                        <a16:creationId xmlns:a16="http://schemas.microsoft.com/office/drawing/2014/main" id="{E1B86AD2-CDA7-4B0A-8440-420F9000EA08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2" name="Cube 41">
                    <a:extLst>
                      <a:ext uri="{FF2B5EF4-FFF2-40B4-BE49-F238E27FC236}">
                        <a16:creationId xmlns:a16="http://schemas.microsoft.com/office/drawing/2014/main" id="{00095980-A5D7-4311-BC28-B4B3CBCBC937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3" name="Cube 42">
                    <a:extLst>
                      <a:ext uri="{FF2B5EF4-FFF2-40B4-BE49-F238E27FC236}">
                        <a16:creationId xmlns:a16="http://schemas.microsoft.com/office/drawing/2014/main" id="{E50E5CFC-4473-4583-928E-3CE3BC39E3BD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44" name="Cube 43">
                    <a:extLst>
                      <a:ext uri="{FF2B5EF4-FFF2-40B4-BE49-F238E27FC236}">
                        <a16:creationId xmlns:a16="http://schemas.microsoft.com/office/drawing/2014/main" id="{5F9D78EB-3AB4-4A31-A7E9-2E86C205F89E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A2580751-7C67-4FD8-8CE4-249AB596DF2C}"/>
                    </a:ext>
                  </a:extLst>
                </p:cNvPr>
                <p:cNvGrpSpPr/>
                <p:nvPr/>
              </p:nvGrpSpPr>
              <p:grpSpPr>
                <a:xfrm>
                  <a:off x="4863303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25" name="Cube 24">
                    <a:extLst>
                      <a:ext uri="{FF2B5EF4-FFF2-40B4-BE49-F238E27FC236}">
                        <a16:creationId xmlns:a16="http://schemas.microsoft.com/office/drawing/2014/main" id="{765AB274-0236-4388-B5D8-51A492ABDD6C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6" name="Cube 25">
                    <a:extLst>
                      <a:ext uri="{FF2B5EF4-FFF2-40B4-BE49-F238E27FC236}">
                        <a16:creationId xmlns:a16="http://schemas.microsoft.com/office/drawing/2014/main" id="{1759B3B0-C0D3-4C41-A0A9-E220DE37F85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7" name="Cube 26">
                    <a:extLst>
                      <a:ext uri="{FF2B5EF4-FFF2-40B4-BE49-F238E27FC236}">
                        <a16:creationId xmlns:a16="http://schemas.microsoft.com/office/drawing/2014/main" id="{4BCE1B54-8C6A-49B9-A9CB-E7691F81BC49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8" name="Cube 27">
                    <a:extLst>
                      <a:ext uri="{FF2B5EF4-FFF2-40B4-BE49-F238E27FC236}">
                        <a16:creationId xmlns:a16="http://schemas.microsoft.com/office/drawing/2014/main" id="{D0A9558A-EE71-48C2-BD03-77BA5760D5FB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9" name="Cube 28">
                    <a:extLst>
                      <a:ext uri="{FF2B5EF4-FFF2-40B4-BE49-F238E27FC236}">
                        <a16:creationId xmlns:a16="http://schemas.microsoft.com/office/drawing/2014/main" id="{EF67DBAD-525B-4F3F-B6FF-25E6D6AE7FA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0" name="Cube 29">
                    <a:extLst>
                      <a:ext uri="{FF2B5EF4-FFF2-40B4-BE49-F238E27FC236}">
                        <a16:creationId xmlns:a16="http://schemas.microsoft.com/office/drawing/2014/main" id="{568F1489-2FA4-420D-B425-83960D3D5221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1" name="Cube 30">
                    <a:extLst>
                      <a:ext uri="{FF2B5EF4-FFF2-40B4-BE49-F238E27FC236}">
                        <a16:creationId xmlns:a16="http://schemas.microsoft.com/office/drawing/2014/main" id="{917E8348-D791-4EAE-A570-7EA18179C5DD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2" name="Cube 31">
                    <a:extLst>
                      <a:ext uri="{FF2B5EF4-FFF2-40B4-BE49-F238E27FC236}">
                        <a16:creationId xmlns:a16="http://schemas.microsoft.com/office/drawing/2014/main" id="{2C369070-3D4E-4B5B-A6AD-B1536E5D77EE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3" name="Cube 32">
                    <a:extLst>
                      <a:ext uri="{FF2B5EF4-FFF2-40B4-BE49-F238E27FC236}">
                        <a16:creationId xmlns:a16="http://schemas.microsoft.com/office/drawing/2014/main" id="{2F98823A-0931-44B5-8A83-5969693C4518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34" name="Cube 33">
                    <a:extLst>
                      <a:ext uri="{FF2B5EF4-FFF2-40B4-BE49-F238E27FC236}">
                        <a16:creationId xmlns:a16="http://schemas.microsoft.com/office/drawing/2014/main" id="{EBB71887-6233-466D-8682-12CCDDA0354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7FFA7CA0-086E-4312-AC35-9E2949652DB1}"/>
                    </a:ext>
                  </a:extLst>
                </p:cNvPr>
                <p:cNvGrpSpPr/>
                <p:nvPr/>
              </p:nvGrpSpPr>
              <p:grpSpPr>
                <a:xfrm>
                  <a:off x="5099351" y="3823855"/>
                  <a:ext cx="319359" cy="2463106"/>
                  <a:chOff x="3698125" y="596372"/>
                  <a:chExt cx="764771" cy="5898407"/>
                </a:xfrm>
                <a:solidFill>
                  <a:srgbClr val="3786CD"/>
                </a:solidFill>
              </p:grpSpPr>
              <p:sp>
                <p:nvSpPr>
                  <p:cNvPr id="15" name="Cube 14">
                    <a:extLst>
                      <a:ext uri="{FF2B5EF4-FFF2-40B4-BE49-F238E27FC236}">
                        <a16:creationId xmlns:a16="http://schemas.microsoft.com/office/drawing/2014/main" id="{FB7E4E7E-2549-41C9-9729-49F5BF0D4659}"/>
                      </a:ext>
                    </a:extLst>
                  </p:cNvPr>
                  <p:cNvSpPr/>
                  <p:nvPr/>
                </p:nvSpPr>
                <p:spPr>
                  <a:xfrm>
                    <a:off x="3698125" y="573000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6" name="Cube 15">
                    <a:extLst>
                      <a:ext uri="{FF2B5EF4-FFF2-40B4-BE49-F238E27FC236}">
                        <a16:creationId xmlns:a16="http://schemas.microsoft.com/office/drawing/2014/main" id="{5C508882-C0BE-4E63-92AF-4936A584304A}"/>
                      </a:ext>
                    </a:extLst>
                  </p:cNvPr>
                  <p:cNvSpPr/>
                  <p:nvPr/>
                </p:nvSpPr>
                <p:spPr>
                  <a:xfrm>
                    <a:off x="3698125" y="515960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7" name="Cube 16">
                    <a:extLst>
                      <a:ext uri="{FF2B5EF4-FFF2-40B4-BE49-F238E27FC236}">
                        <a16:creationId xmlns:a16="http://schemas.microsoft.com/office/drawing/2014/main" id="{AB5C1876-EF28-497B-85F2-9F68542625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458920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8" name="Cube 17">
                    <a:extLst>
                      <a:ext uri="{FF2B5EF4-FFF2-40B4-BE49-F238E27FC236}">
                        <a16:creationId xmlns:a16="http://schemas.microsoft.com/office/drawing/2014/main" id="{F6E47168-AE08-42FA-8DDC-31D4501D34FB}"/>
                      </a:ext>
                    </a:extLst>
                  </p:cNvPr>
                  <p:cNvSpPr/>
                  <p:nvPr/>
                </p:nvSpPr>
                <p:spPr>
                  <a:xfrm>
                    <a:off x="3698125" y="401879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19" name="Cube 18">
                    <a:extLst>
                      <a:ext uri="{FF2B5EF4-FFF2-40B4-BE49-F238E27FC236}">
                        <a16:creationId xmlns:a16="http://schemas.microsoft.com/office/drawing/2014/main" id="{B5869CB9-B8D4-4659-8987-E6F7563B160F}"/>
                      </a:ext>
                    </a:extLst>
                  </p:cNvPr>
                  <p:cNvSpPr/>
                  <p:nvPr/>
                </p:nvSpPr>
                <p:spPr>
                  <a:xfrm>
                    <a:off x="3698125" y="344839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0" name="Cube 19">
                    <a:extLst>
                      <a:ext uri="{FF2B5EF4-FFF2-40B4-BE49-F238E27FC236}">
                        <a16:creationId xmlns:a16="http://schemas.microsoft.com/office/drawing/2014/main" id="{66DF3A4A-07AF-44A6-9D3F-B82841405924}"/>
                      </a:ext>
                    </a:extLst>
                  </p:cNvPr>
                  <p:cNvSpPr/>
                  <p:nvPr/>
                </p:nvSpPr>
                <p:spPr>
                  <a:xfrm>
                    <a:off x="3698125" y="2877988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1" name="Cube 20">
                    <a:extLst>
                      <a:ext uri="{FF2B5EF4-FFF2-40B4-BE49-F238E27FC236}">
                        <a16:creationId xmlns:a16="http://schemas.microsoft.com/office/drawing/2014/main" id="{5DAB71BA-E8D3-4B09-AF64-0B3CFD89E90A}"/>
                      </a:ext>
                    </a:extLst>
                  </p:cNvPr>
                  <p:cNvSpPr/>
                  <p:nvPr/>
                </p:nvSpPr>
                <p:spPr>
                  <a:xfrm>
                    <a:off x="3698125" y="2307584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2" name="Cube 21">
                    <a:extLst>
                      <a:ext uri="{FF2B5EF4-FFF2-40B4-BE49-F238E27FC236}">
                        <a16:creationId xmlns:a16="http://schemas.microsoft.com/office/drawing/2014/main" id="{98FC54ED-0D26-47C1-856E-21BC1615271F}"/>
                      </a:ext>
                    </a:extLst>
                  </p:cNvPr>
                  <p:cNvSpPr/>
                  <p:nvPr/>
                </p:nvSpPr>
                <p:spPr>
                  <a:xfrm>
                    <a:off x="3698125" y="1737180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3" name="Cube 22">
                    <a:extLst>
                      <a:ext uri="{FF2B5EF4-FFF2-40B4-BE49-F238E27FC236}">
                        <a16:creationId xmlns:a16="http://schemas.microsoft.com/office/drawing/2014/main" id="{92FE1ED4-8ADF-4D00-A89D-FBD6EAB1B348}"/>
                      </a:ext>
                    </a:extLst>
                  </p:cNvPr>
                  <p:cNvSpPr/>
                  <p:nvPr/>
                </p:nvSpPr>
                <p:spPr>
                  <a:xfrm>
                    <a:off x="3698125" y="1166776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  <p:sp>
                <p:nvSpPr>
                  <p:cNvPr id="24" name="Cube 23">
                    <a:extLst>
                      <a:ext uri="{FF2B5EF4-FFF2-40B4-BE49-F238E27FC236}">
                        <a16:creationId xmlns:a16="http://schemas.microsoft.com/office/drawing/2014/main" id="{00A2E6C4-0883-4081-A3B2-CC527CCFC835}"/>
                      </a:ext>
                    </a:extLst>
                  </p:cNvPr>
                  <p:cNvSpPr/>
                  <p:nvPr/>
                </p:nvSpPr>
                <p:spPr>
                  <a:xfrm>
                    <a:off x="3698125" y="596372"/>
                    <a:ext cx="764771" cy="764771"/>
                  </a:xfrm>
                  <a:prstGeom prst="cube">
                    <a:avLst/>
                  </a:prstGeom>
                  <a:grpFill/>
                  <a:ln w="190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:endParaRPr lang="en-GB" sz="1950"/>
                  </a:p>
                </p:txBody>
              </p:sp>
            </p:grpSp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4EF639CD-0E5E-4FE1-ADB1-FEAA99D22EBD}"/>
                  </a:ext>
                </a:extLst>
              </p:cNvPr>
              <p:cNvGrpSpPr/>
              <p:nvPr/>
            </p:nvGrpSpPr>
            <p:grpSpPr>
              <a:xfrm>
                <a:off x="3128211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16" name="Cube 115">
                  <a:extLst>
                    <a:ext uri="{FF2B5EF4-FFF2-40B4-BE49-F238E27FC236}">
                      <a16:creationId xmlns:a16="http://schemas.microsoft.com/office/drawing/2014/main" id="{FBDE428E-6CB5-4000-9535-B8022063D374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7" name="Cube 116">
                  <a:extLst>
                    <a:ext uri="{FF2B5EF4-FFF2-40B4-BE49-F238E27FC236}">
                      <a16:creationId xmlns:a16="http://schemas.microsoft.com/office/drawing/2014/main" id="{17D51C46-9697-47F9-9085-28A985759AD2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8" name="Cube 117">
                  <a:extLst>
                    <a:ext uri="{FF2B5EF4-FFF2-40B4-BE49-F238E27FC236}">
                      <a16:creationId xmlns:a16="http://schemas.microsoft.com/office/drawing/2014/main" id="{53744297-A583-48BC-B061-E08642F2D9A0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9" name="Cube 118">
                  <a:extLst>
                    <a:ext uri="{FF2B5EF4-FFF2-40B4-BE49-F238E27FC236}">
                      <a16:creationId xmlns:a16="http://schemas.microsoft.com/office/drawing/2014/main" id="{612F87A2-D655-41F9-94F8-EF99AF22646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0" name="Cube 119">
                  <a:extLst>
                    <a:ext uri="{FF2B5EF4-FFF2-40B4-BE49-F238E27FC236}">
                      <a16:creationId xmlns:a16="http://schemas.microsoft.com/office/drawing/2014/main" id="{9B974470-A64E-4DFD-B223-5D157A43D3C3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1" name="Cube 120">
                  <a:extLst>
                    <a:ext uri="{FF2B5EF4-FFF2-40B4-BE49-F238E27FC236}">
                      <a16:creationId xmlns:a16="http://schemas.microsoft.com/office/drawing/2014/main" id="{B058C538-0E1C-4010-955E-0337E2090FC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2" name="Cube 121">
                  <a:extLst>
                    <a:ext uri="{FF2B5EF4-FFF2-40B4-BE49-F238E27FC236}">
                      <a16:creationId xmlns:a16="http://schemas.microsoft.com/office/drawing/2014/main" id="{C7C4B202-8E9A-46EC-BA9B-645D236DA81B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3" name="Cube 122">
                  <a:extLst>
                    <a:ext uri="{FF2B5EF4-FFF2-40B4-BE49-F238E27FC236}">
                      <a16:creationId xmlns:a16="http://schemas.microsoft.com/office/drawing/2014/main" id="{8F74947B-FB22-4705-AE35-3FFC44511FCA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4" name="Cube 123">
                  <a:extLst>
                    <a:ext uri="{FF2B5EF4-FFF2-40B4-BE49-F238E27FC236}">
                      <a16:creationId xmlns:a16="http://schemas.microsoft.com/office/drawing/2014/main" id="{636F49CB-25F0-46B0-AE9D-8867431BF4E7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5" name="Cube 124">
                  <a:extLst>
                    <a:ext uri="{FF2B5EF4-FFF2-40B4-BE49-F238E27FC236}">
                      <a16:creationId xmlns:a16="http://schemas.microsoft.com/office/drawing/2014/main" id="{8982F2B9-8C22-4FF6-97E8-D2A8403E4266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0471516A-A1D1-4AF0-8C7F-6C0E16660BB3}"/>
                  </a:ext>
                </a:extLst>
              </p:cNvPr>
              <p:cNvGrpSpPr/>
              <p:nvPr/>
            </p:nvGrpSpPr>
            <p:grpSpPr>
              <a:xfrm>
                <a:off x="3533670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28" name="Cube 127">
                  <a:extLst>
                    <a:ext uri="{FF2B5EF4-FFF2-40B4-BE49-F238E27FC236}">
                      <a16:creationId xmlns:a16="http://schemas.microsoft.com/office/drawing/2014/main" id="{485DEA9E-B260-42AB-A20C-DC3085BB35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29" name="Cube 128">
                  <a:extLst>
                    <a:ext uri="{FF2B5EF4-FFF2-40B4-BE49-F238E27FC236}">
                      <a16:creationId xmlns:a16="http://schemas.microsoft.com/office/drawing/2014/main" id="{BA41435F-5592-4561-AEDE-62DA2E625EC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0" name="Cube 129">
                  <a:extLst>
                    <a:ext uri="{FF2B5EF4-FFF2-40B4-BE49-F238E27FC236}">
                      <a16:creationId xmlns:a16="http://schemas.microsoft.com/office/drawing/2014/main" id="{9680384B-C07A-4360-A931-A35D5517596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1" name="Cube 130">
                  <a:extLst>
                    <a:ext uri="{FF2B5EF4-FFF2-40B4-BE49-F238E27FC236}">
                      <a16:creationId xmlns:a16="http://schemas.microsoft.com/office/drawing/2014/main" id="{0D5E2E33-1D89-4AA0-8480-862B1CBB5FE8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2" name="Cube 131">
                  <a:extLst>
                    <a:ext uri="{FF2B5EF4-FFF2-40B4-BE49-F238E27FC236}">
                      <a16:creationId xmlns:a16="http://schemas.microsoft.com/office/drawing/2014/main" id="{EB9B1429-7624-4244-8253-7BC55AB9E3D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3" name="Cube 132">
                  <a:extLst>
                    <a:ext uri="{FF2B5EF4-FFF2-40B4-BE49-F238E27FC236}">
                      <a16:creationId xmlns:a16="http://schemas.microsoft.com/office/drawing/2014/main" id="{9394C2EF-2D4C-4E25-ACD5-27762A65EF3E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4" name="Cube 133">
                  <a:extLst>
                    <a:ext uri="{FF2B5EF4-FFF2-40B4-BE49-F238E27FC236}">
                      <a16:creationId xmlns:a16="http://schemas.microsoft.com/office/drawing/2014/main" id="{769E6C1C-9AA2-4B85-B554-D95FA3A45BC1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5" name="Cube 134">
                  <a:extLst>
                    <a:ext uri="{FF2B5EF4-FFF2-40B4-BE49-F238E27FC236}">
                      <a16:creationId xmlns:a16="http://schemas.microsoft.com/office/drawing/2014/main" id="{BDB77380-D1BD-42BC-A8B2-E3231EA1BB8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6" name="Cube 135">
                  <a:extLst>
                    <a:ext uri="{FF2B5EF4-FFF2-40B4-BE49-F238E27FC236}">
                      <a16:creationId xmlns:a16="http://schemas.microsoft.com/office/drawing/2014/main" id="{6130B6C4-E0B5-4B58-BBFF-F60568E2A4A6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37" name="Cube 136">
                  <a:extLst>
                    <a:ext uri="{FF2B5EF4-FFF2-40B4-BE49-F238E27FC236}">
                      <a16:creationId xmlns:a16="http://schemas.microsoft.com/office/drawing/2014/main" id="{BBB2A820-2329-451F-8140-7AB59FDE5B6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B2D4F005-319C-4C4D-9DF9-E578C9EF6AFA}"/>
                  </a:ext>
                </a:extLst>
              </p:cNvPr>
              <p:cNvGrpSpPr/>
              <p:nvPr/>
            </p:nvGrpSpPr>
            <p:grpSpPr>
              <a:xfrm>
                <a:off x="3939129" y="3713980"/>
                <a:ext cx="264801" cy="2042321"/>
                <a:chOff x="3698125" y="596372"/>
                <a:chExt cx="764771" cy="5898407"/>
              </a:xfrm>
              <a:solidFill>
                <a:srgbClr val="00C85A"/>
              </a:solidFill>
            </p:grpSpPr>
            <p:sp>
              <p:nvSpPr>
                <p:cNvPr id="139" name="Cube 138">
                  <a:extLst>
                    <a:ext uri="{FF2B5EF4-FFF2-40B4-BE49-F238E27FC236}">
                      <a16:creationId xmlns:a16="http://schemas.microsoft.com/office/drawing/2014/main" id="{68595221-DDD3-4557-9D98-03481264F8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0" name="Cube 139">
                  <a:extLst>
                    <a:ext uri="{FF2B5EF4-FFF2-40B4-BE49-F238E27FC236}">
                      <a16:creationId xmlns:a16="http://schemas.microsoft.com/office/drawing/2014/main" id="{A11FD650-1549-426E-9BFC-FDE7CA20F9DF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1" name="Cube 140">
                  <a:extLst>
                    <a:ext uri="{FF2B5EF4-FFF2-40B4-BE49-F238E27FC236}">
                      <a16:creationId xmlns:a16="http://schemas.microsoft.com/office/drawing/2014/main" id="{1959727B-C8F3-41C9-AA23-8F55698218E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2" name="Cube 141">
                  <a:extLst>
                    <a:ext uri="{FF2B5EF4-FFF2-40B4-BE49-F238E27FC236}">
                      <a16:creationId xmlns:a16="http://schemas.microsoft.com/office/drawing/2014/main" id="{A8BFEE68-B98E-4258-A8C4-3774A0F13D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3" name="Cube 142">
                  <a:extLst>
                    <a:ext uri="{FF2B5EF4-FFF2-40B4-BE49-F238E27FC236}">
                      <a16:creationId xmlns:a16="http://schemas.microsoft.com/office/drawing/2014/main" id="{A340408E-5AE3-4889-9106-D4ACF5E5E5A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4" name="Cube 143">
                  <a:extLst>
                    <a:ext uri="{FF2B5EF4-FFF2-40B4-BE49-F238E27FC236}">
                      <a16:creationId xmlns:a16="http://schemas.microsoft.com/office/drawing/2014/main" id="{996B6FBC-212C-45DE-B547-64FB32820643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5" name="Cube 144">
                  <a:extLst>
                    <a:ext uri="{FF2B5EF4-FFF2-40B4-BE49-F238E27FC236}">
                      <a16:creationId xmlns:a16="http://schemas.microsoft.com/office/drawing/2014/main" id="{C2D8F603-3CC0-4288-B1EA-524604136189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6" name="Cube 145">
                  <a:extLst>
                    <a:ext uri="{FF2B5EF4-FFF2-40B4-BE49-F238E27FC236}">
                      <a16:creationId xmlns:a16="http://schemas.microsoft.com/office/drawing/2014/main" id="{AEE30486-BD73-438B-BE2F-DABF5122DDE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7" name="Cube 146">
                  <a:extLst>
                    <a:ext uri="{FF2B5EF4-FFF2-40B4-BE49-F238E27FC236}">
                      <a16:creationId xmlns:a16="http://schemas.microsoft.com/office/drawing/2014/main" id="{8A9ACDA2-A022-423C-B9DC-982AE02000A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48" name="Cube 147">
                  <a:extLst>
                    <a:ext uri="{FF2B5EF4-FFF2-40B4-BE49-F238E27FC236}">
                      <a16:creationId xmlns:a16="http://schemas.microsoft.com/office/drawing/2014/main" id="{10788F25-EF0E-4AF1-A45E-E792B08DD3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798BB8B9-5776-49F5-8E25-97CC8807A98B}"/>
                </a:ext>
              </a:extLst>
            </p:cNvPr>
            <p:cNvGrpSpPr/>
            <p:nvPr/>
          </p:nvGrpSpPr>
          <p:grpSpPr>
            <a:xfrm>
              <a:off x="463402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0BC37F36-8920-424C-B2A5-B035E51E45F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681B8D05-E5B8-4900-A004-416BB2C7D02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4E555A73-7DCD-449C-BD1C-704B186BF87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A158BBA9-C4CA-44F3-B9DD-A0321CDC457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4D0D4A8D-73DD-4E83-98B9-3D4C95E6C4C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D1C6EDA9-9CCF-4276-83CE-188490BB76BB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F8D11275-E211-4773-BA1F-ADC967A8054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95969326-8329-467A-BD88-4962EBECDE7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759102B0-4E8A-47DF-BF88-E4BAEABD648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2F7B5297-7830-4D79-8D29-53ECACC83C8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E2A3F99A-3114-49E0-A0A1-1976C9AB3891}"/>
                </a:ext>
              </a:extLst>
            </p:cNvPr>
            <p:cNvGrpSpPr/>
            <p:nvPr/>
          </p:nvGrpSpPr>
          <p:grpSpPr>
            <a:xfrm>
              <a:off x="503948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401AB202-3A07-4193-933E-AF2B1757D2B9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5DC55CD4-6F98-467C-BC2B-AD72F5C1FDF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CFA1F832-3C44-4A07-8FC8-638A10DFA9C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F3B88BF3-F54A-4E21-AC44-4FE43E7A767F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2AF712F4-76C1-4C0C-86D3-B5C5DCEB163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B0D0F846-5539-416B-9761-0B82083BF8A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F854BEB2-05FE-4170-B1F9-5F90562C64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A946B7F2-0A0E-439F-AEE1-7EEA71D4242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C2D9510E-77DA-4120-9AB2-6607B086FA1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7B2CD734-6804-403E-B896-32EE904A0F7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C82B8BA-23EB-4581-87A0-ABEAB0168F5E}"/>
                </a:ext>
              </a:extLst>
            </p:cNvPr>
            <p:cNvGrpSpPr/>
            <p:nvPr/>
          </p:nvGrpSpPr>
          <p:grpSpPr>
            <a:xfrm>
              <a:off x="544494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99FC8F3D-3329-4B9D-A94D-C91198BE567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B63AC35B-FA67-4209-8A38-B0B308FC52B7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987F38E1-CE38-4E5E-8C82-89CCA923DBE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8126EFDD-8AED-4CA5-A947-9E30CF63B77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9406E834-6013-401A-9507-507507A6014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5F0D533D-A3D8-4377-95AD-89F1E31F0C6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A909F472-3480-4223-82AD-80FF44C1C57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0F17531E-8658-474E-B1F6-E18E117C887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ECE05BE9-9936-4A44-A522-2F3099BCE09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21893F67-3C25-474E-A358-3EB608E9D69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88" name="Group 287">
              <a:extLst>
                <a:ext uri="{FF2B5EF4-FFF2-40B4-BE49-F238E27FC236}">
                  <a16:creationId xmlns:a16="http://schemas.microsoft.com/office/drawing/2014/main" id="{AAFF76D7-9993-48D6-8DEE-A114EC8B9919}"/>
                </a:ext>
              </a:extLst>
            </p:cNvPr>
            <p:cNvGrpSpPr/>
            <p:nvPr/>
          </p:nvGrpSpPr>
          <p:grpSpPr>
            <a:xfrm>
              <a:off x="585040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89" name="Cube 288">
                <a:extLst>
                  <a:ext uri="{FF2B5EF4-FFF2-40B4-BE49-F238E27FC236}">
                    <a16:creationId xmlns:a16="http://schemas.microsoft.com/office/drawing/2014/main" id="{1F1FCA29-7182-4B68-9AAE-7ED9C88D765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0" name="Cube 289">
                <a:extLst>
                  <a:ext uri="{FF2B5EF4-FFF2-40B4-BE49-F238E27FC236}">
                    <a16:creationId xmlns:a16="http://schemas.microsoft.com/office/drawing/2014/main" id="{A435C54A-3C7C-4578-B7E8-960D9FF58EA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1" name="Cube 290">
                <a:extLst>
                  <a:ext uri="{FF2B5EF4-FFF2-40B4-BE49-F238E27FC236}">
                    <a16:creationId xmlns:a16="http://schemas.microsoft.com/office/drawing/2014/main" id="{9ED54519-21C7-4BA7-8231-E4922B8C1E7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2" name="Cube 291">
                <a:extLst>
                  <a:ext uri="{FF2B5EF4-FFF2-40B4-BE49-F238E27FC236}">
                    <a16:creationId xmlns:a16="http://schemas.microsoft.com/office/drawing/2014/main" id="{BC92E6FB-FCB6-453B-A31E-800D71007520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3" name="Cube 292">
                <a:extLst>
                  <a:ext uri="{FF2B5EF4-FFF2-40B4-BE49-F238E27FC236}">
                    <a16:creationId xmlns:a16="http://schemas.microsoft.com/office/drawing/2014/main" id="{AA070A28-B8A0-44CD-8280-0EF92257A60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4" name="Cube 293">
                <a:extLst>
                  <a:ext uri="{FF2B5EF4-FFF2-40B4-BE49-F238E27FC236}">
                    <a16:creationId xmlns:a16="http://schemas.microsoft.com/office/drawing/2014/main" id="{440C473C-B286-45C3-AC54-7FEB2648041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5" name="Cube 294">
                <a:extLst>
                  <a:ext uri="{FF2B5EF4-FFF2-40B4-BE49-F238E27FC236}">
                    <a16:creationId xmlns:a16="http://schemas.microsoft.com/office/drawing/2014/main" id="{481B6BC6-C2E5-4C1F-AA8B-25CF51F681B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6" name="Cube 295">
                <a:extLst>
                  <a:ext uri="{FF2B5EF4-FFF2-40B4-BE49-F238E27FC236}">
                    <a16:creationId xmlns:a16="http://schemas.microsoft.com/office/drawing/2014/main" id="{8AAFDDE5-1538-4C5F-A64E-F59B87DB835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7" name="Cube 296">
                <a:extLst>
                  <a:ext uri="{FF2B5EF4-FFF2-40B4-BE49-F238E27FC236}">
                    <a16:creationId xmlns:a16="http://schemas.microsoft.com/office/drawing/2014/main" id="{CFB45276-F949-4EA1-BDEB-D440438996E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98" name="Cube 297">
                <a:extLst>
                  <a:ext uri="{FF2B5EF4-FFF2-40B4-BE49-F238E27FC236}">
                    <a16:creationId xmlns:a16="http://schemas.microsoft.com/office/drawing/2014/main" id="{2511F8FB-854E-4508-A70A-C52E9672AA6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99" name="Group 298">
              <a:extLst>
                <a:ext uri="{FF2B5EF4-FFF2-40B4-BE49-F238E27FC236}">
                  <a16:creationId xmlns:a16="http://schemas.microsoft.com/office/drawing/2014/main" id="{5B027880-CB2E-4C04-A4C1-E6283CD1273A}"/>
                </a:ext>
              </a:extLst>
            </p:cNvPr>
            <p:cNvGrpSpPr/>
            <p:nvPr/>
          </p:nvGrpSpPr>
          <p:grpSpPr>
            <a:xfrm>
              <a:off x="625586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00" name="Cube 299">
                <a:extLst>
                  <a:ext uri="{FF2B5EF4-FFF2-40B4-BE49-F238E27FC236}">
                    <a16:creationId xmlns:a16="http://schemas.microsoft.com/office/drawing/2014/main" id="{7CCC6372-263E-4F3B-9FE8-76E90F47EC5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1" name="Cube 300">
                <a:extLst>
                  <a:ext uri="{FF2B5EF4-FFF2-40B4-BE49-F238E27FC236}">
                    <a16:creationId xmlns:a16="http://schemas.microsoft.com/office/drawing/2014/main" id="{10218D18-701A-4BA3-9117-065CC6C6769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2" name="Cube 301">
                <a:extLst>
                  <a:ext uri="{FF2B5EF4-FFF2-40B4-BE49-F238E27FC236}">
                    <a16:creationId xmlns:a16="http://schemas.microsoft.com/office/drawing/2014/main" id="{E05C20BC-5870-4BB8-AAF2-7025C3ACAEF5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3" name="Cube 302">
                <a:extLst>
                  <a:ext uri="{FF2B5EF4-FFF2-40B4-BE49-F238E27FC236}">
                    <a16:creationId xmlns:a16="http://schemas.microsoft.com/office/drawing/2014/main" id="{B32BF8DC-13EF-4BED-A4FE-27EEC7244E0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4" name="Cube 303">
                <a:extLst>
                  <a:ext uri="{FF2B5EF4-FFF2-40B4-BE49-F238E27FC236}">
                    <a16:creationId xmlns:a16="http://schemas.microsoft.com/office/drawing/2014/main" id="{9F999DA4-0C41-4FCE-9795-FE5F58F9C3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5" name="Cube 304">
                <a:extLst>
                  <a:ext uri="{FF2B5EF4-FFF2-40B4-BE49-F238E27FC236}">
                    <a16:creationId xmlns:a16="http://schemas.microsoft.com/office/drawing/2014/main" id="{2F75E8F2-47C8-49C2-A3BE-686A5683F324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6" name="Cube 305">
                <a:extLst>
                  <a:ext uri="{FF2B5EF4-FFF2-40B4-BE49-F238E27FC236}">
                    <a16:creationId xmlns:a16="http://schemas.microsoft.com/office/drawing/2014/main" id="{BEAB4192-743C-4FFE-90B6-6BAB196912E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6044B55F-B098-42E9-86B8-CB3A56A8A6B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A6571CC6-C84D-4E83-98F5-449B7AEF703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EED215FF-4AC0-4AE7-8331-8F1F054799B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10" name="Group 309">
              <a:extLst>
                <a:ext uri="{FF2B5EF4-FFF2-40B4-BE49-F238E27FC236}">
                  <a16:creationId xmlns:a16="http://schemas.microsoft.com/office/drawing/2014/main" id="{6F2E7B1F-495F-4777-B48F-557E0DFB1A8A}"/>
                </a:ext>
              </a:extLst>
            </p:cNvPr>
            <p:cNvGrpSpPr/>
            <p:nvPr/>
          </p:nvGrpSpPr>
          <p:grpSpPr>
            <a:xfrm>
              <a:off x="666132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18938540-4D97-429C-B28C-E1465772FC1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2" name="Cube 311">
                <a:extLst>
                  <a:ext uri="{FF2B5EF4-FFF2-40B4-BE49-F238E27FC236}">
                    <a16:creationId xmlns:a16="http://schemas.microsoft.com/office/drawing/2014/main" id="{5F256333-23F2-4F81-A0E5-EA465E8942D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3" name="Cube 312">
                <a:extLst>
                  <a:ext uri="{FF2B5EF4-FFF2-40B4-BE49-F238E27FC236}">
                    <a16:creationId xmlns:a16="http://schemas.microsoft.com/office/drawing/2014/main" id="{D56201E2-DB3D-45FE-9F81-1822B38E703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4" name="Cube 313">
                <a:extLst>
                  <a:ext uri="{FF2B5EF4-FFF2-40B4-BE49-F238E27FC236}">
                    <a16:creationId xmlns:a16="http://schemas.microsoft.com/office/drawing/2014/main" id="{1BC30467-8E52-4299-B2D0-A3E9E99A57B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5" name="Cube 314">
                <a:extLst>
                  <a:ext uri="{FF2B5EF4-FFF2-40B4-BE49-F238E27FC236}">
                    <a16:creationId xmlns:a16="http://schemas.microsoft.com/office/drawing/2014/main" id="{0876400E-3A98-48F3-947F-78F6912FA084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6" name="Cube 315">
                <a:extLst>
                  <a:ext uri="{FF2B5EF4-FFF2-40B4-BE49-F238E27FC236}">
                    <a16:creationId xmlns:a16="http://schemas.microsoft.com/office/drawing/2014/main" id="{130F06AB-AD5E-4D5E-B8AF-E7BAC4EA3DF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7" name="Cube 316">
                <a:extLst>
                  <a:ext uri="{FF2B5EF4-FFF2-40B4-BE49-F238E27FC236}">
                    <a16:creationId xmlns:a16="http://schemas.microsoft.com/office/drawing/2014/main" id="{E1042970-5A67-4EE6-B1C8-0541EEC4C6A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8" name="Cube 317">
                <a:extLst>
                  <a:ext uri="{FF2B5EF4-FFF2-40B4-BE49-F238E27FC236}">
                    <a16:creationId xmlns:a16="http://schemas.microsoft.com/office/drawing/2014/main" id="{E3ECD8F2-BDF4-48CD-85ED-17E68154073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9" name="Cube 318">
                <a:extLst>
                  <a:ext uri="{FF2B5EF4-FFF2-40B4-BE49-F238E27FC236}">
                    <a16:creationId xmlns:a16="http://schemas.microsoft.com/office/drawing/2014/main" id="{11D118F2-F94C-44F7-B8D9-01A70E69A4C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0" name="Cube 319">
                <a:extLst>
                  <a:ext uri="{FF2B5EF4-FFF2-40B4-BE49-F238E27FC236}">
                    <a16:creationId xmlns:a16="http://schemas.microsoft.com/office/drawing/2014/main" id="{BCEBD965-45F6-4D27-91EE-B0365555F3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21" name="Group 320">
              <a:extLst>
                <a:ext uri="{FF2B5EF4-FFF2-40B4-BE49-F238E27FC236}">
                  <a16:creationId xmlns:a16="http://schemas.microsoft.com/office/drawing/2014/main" id="{280D832D-B3F5-4916-A829-9D86B217C512}"/>
                </a:ext>
              </a:extLst>
            </p:cNvPr>
            <p:cNvGrpSpPr/>
            <p:nvPr/>
          </p:nvGrpSpPr>
          <p:grpSpPr>
            <a:xfrm>
              <a:off x="706678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22" name="Cube 321">
                <a:extLst>
                  <a:ext uri="{FF2B5EF4-FFF2-40B4-BE49-F238E27FC236}">
                    <a16:creationId xmlns:a16="http://schemas.microsoft.com/office/drawing/2014/main" id="{E0F7F9AA-810D-4A89-91BD-E13C64F2A8F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3" name="Cube 322">
                <a:extLst>
                  <a:ext uri="{FF2B5EF4-FFF2-40B4-BE49-F238E27FC236}">
                    <a16:creationId xmlns:a16="http://schemas.microsoft.com/office/drawing/2014/main" id="{F9D3459A-60DC-4539-8D90-E7ED878916C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4" name="Cube 323">
                <a:extLst>
                  <a:ext uri="{FF2B5EF4-FFF2-40B4-BE49-F238E27FC236}">
                    <a16:creationId xmlns:a16="http://schemas.microsoft.com/office/drawing/2014/main" id="{BB22A96F-53A5-4D12-BE71-BF78C8EFCC5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5" name="Cube 324">
                <a:extLst>
                  <a:ext uri="{FF2B5EF4-FFF2-40B4-BE49-F238E27FC236}">
                    <a16:creationId xmlns:a16="http://schemas.microsoft.com/office/drawing/2014/main" id="{81595E0A-75DE-4628-815D-62511F21583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6" name="Cube 325">
                <a:extLst>
                  <a:ext uri="{FF2B5EF4-FFF2-40B4-BE49-F238E27FC236}">
                    <a16:creationId xmlns:a16="http://schemas.microsoft.com/office/drawing/2014/main" id="{50A8BB38-15EA-4F81-A846-25E04D13A5E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7" name="Cube 326">
                <a:extLst>
                  <a:ext uri="{FF2B5EF4-FFF2-40B4-BE49-F238E27FC236}">
                    <a16:creationId xmlns:a16="http://schemas.microsoft.com/office/drawing/2014/main" id="{AD41DC39-431D-4B1B-8AF5-68A345F328E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8" name="Cube 327">
                <a:extLst>
                  <a:ext uri="{FF2B5EF4-FFF2-40B4-BE49-F238E27FC236}">
                    <a16:creationId xmlns:a16="http://schemas.microsoft.com/office/drawing/2014/main" id="{3DCE460B-511A-4909-84DF-55E6614E184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29" name="Cube 328">
                <a:extLst>
                  <a:ext uri="{FF2B5EF4-FFF2-40B4-BE49-F238E27FC236}">
                    <a16:creationId xmlns:a16="http://schemas.microsoft.com/office/drawing/2014/main" id="{06D763C6-7EAF-43F7-81B0-98FCAFE5EE39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0" name="Cube 329">
                <a:extLst>
                  <a:ext uri="{FF2B5EF4-FFF2-40B4-BE49-F238E27FC236}">
                    <a16:creationId xmlns:a16="http://schemas.microsoft.com/office/drawing/2014/main" id="{F6FEE94D-0805-4100-88C4-31E275FEDF8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1" name="Cube 330">
                <a:extLst>
                  <a:ext uri="{FF2B5EF4-FFF2-40B4-BE49-F238E27FC236}">
                    <a16:creationId xmlns:a16="http://schemas.microsoft.com/office/drawing/2014/main" id="{8319A7FA-2469-421C-A661-211B56AC0C5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32" name="Group 331">
              <a:extLst>
                <a:ext uri="{FF2B5EF4-FFF2-40B4-BE49-F238E27FC236}">
                  <a16:creationId xmlns:a16="http://schemas.microsoft.com/office/drawing/2014/main" id="{857ECBA7-649B-40CD-96A3-B96C39B45C89}"/>
                </a:ext>
              </a:extLst>
            </p:cNvPr>
            <p:cNvGrpSpPr/>
            <p:nvPr/>
          </p:nvGrpSpPr>
          <p:grpSpPr>
            <a:xfrm>
              <a:off x="747224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33" name="Cube 332">
                <a:extLst>
                  <a:ext uri="{FF2B5EF4-FFF2-40B4-BE49-F238E27FC236}">
                    <a16:creationId xmlns:a16="http://schemas.microsoft.com/office/drawing/2014/main" id="{9C996E2D-F5F7-4CB5-B13D-FF4B4B9FCE2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4" name="Cube 333">
                <a:extLst>
                  <a:ext uri="{FF2B5EF4-FFF2-40B4-BE49-F238E27FC236}">
                    <a16:creationId xmlns:a16="http://schemas.microsoft.com/office/drawing/2014/main" id="{C6956DEC-1853-4EB0-839D-0D29F4CA8B1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5" name="Cube 334">
                <a:extLst>
                  <a:ext uri="{FF2B5EF4-FFF2-40B4-BE49-F238E27FC236}">
                    <a16:creationId xmlns:a16="http://schemas.microsoft.com/office/drawing/2014/main" id="{2F0EFB48-CC13-4A8B-B53D-8630C03DB49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6" name="Cube 335">
                <a:extLst>
                  <a:ext uri="{FF2B5EF4-FFF2-40B4-BE49-F238E27FC236}">
                    <a16:creationId xmlns:a16="http://schemas.microsoft.com/office/drawing/2014/main" id="{BCBBD6A6-27FB-4303-AF6A-6118BCD65B8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7" name="Cube 336">
                <a:extLst>
                  <a:ext uri="{FF2B5EF4-FFF2-40B4-BE49-F238E27FC236}">
                    <a16:creationId xmlns:a16="http://schemas.microsoft.com/office/drawing/2014/main" id="{CF161509-0D02-46EC-88CE-3BEE35AB214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8" name="Cube 337">
                <a:extLst>
                  <a:ext uri="{FF2B5EF4-FFF2-40B4-BE49-F238E27FC236}">
                    <a16:creationId xmlns:a16="http://schemas.microsoft.com/office/drawing/2014/main" id="{6215C090-4E60-4D96-A6AD-22E23FCDD00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39" name="Cube 338">
                <a:extLst>
                  <a:ext uri="{FF2B5EF4-FFF2-40B4-BE49-F238E27FC236}">
                    <a16:creationId xmlns:a16="http://schemas.microsoft.com/office/drawing/2014/main" id="{BB78D428-C4BD-4524-82FF-07D374AE066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0" name="Cube 339">
                <a:extLst>
                  <a:ext uri="{FF2B5EF4-FFF2-40B4-BE49-F238E27FC236}">
                    <a16:creationId xmlns:a16="http://schemas.microsoft.com/office/drawing/2014/main" id="{2193CD4B-4D9E-4E38-B1AF-2E945DC6993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1" name="Cube 340">
                <a:extLst>
                  <a:ext uri="{FF2B5EF4-FFF2-40B4-BE49-F238E27FC236}">
                    <a16:creationId xmlns:a16="http://schemas.microsoft.com/office/drawing/2014/main" id="{2E449EB8-353A-40C3-B597-F5A5A3D1456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2" name="Cube 341">
                <a:extLst>
                  <a:ext uri="{FF2B5EF4-FFF2-40B4-BE49-F238E27FC236}">
                    <a16:creationId xmlns:a16="http://schemas.microsoft.com/office/drawing/2014/main" id="{FAEAF43F-A8F3-4AC0-9BFC-6EBD2BF3861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43" name="Group 342">
              <a:extLst>
                <a:ext uri="{FF2B5EF4-FFF2-40B4-BE49-F238E27FC236}">
                  <a16:creationId xmlns:a16="http://schemas.microsoft.com/office/drawing/2014/main" id="{DA4843A6-E9C6-434E-8887-B2A33FD8B1D7}"/>
                </a:ext>
              </a:extLst>
            </p:cNvPr>
            <p:cNvGrpSpPr/>
            <p:nvPr/>
          </p:nvGrpSpPr>
          <p:grpSpPr>
            <a:xfrm>
              <a:off x="78776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44" name="Cube 343">
                <a:extLst>
                  <a:ext uri="{FF2B5EF4-FFF2-40B4-BE49-F238E27FC236}">
                    <a16:creationId xmlns:a16="http://schemas.microsoft.com/office/drawing/2014/main" id="{B29F0649-6A03-49A3-A380-D0499D404DA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5" name="Cube 344">
                <a:extLst>
                  <a:ext uri="{FF2B5EF4-FFF2-40B4-BE49-F238E27FC236}">
                    <a16:creationId xmlns:a16="http://schemas.microsoft.com/office/drawing/2014/main" id="{5EAB1F1A-0459-4AE8-9907-954B0C44FE3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6" name="Cube 345">
                <a:extLst>
                  <a:ext uri="{FF2B5EF4-FFF2-40B4-BE49-F238E27FC236}">
                    <a16:creationId xmlns:a16="http://schemas.microsoft.com/office/drawing/2014/main" id="{58D9BD70-799E-413C-9495-C2C32B6FC71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7" name="Cube 346">
                <a:extLst>
                  <a:ext uri="{FF2B5EF4-FFF2-40B4-BE49-F238E27FC236}">
                    <a16:creationId xmlns:a16="http://schemas.microsoft.com/office/drawing/2014/main" id="{00B02431-BA52-4032-979F-D1FD91BFF39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8" name="Cube 347">
                <a:extLst>
                  <a:ext uri="{FF2B5EF4-FFF2-40B4-BE49-F238E27FC236}">
                    <a16:creationId xmlns:a16="http://schemas.microsoft.com/office/drawing/2014/main" id="{9460365C-D4B9-4261-8725-F35CA2FA6A8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9" name="Cube 348">
                <a:extLst>
                  <a:ext uri="{FF2B5EF4-FFF2-40B4-BE49-F238E27FC236}">
                    <a16:creationId xmlns:a16="http://schemas.microsoft.com/office/drawing/2014/main" id="{50EC16B5-4AA2-414F-BA52-6C5FEFD518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0" name="Cube 349">
                <a:extLst>
                  <a:ext uri="{FF2B5EF4-FFF2-40B4-BE49-F238E27FC236}">
                    <a16:creationId xmlns:a16="http://schemas.microsoft.com/office/drawing/2014/main" id="{92C0A873-599A-4CAD-89B6-4E97A65ACE5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1" name="Cube 350">
                <a:extLst>
                  <a:ext uri="{FF2B5EF4-FFF2-40B4-BE49-F238E27FC236}">
                    <a16:creationId xmlns:a16="http://schemas.microsoft.com/office/drawing/2014/main" id="{F15DBD78-04E7-4A2F-A5F7-C58E4957437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2" name="Cube 351">
                <a:extLst>
                  <a:ext uri="{FF2B5EF4-FFF2-40B4-BE49-F238E27FC236}">
                    <a16:creationId xmlns:a16="http://schemas.microsoft.com/office/drawing/2014/main" id="{D274A0CF-E03F-4C0B-BD0A-7B7E167DEC32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3" name="Cube 352">
                <a:extLst>
                  <a:ext uri="{FF2B5EF4-FFF2-40B4-BE49-F238E27FC236}">
                    <a16:creationId xmlns:a16="http://schemas.microsoft.com/office/drawing/2014/main" id="{C1F93C87-9E05-460F-B30D-7C8F66D30BA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54" name="Group 353">
              <a:extLst>
                <a:ext uri="{FF2B5EF4-FFF2-40B4-BE49-F238E27FC236}">
                  <a16:creationId xmlns:a16="http://schemas.microsoft.com/office/drawing/2014/main" id="{7EEDCE2C-2714-421E-85FA-79C24F747ACD}"/>
                </a:ext>
              </a:extLst>
            </p:cNvPr>
            <p:cNvGrpSpPr/>
            <p:nvPr/>
          </p:nvGrpSpPr>
          <p:grpSpPr>
            <a:xfrm>
              <a:off x="82831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355" name="Cube 354">
                <a:extLst>
                  <a:ext uri="{FF2B5EF4-FFF2-40B4-BE49-F238E27FC236}">
                    <a16:creationId xmlns:a16="http://schemas.microsoft.com/office/drawing/2014/main" id="{8FD145BA-A663-4C95-96B5-50798199168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6" name="Cube 355">
                <a:extLst>
                  <a:ext uri="{FF2B5EF4-FFF2-40B4-BE49-F238E27FC236}">
                    <a16:creationId xmlns:a16="http://schemas.microsoft.com/office/drawing/2014/main" id="{A242ABD0-E303-4E83-AD4C-62293924162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7" name="Cube 356">
                <a:extLst>
                  <a:ext uri="{FF2B5EF4-FFF2-40B4-BE49-F238E27FC236}">
                    <a16:creationId xmlns:a16="http://schemas.microsoft.com/office/drawing/2014/main" id="{31DA3FC0-5AF0-4940-9192-D5A71195B62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8" name="Cube 357">
                <a:extLst>
                  <a:ext uri="{FF2B5EF4-FFF2-40B4-BE49-F238E27FC236}">
                    <a16:creationId xmlns:a16="http://schemas.microsoft.com/office/drawing/2014/main" id="{508E90FF-856E-4DF8-853E-3509AEEC096A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59" name="Cube 358">
                <a:extLst>
                  <a:ext uri="{FF2B5EF4-FFF2-40B4-BE49-F238E27FC236}">
                    <a16:creationId xmlns:a16="http://schemas.microsoft.com/office/drawing/2014/main" id="{47412435-CB4E-495E-8725-3AD1B36B664C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0" name="Cube 359">
                <a:extLst>
                  <a:ext uri="{FF2B5EF4-FFF2-40B4-BE49-F238E27FC236}">
                    <a16:creationId xmlns:a16="http://schemas.microsoft.com/office/drawing/2014/main" id="{D0CB8707-865E-42A0-ADD2-38D75740539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6" name="Cube 385">
                <a:extLst>
                  <a:ext uri="{FF2B5EF4-FFF2-40B4-BE49-F238E27FC236}">
                    <a16:creationId xmlns:a16="http://schemas.microsoft.com/office/drawing/2014/main" id="{1B2145FE-3325-4359-BCC6-50B095EF77C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7" name="Cube 386">
                <a:extLst>
                  <a:ext uri="{FF2B5EF4-FFF2-40B4-BE49-F238E27FC236}">
                    <a16:creationId xmlns:a16="http://schemas.microsoft.com/office/drawing/2014/main" id="{D5A9B7C5-3BAC-4A8A-9D13-C75E50FEC0DF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8" name="Cube 387">
                <a:extLst>
                  <a:ext uri="{FF2B5EF4-FFF2-40B4-BE49-F238E27FC236}">
                    <a16:creationId xmlns:a16="http://schemas.microsoft.com/office/drawing/2014/main" id="{8E734E40-32F0-4659-8140-BAC10C4EEA21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9" name="Cube 388">
                <a:extLst>
                  <a:ext uri="{FF2B5EF4-FFF2-40B4-BE49-F238E27FC236}">
                    <a16:creationId xmlns:a16="http://schemas.microsoft.com/office/drawing/2014/main" id="{B5F9AA55-2777-403C-A3ED-499E1A94DE8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01" name="Group 400">
              <a:extLst>
                <a:ext uri="{FF2B5EF4-FFF2-40B4-BE49-F238E27FC236}">
                  <a16:creationId xmlns:a16="http://schemas.microsoft.com/office/drawing/2014/main" id="{18822A34-D5AE-4D28-AB43-11B875CED816}"/>
                </a:ext>
              </a:extLst>
            </p:cNvPr>
            <p:cNvGrpSpPr/>
            <p:nvPr/>
          </p:nvGrpSpPr>
          <p:grpSpPr>
            <a:xfrm>
              <a:off x="86886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02" name="Cube 401">
                <a:extLst>
                  <a:ext uri="{FF2B5EF4-FFF2-40B4-BE49-F238E27FC236}">
                    <a16:creationId xmlns:a16="http://schemas.microsoft.com/office/drawing/2014/main" id="{0F186199-5CDF-4122-AA2E-FB23E72DB85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3" name="Cube 402">
                <a:extLst>
                  <a:ext uri="{FF2B5EF4-FFF2-40B4-BE49-F238E27FC236}">
                    <a16:creationId xmlns:a16="http://schemas.microsoft.com/office/drawing/2014/main" id="{D6D26B78-9427-474A-A731-CF19292456B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4" name="Cube 403">
                <a:extLst>
                  <a:ext uri="{FF2B5EF4-FFF2-40B4-BE49-F238E27FC236}">
                    <a16:creationId xmlns:a16="http://schemas.microsoft.com/office/drawing/2014/main" id="{89972A5F-DA4D-47E0-891E-315C6826FBC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5" name="Cube 404">
                <a:extLst>
                  <a:ext uri="{FF2B5EF4-FFF2-40B4-BE49-F238E27FC236}">
                    <a16:creationId xmlns:a16="http://schemas.microsoft.com/office/drawing/2014/main" id="{4B1EF38A-81F0-4DC7-B97B-5D32B03F49EB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6" name="Cube 405">
                <a:extLst>
                  <a:ext uri="{FF2B5EF4-FFF2-40B4-BE49-F238E27FC236}">
                    <a16:creationId xmlns:a16="http://schemas.microsoft.com/office/drawing/2014/main" id="{A0356121-9C36-4F4D-8F32-AE65FB4129B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7" name="Cube 406">
                <a:extLst>
                  <a:ext uri="{FF2B5EF4-FFF2-40B4-BE49-F238E27FC236}">
                    <a16:creationId xmlns:a16="http://schemas.microsoft.com/office/drawing/2014/main" id="{ED96613D-796A-4A16-A5E8-F1FD296540F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8" name="Cube 407">
                <a:extLst>
                  <a:ext uri="{FF2B5EF4-FFF2-40B4-BE49-F238E27FC236}">
                    <a16:creationId xmlns:a16="http://schemas.microsoft.com/office/drawing/2014/main" id="{3B88DEBD-2611-460E-B151-2B5FB4E932E6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09" name="Cube 408">
                <a:extLst>
                  <a:ext uri="{FF2B5EF4-FFF2-40B4-BE49-F238E27FC236}">
                    <a16:creationId xmlns:a16="http://schemas.microsoft.com/office/drawing/2014/main" id="{F093A033-E0CC-45F0-93B0-3211E2365DA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0" name="Cube 409">
                <a:extLst>
                  <a:ext uri="{FF2B5EF4-FFF2-40B4-BE49-F238E27FC236}">
                    <a16:creationId xmlns:a16="http://schemas.microsoft.com/office/drawing/2014/main" id="{52B40638-D984-459E-899A-C01213B7B7B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1" name="Cube 410">
                <a:extLst>
                  <a:ext uri="{FF2B5EF4-FFF2-40B4-BE49-F238E27FC236}">
                    <a16:creationId xmlns:a16="http://schemas.microsoft.com/office/drawing/2014/main" id="{C41EF9D3-A839-4119-8C04-3237BB26D3C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12" name="Group 411">
              <a:extLst>
                <a:ext uri="{FF2B5EF4-FFF2-40B4-BE49-F238E27FC236}">
                  <a16:creationId xmlns:a16="http://schemas.microsoft.com/office/drawing/2014/main" id="{22B12BA7-7BC1-4A4F-B154-1B98A7166AE4}"/>
                </a:ext>
              </a:extLst>
            </p:cNvPr>
            <p:cNvGrpSpPr/>
            <p:nvPr/>
          </p:nvGrpSpPr>
          <p:grpSpPr>
            <a:xfrm>
              <a:off x="90940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13" name="Cube 412">
                <a:extLst>
                  <a:ext uri="{FF2B5EF4-FFF2-40B4-BE49-F238E27FC236}">
                    <a16:creationId xmlns:a16="http://schemas.microsoft.com/office/drawing/2014/main" id="{76CEDB86-F52F-45FF-B0DE-F48CA173D44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4" name="Cube 413">
                <a:extLst>
                  <a:ext uri="{FF2B5EF4-FFF2-40B4-BE49-F238E27FC236}">
                    <a16:creationId xmlns:a16="http://schemas.microsoft.com/office/drawing/2014/main" id="{F7D2B9B8-3EEF-4EF0-8AD1-419F7228AB55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5" name="Cube 414">
                <a:extLst>
                  <a:ext uri="{FF2B5EF4-FFF2-40B4-BE49-F238E27FC236}">
                    <a16:creationId xmlns:a16="http://schemas.microsoft.com/office/drawing/2014/main" id="{D9A17906-56AB-4246-AFC2-BFA4AD44B95D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6" name="Cube 415">
                <a:extLst>
                  <a:ext uri="{FF2B5EF4-FFF2-40B4-BE49-F238E27FC236}">
                    <a16:creationId xmlns:a16="http://schemas.microsoft.com/office/drawing/2014/main" id="{993CBA7C-BBA4-4B9E-B763-A0C3A306B48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7" name="Cube 416">
                <a:extLst>
                  <a:ext uri="{FF2B5EF4-FFF2-40B4-BE49-F238E27FC236}">
                    <a16:creationId xmlns:a16="http://schemas.microsoft.com/office/drawing/2014/main" id="{661491DB-504E-491A-BB64-84C776A8A0B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8" name="Cube 417">
                <a:extLst>
                  <a:ext uri="{FF2B5EF4-FFF2-40B4-BE49-F238E27FC236}">
                    <a16:creationId xmlns:a16="http://schemas.microsoft.com/office/drawing/2014/main" id="{5AD3E885-D833-4309-9D51-89AF31D2329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19" name="Cube 418">
                <a:extLst>
                  <a:ext uri="{FF2B5EF4-FFF2-40B4-BE49-F238E27FC236}">
                    <a16:creationId xmlns:a16="http://schemas.microsoft.com/office/drawing/2014/main" id="{0CFDF98B-138C-4552-9DEE-4268150C01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0" name="Cube 419">
                <a:extLst>
                  <a:ext uri="{FF2B5EF4-FFF2-40B4-BE49-F238E27FC236}">
                    <a16:creationId xmlns:a16="http://schemas.microsoft.com/office/drawing/2014/main" id="{FFBBFFEB-A600-4852-866F-36FB5B82947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1" name="Cube 420">
                <a:extLst>
                  <a:ext uri="{FF2B5EF4-FFF2-40B4-BE49-F238E27FC236}">
                    <a16:creationId xmlns:a16="http://schemas.microsoft.com/office/drawing/2014/main" id="{AE396330-4A19-4C1B-B1FD-2FDA4636755C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2" name="Cube 421">
                <a:extLst>
                  <a:ext uri="{FF2B5EF4-FFF2-40B4-BE49-F238E27FC236}">
                    <a16:creationId xmlns:a16="http://schemas.microsoft.com/office/drawing/2014/main" id="{B9ECEEEA-CB31-423D-903D-4E71E3C4638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423" name="Group 422">
              <a:extLst>
                <a:ext uri="{FF2B5EF4-FFF2-40B4-BE49-F238E27FC236}">
                  <a16:creationId xmlns:a16="http://schemas.microsoft.com/office/drawing/2014/main" id="{822F01C6-9178-46F5-A690-88240919C0C3}"/>
                </a:ext>
              </a:extLst>
            </p:cNvPr>
            <p:cNvGrpSpPr/>
            <p:nvPr/>
          </p:nvGrpSpPr>
          <p:grpSpPr>
            <a:xfrm>
              <a:off x="949953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424" name="Cube 423">
                <a:extLst>
                  <a:ext uri="{FF2B5EF4-FFF2-40B4-BE49-F238E27FC236}">
                    <a16:creationId xmlns:a16="http://schemas.microsoft.com/office/drawing/2014/main" id="{1278775E-AD79-4CCC-BF23-93AF569FE34E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5" name="Cube 424">
                <a:extLst>
                  <a:ext uri="{FF2B5EF4-FFF2-40B4-BE49-F238E27FC236}">
                    <a16:creationId xmlns:a16="http://schemas.microsoft.com/office/drawing/2014/main" id="{3C88A569-CA9C-4FD7-8EA8-7E4C4A742A3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6" name="Cube 425">
                <a:extLst>
                  <a:ext uri="{FF2B5EF4-FFF2-40B4-BE49-F238E27FC236}">
                    <a16:creationId xmlns:a16="http://schemas.microsoft.com/office/drawing/2014/main" id="{FBBFCFED-66FB-4A77-9E22-F2B37BAA0BEA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7" name="Cube 426">
                <a:extLst>
                  <a:ext uri="{FF2B5EF4-FFF2-40B4-BE49-F238E27FC236}">
                    <a16:creationId xmlns:a16="http://schemas.microsoft.com/office/drawing/2014/main" id="{A60A634C-A6A2-482F-9F9D-6F504B19F18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8" name="Cube 427">
                <a:extLst>
                  <a:ext uri="{FF2B5EF4-FFF2-40B4-BE49-F238E27FC236}">
                    <a16:creationId xmlns:a16="http://schemas.microsoft.com/office/drawing/2014/main" id="{FA6B7CAB-6E86-4B45-80F0-DDBA13AEA69D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29" name="Cube 428">
                <a:extLst>
                  <a:ext uri="{FF2B5EF4-FFF2-40B4-BE49-F238E27FC236}">
                    <a16:creationId xmlns:a16="http://schemas.microsoft.com/office/drawing/2014/main" id="{6CB0C740-2EBF-4DD2-8EBD-5454F297A0C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0" name="Cube 429">
                <a:extLst>
                  <a:ext uri="{FF2B5EF4-FFF2-40B4-BE49-F238E27FC236}">
                    <a16:creationId xmlns:a16="http://schemas.microsoft.com/office/drawing/2014/main" id="{693BE333-3045-402C-BDE4-50A54319793E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1" name="Cube 430">
                <a:extLst>
                  <a:ext uri="{FF2B5EF4-FFF2-40B4-BE49-F238E27FC236}">
                    <a16:creationId xmlns:a16="http://schemas.microsoft.com/office/drawing/2014/main" id="{BEA23242-B0DC-4346-86AE-8DABAD16DF12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2" name="Cube 431">
                <a:extLst>
                  <a:ext uri="{FF2B5EF4-FFF2-40B4-BE49-F238E27FC236}">
                    <a16:creationId xmlns:a16="http://schemas.microsoft.com/office/drawing/2014/main" id="{1FBF3D74-531E-4F12-95DE-51812249966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433" name="Cube 432">
                <a:extLst>
                  <a:ext uri="{FF2B5EF4-FFF2-40B4-BE49-F238E27FC236}">
                    <a16:creationId xmlns:a16="http://schemas.microsoft.com/office/drawing/2014/main" id="{9A52451C-0E5E-4888-BF7C-89528298F8E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779868F8-A31F-A73D-2DC5-2841EE3B8FE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77341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81842" y="1984981"/>
            <a:ext cx="71423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 эки жүздүк үлүштөр.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7264AF4E-68FD-49DB-A54B-5DE825D3D4D7}"/>
              </a:ext>
            </a:extLst>
          </p:cNvPr>
          <p:cNvGrpSpPr/>
          <p:nvPr/>
        </p:nvGrpSpPr>
        <p:grpSpPr>
          <a:xfrm>
            <a:off x="6604954" y="3801596"/>
            <a:ext cx="1661801" cy="1087126"/>
            <a:chOff x="7271704" y="3801596"/>
            <a:chExt cx="1661801" cy="1087126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3194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8668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7271704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75" name="Cube 374">
              <a:extLst>
                <a:ext uri="{FF2B5EF4-FFF2-40B4-BE49-F238E27FC236}">
                  <a16:creationId xmlns:a16="http://schemas.microsoft.com/office/drawing/2014/main" id="{B27C9EFB-5C6D-4FA1-97ED-2F71B4669975}"/>
                </a:ext>
              </a:extLst>
            </p:cNvPr>
            <p:cNvSpPr/>
            <p:nvPr/>
          </p:nvSpPr>
          <p:spPr>
            <a:xfrm>
              <a:off x="7271704" y="46239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76" name="Cube 375">
              <a:extLst>
                <a:ext uri="{FF2B5EF4-FFF2-40B4-BE49-F238E27FC236}">
                  <a16:creationId xmlns:a16="http://schemas.microsoft.com/office/drawing/2014/main" id="{C70CFA7C-F266-43B4-950C-FA6B1D58ABB5}"/>
                </a:ext>
              </a:extLst>
            </p:cNvPr>
            <p:cNvSpPr/>
            <p:nvPr/>
          </p:nvSpPr>
          <p:spPr>
            <a:xfrm>
              <a:off x="7620954" y="46239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7F7F1B3-4A77-4736-A912-30DE6EB577FA}"/>
              </a:ext>
            </a:extLst>
          </p:cNvPr>
          <p:cNvGrpSpPr/>
          <p:nvPr/>
        </p:nvGrpSpPr>
        <p:grpSpPr>
          <a:xfrm>
            <a:off x="1937586" y="3713980"/>
            <a:ext cx="995169" cy="2042321"/>
            <a:chOff x="470736" y="3713980"/>
            <a:chExt cx="995169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2F8C8F7B-918B-4EE2-AB1D-32676A7F9D28}"/>
                </a:ext>
              </a:extLst>
            </p:cNvPr>
            <p:cNvGrpSpPr/>
            <p:nvPr/>
          </p:nvGrpSpPr>
          <p:grpSpPr>
            <a:xfrm>
              <a:off x="47073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8FD71D8A-332A-4411-81AE-ABE7CC2E41D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0AFFB4B7-6271-42EC-BFB7-BB161B6CD86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CEA9F7E5-FB85-4CEB-B5C5-B8CD0BB74DDB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B2511E75-5810-44A0-88DF-BE6E17D9F22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03A5BA5-8C36-41D6-B2E6-9CB9236BAAF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CBA48D2C-D713-4E3F-9DED-BA9FDD4DC24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7649477E-0258-40A7-BF63-24FB683B2EE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DBF6EDA0-3F8A-436D-90F8-DC1261D6898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39ECE213-C988-4296-8440-3A90DAAC837A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210F6E60-E2C4-4679-8A6F-B576CA5AB7D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66" name="Cube 265">
              <a:extLst>
                <a:ext uri="{FF2B5EF4-FFF2-40B4-BE49-F238E27FC236}">
                  <a16:creationId xmlns:a16="http://schemas.microsoft.com/office/drawing/2014/main" id="{79F5A541-651D-4A3F-ACDE-7689BE9BE280}"/>
                </a:ext>
              </a:extLst>
            </p:cNvPr>
            <p:cNvSpPr/>
            <p:nvPr/>
          </p:nvSpPr>
          <p:spPr>
            <a:xfrm>
              <a:off x="8518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67" name="Cube 266">
              <a:extLst>
                <a:ext uri="{FF2B5EF4-FFF2-40B4-BE49-F238E27FC236}">
                  <a16:creationId xmlns:a16="http://schemas.microsoft.com/office/drawing/2014/main" id="{20E48999-B199-4424-908C-D67F8CFF747D}"/>
                </a:ext>
              </a:extLst>
            </p:cNvPr>
            <p:cNvSpPr/>
            <p:nvPr/>
          </p:nvSpPr>
          <p:spPr>
            <a:xfrm>
              <a:off x="12011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E8233C9-823B-A155-1F6C-1B6E1601FD52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077652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978163" y="1984981"/>
            <a:ext cx="59497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26 жүздүк үлүштөр.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1842F89-A140-4065-A0CD-2B27752443BF}"/>
              </a:ext>
            </a:extLst>
          </p:cNvPr>
          <p:cNvGrpSpPr/>
          <p:nvPr/>
        </p:nvGrpSpPr>
        <p:grpSpPr>
          <a:xfrm>
            <a:off x="1236546" y="3713980"/>
            <a:ext cx="2509644" cy="2042321"/>
            <a:chOff x="1236546" y="3713980"/>
            <a:chExt cx="2509644" cy="2042321"/>
          </a:xfrm>
        </p:grpSpPr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A4A08E95-DF9F-48DF-AB3D-5D35AEE37150}"/>
                </a:ext>
              </a:extLst>
            </p:cNvPr>
            <p:cNvGrpSpPr/>
            <p:nvPr/>
          </p:nvGrpSpPr>
          <p:grpSpPr>
            <a:xfrm>
              <a:off x="123654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3B926F36-CDA7-45B9-A751-D76BEA5A62D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1938EF8F-316E-4D3C-B743-2DE861D2D2CA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9ED26551-9AAE-457B-988C-4F0D6FCC184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717397D2-55E6-4CD9-9C25-FF5F19387831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EC60410F-4DBA-4971-9930-BE06365CBBB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AC953F5-F464-4AAF-AC4D-1D75BC8196B6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BB4A955E-A7E4-4F92-B005-934F58ECA8EA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663964BB-3F69-42CF-99A1-5460BC756511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82135DB2-D36D-4C34-90C8-454E11256184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53FCD521-EFCD-41EA-BC97-2BA540381B6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1320534D-ACB6-4B18-85C7-7FF5102F431F}"/>
                </a:ext>
              </a:extLst>
            </p:cNvPr>
            <p:cNvGrpSpPr/>
            <p:nvPr/>
          </p:nvGrpSpPr>
          <p:grpSpPr>
            <a:xfrm>
              <a:off x="164200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196EF1D1-C2C7-4135-A80B-B4538424710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208C203-1D92-4B43-BB88-E18044A4D88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A0DBE1EA-83D7-4366-AFA7-E638D9D58C67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EE9D7A2C-63A3-4395-9023-24CF4F0E2EB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524BB464-2CA1-47FC-AD5D-A4A702C4AF98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57342599-0BAE-490F-A23F-456FC42FA90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04BBCA15-2011-4277-864A-EF94F5EA360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8F9D9AEA-4A41-45B0-9B7C-09B535E33BB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434F55CB-F24D-4C7C-BE26-8EA2DEF0E88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B75A15D0-6057-440A-9912-D55B08CDA921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54634055-C6E3-447C-A8D1-C1749BD52686}"/>
                </a:ext>
              </a:extLst>
            </p:cNvPr>
            <p:cNvGrpSpPr/>
            <p:nvPr/>
          </p:nvGrpSpPr>
          <p:grpSpPr>
            <a:xfrm>
              <a:off x="2084389" y="3801596"/>
              <a:ext cx="1661801" cy="264801"/>
              <a:chOff x="7811454" y="3719046"/>
              <a:chExt cx="1661801" cy="264801"/>
            </a:xfrm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37700DF6-EB28-4EA0-B531-A120F62A9E3D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C4D4DB17-3A26-496D-8682-218187C74D2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03C04FD1-FCBD-4180-94E1-7502E658A2CB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3E3E010A-0B12-4EDA-B539-B687CC83F2D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65A7D2B8-284D-4F68-BDA7-F2F00DD2A388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84" name="Cube 283">
              <a:extLst>
                <a:ext uri="{FF2B5EF4-FFF2-40B4-BE49-F238E27FC236}">
                  <a16:creationId xmlns:a16="http://schemas.microsoft.com/office/drawing/2014/main" id="{5456B4F3-9CB9-4D49-BDDE-4BEADD36E8CB}"/>
                </a:ext>
              </a:extLst>
            </p:cNvPr>
            <p:cNvSpPr/>
            <p:nvPr/>
          </p:nvSpPr>
          <p:spPr>
            <a:xfrm>
              <a:off x="2084389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341E587E-D029-4F3A-9B36-7FC2815C0012}"/>
              </a:ext>
            </a:extLst>
          </p:cNvPr>
          <p:cNvGrpSpPr/>
          <p:nvPr/>
        </p:nvGrpSpPr>
        <p:grpSpPr>
          <a:xfrm>
            <a:off x="6532564" y="3801596"/>
            <a:ext cx="1661801" cy="2280926"/>
            <a:chOff x="7271704" y="3801596"/>
            <a:chExt cx="1661801" cy="2280926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7271704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BEA1B69-FB0D-418C-B1B8-64218B5CAFF5}"/>
                </a:ext>
              </a:extLst>
            </p:cNvPr>
            <p:cNvGrpSpPr/>
            <p:nvPr/>
          </p:nvGrpSpPr>
          <p:grpSpPr>
            <a:xfrm>
              <a:off x="7271704" y="5035083"/>
              <a:ext cx="1661801" cy="264801"/>
              <a:chOff x="7811454" y="3719046"/>
              <a:chExt cx="1661801" cy="264801"/>
            </a:xfrm>
          </p:grpSpPr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9AE5B2D2-034E-445C-BB5C-406BC7AEC4C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FA5D4E8B-AC12-46AA-A285-9CD717E40C1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EBD85191-2DF4-4F9D-A824-37A45C253264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266429AE-08A0-4E83-82E8-0EA8E57BA522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409C9B5A-C257-4CCF-9F2A-5AF21D7116B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F869156-AF80-41C0-A673-FB372716520A}"/>
                </a:ext>
              </a:extLst>
            </p:cNvPr>
            <p:cNvGrpSpPr/>
            <p:nvPr/>
          </p:nvGrpSpPr>
          <p:grpSpPr>
            <a:xfrm>
              <a:off x="7271704" y="4623921"/>
              <a:ext cx="1661801" cy="264801"/>
              <a:chOff x="7811454" y="3719046"/>
              <a:chExt cx="1661801" cy="264801"/>
            </a:xfrm>
          </p:grpSpPr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B27C9EFB-5C6D-4FA1-97ED-2F71B4669975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C70CFA7C-F266-43B4-950C-FA6B1D58ABB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A4E09234-E196-44D9-A775-D65BCAE894E3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2DA064D6-58C1-456D-B7A6-973D56F1BB21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8D9E76CC-5276-4773-A24A-09E82033460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81" name="Cube 380">
              <a:extLst>
                <a:ext uri="{FF2B5EF4-FFF2-40B4-BE49-F238E27FC236}">
                  <a16:creationId xmlns:a16="http://schemas.microsoft.com/office/drawing/2014/main" id="{2C19DD1D-D1DC-4324-B579-44170765E2B6}"/>
                </a:ext>
              </a:extLst>
            </p:cNvPr>
            <p:cNvSpPr/>
            <p:nvPr/>
          </p:nvSpPr>
          <p:spPr>
            <a:xfrm>
              <a:off x="72717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2" name="Cube 381">
              <a:extLst>
                <a:ext uri="{FF2B5EF4-FFF2-40B4-BE49-F238E27FC236}">
                  <a16:creationId xmlns:a16="http://schemas.microsoft.com/office/drawing/2014/main" id="{7A60CA00-D1FF-442E-B3AF-4991F34D9D81}"/>
                </a:ext>
              </a:extLst>
            </p:cNvPr>
            <p:cNvSpPr/>
            <p:nvPr/>
          </p:nvSpPr>
          <p:spPr>
            <a:xfrm>
              <a:off x="762095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3" name="Cube 382">
              <a:extLst>
                <a:ext uri="{FF2B5EF4-FFF2-40B4-BE49-F238E27FC236}">
                  <a16:creationId xmlns:a16="http://schemas.microsoft.com/office/drawing/2014/main" id="{96A744F2-8D41-4354-B37B-AD91672E098C}"/>
                </a:ext>
              </a:extLst>
            </p:cNvPr>
            <p:cNvSpPr/>
            <p:nvPr/>
          </p:nvSpPr>
          <p:spPr>
            <a:xfrm>
              <a:off x="79702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4" name="Cube 383">
              <a:extLst>
                <a:ext uri="{FF2B5EF4-FFF2-40B4-BE49-F238E27FC236}">
                  <a16:creationId xmlns:a16="http://schemas.microsoft.com/office/drawing/2014/main" id="{08C3A34D-D3F7-4140-9B38-9977E237752B}"/>
                </a:ext>
              </a:extLst>
            </p:cNvPr>
            <p:cNvSpPr/>
            <p:nvPr/>
          </p:nvSpPr>
          <p:spPr>
            <a:xfrm>
              <a:off x="831945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85" name="Cube 384">
              <a:extLst>
                <a:ext uri="{FF2B5EF4-FFF2-40B4-BE49-F238E27FC236}">
                  <a16:creationId xmlns:a16="http://schemas.microsoft.com/office/drawing/2014/main" id="{51AEE31A-9F0C-4368-A341-5D127C35F746}"/>
                </a:ext>
              </a:extLst>
            </p:cNvPr>
            <p:cNvSpPr/>
            <p:nvPr/>
          </p:nvSpPr>
          <p:spPr>
            <a:xfrm>
              <a:off x="8668704" y="54462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89" name="Cube 288">
              <a:extLst>
                <a:ext uri="{FF2B5EF4-FFF2-40B4-BE49-F238E27FC236}">
                  <a16:creationId xmlns:a16="http://schemas.microsoft.com/office/drawing/2014/main" id="{31F188BB-E397-4962-A2E9-0949BBE45914}"/>
                </a:ext>
              </a:extLst>
            </p:cNvPr>
            <p:cNvSpPr/>
            <p:nvPr/>
          </p:nvSpPr>
          <p:spPr>
            <a:xfrm>
              <a:off x="7970204" y="581772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4B2CD79-63C5-9966-113A-92FA09BC0A1F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1543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31905" y="1984981"/>
            <a:ext cx="76422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отуз эки жүздүк үлүштөр.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8F2A05ED-DEB2-4F01-A0A6-DBFCF6D18E76}"/>
              </a:ext>
            </a:extLst>
          </p:cNvPr>
          <p:cNvGrpSpPr/>
          <p:nvPr/>
        </p:nvGrpSpPr>
        <p:grpSpPr>
          <a:xfrm>
            <a:off x="1653395" y="3713980"/>
            <a:ext cx="6681594" cy="2819392"/>
            <a:chOff x="1653395" y="3713980"/>
            <a:chExt cx="6681594" cy="2819392"/>
          </a:xfrm>
        </p:grpSpPr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6673188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2" name="Group 361">
              <a:extLst>
                <a:ext uri="{FF2B5EF4-FFF2-40B4-BE49-F238E27FC236}">
                  <a16:creationId xmlns:a16="http://schemas.microsoft.com/office/drawing/2014/main" id="{E6BB9A00-47FD-4ABF-8F50-66C1F34F165C}"/>
                </a:ext>
              </a:extLst>
            </p:cNvPr>
            <p:cNvGrpSpPr/>
            <p:nvPr/>
          </p:nvGrpSpPr>
          <p:grpSpPr>
            <a:xfrm>
              <a:off x="6673188" y="4212759"/>
              <a:ext cx="1661801" cy="264801"/>
              <a:chOff x="7811454" y="3719046"/>
              <a:chExt cx="1661801" cy="264801"/>
            </a:xfrm>
          </p:grpSpPr>
          <p:sp>
            <p:nvSpPr>
              <p:cNvPr id="363" name="Cube 362">
                <a:extLst>
                  <a:ext uri="{FF2B5EF4-FFF2-40B4-BE49-F238E27FC236}">
                    <a16:creationId xmlns:a16="http://schemas.microsoft.com/office/drawing/2014/main" id="{D138A142-6A62-4D34-9FA2-830E2F8EB6F0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4" name="Cube 363">
                <a:extLst>
                  <a:ext uri="{FF2B5EF4-FFF2-40B4-BE49-F238E27FC236}">
                    <a16:creationId xmlns:a16="http://schemas.microsoft.com/office/drawing/2014/main" id="{F58BB3FA-BE20-4D68-8E08-9BC3F031F8F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5" name="Cube 364">
                <a:extLst>
                  <a:ext uri="{FF2B5EF4-FFF2-40B4-BE49-F238E27FC236}">
                    <a16:creationId xmlns:a16="http://schemas.microsoft.com/office/drawing/2014/main" id="{DD5468DA-43B9-484F-A19B-E214B799BAA9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6" name="Cube 365">
                <a:extLst>
                  <a:ext uri="{FF2B5EF4-FFF2-40B4-BE49-F238E27FC236}">
                    <a16:creationId xmlns:a16="http://schemas.microsoft.com/office/drawing/2014/main" id="{8D9E5846-8620-41D4-AF7C-DD998096081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67" name="Cube 366">
                <a:extLst>
                  <a:ext uri="{FF2B5EF4-FFF2-40B4-BE49-F238E27FC236}">
                    <a16:creationId xmlns:a16="http://schemas.microsoft.com/office/drawing/2014/main" id="{2A1D30B5-0951-4053-95BE-E54E5118F3E0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8" name="Group 367">
              <a:extLst>
                <a:ext uri="{FF2B5EF4-FFF2-40B4-BE49-F238E27FC236}">
                  <a16:creationId xmlns:a16="http://schemas.microsoft.com/office/drawing/2014/main" id="{3BEA1B69-FB0D-418C-B1B8-64218B5CAFF5}"/>
                </a:ext>
              </a:extLst>
            </p:cNvPr>
            <p:cNvGrpSpPr/>
            <p:nvPr/>
          </p:nvGrpSpPr>
          <p:grpSpPr>
            <a:xfrm>
              <a:off x="6673188" y="5035083"/>
              <a:ext cx="1661801" cy="264801"/>
              <a:chOff x="7811454" y="3719046"/>
              <a:chExt cx="1661801" cy="264801"/>
            </a:xfrm>
          </p:grpSpPr>
          <p:sp>
            <p:nvSpPr>
              <p:cNvPr id="369" name="Cube 368">
                <a:extLst>
                  <a:ext uri="{FF2B5EF4-FFF2-40B4-BE49-F238E27FC236}">
                    <a16:creationId xmlns:a16="http://schemas.microsoft.com/office/drawing/2014/main" id="{9AE5B2D2-034E-445C-BB5C-406BC7AEC4C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0" name="Cube 369">
                <a:extLst>
                  <a:ext uri="{FF2B5EF4-FFF2-40B4-BE49-F238E27FC236}">
                    <a16:creationId xmlns:a16="http://schemas.microsoft.com/office/drawing/2014/main" id="{FA5D4E8B-AC12-46AA-A285-9CD717E40C1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1" name="Cube 370">
                <a:extLst>
                  <a:ext uri="{FF2B5EF4-FFF2-40B4-BE49-F238E27FC236}">
                    <a16:creationId xmlns:a16="http://schemas.microsoft.com/office/drawing/2014/main" id="{EBD85191-2DF4-4F9D-A824-37A45C253264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2" name="Cube 371">
                <a:extLst>
                  <a:ext uri="{FF2B5EF4-FFF2-40B4-BE49-F238E27FC236}">
                    <a16:creationId xmlns:a16="http://schemas.microsoft.com/office/drawing/2014/main" id="{266429AE-08A0-4E83-82E8-0EA8E57BA522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3" name="Cube 372">
                <a:extLst>
                  <a:ext uri="{FF2B5EF4-FFF2-40B4-BE49-F238E27FC236}">
                    <a16:creationId xmlns:a16="http://schemas.microsoft.com/office/drawing/2014/main" id="{409C9B5A-C257-4CCF-9F2A-5AF21D7116B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F869156-AF80-41C0-A673-FB372716520A}"/>
                </a:ext>
              </a:extLst>
            </p:cNvPr>
            <p:cNvGrpSpPr/>
            <p:nvPr/>
          </p:nvGrpSpPr>
          <p:grpSpPr>
            <a:xfrm>
              <a:off x="6673188" y="4623921"/>
              <a:ext cx="1661801" cy="264801"/>
              <a:chOff x="7811454" y="3719046"/>
              <a:chExt cx="1661801" cy="264801"/>
            </a:xfrm>
          </p:grpSpPr>
          <p:sp>
            <p:nvSpPr>
              <p:cNvPr id="375" name="Cube 374">
                <a:extLst>
                  <a:ext uri="{FF2B5EF4-FFF2-40B4-BE49-F238E27FC236}">
                    <a16:creationId xmlns:a16="http://schemas.microsoft.com/office/drawing/2014/main" id="{B27C9EFB-5C6D-4FA1-97ED-2F71B4669975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6" name="Cube 375">
                <a:extLst>
                  <a:ext uri="{FF2B5EF4-FFF2-40B4-BE49-F238E27FC236}">
                    <a16:creationId xmlns:a16="http://schemas.microsoft.com/office/drawing/2014/main" id="{C70CFA7C-F266-43B4-950C-FA6B1D58ABB5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7" name="Cube 376">
                <a:extLst>
                  <a:ext uri="{FF2B5EF4-FFF2-40B4-BE49-F238E27FC236}">
                    <a16:creationId xmlns:a16="http://schemas.microsoft.com/office/drawing/2014/main" id="{A4E09234-E196-44D9-A775-D65BCAE894E3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8" name="Cube 377">
                <a:extLst>
                  <a:ext uri="{FF2B5EF4-FFF2-40B4-BE49-F238E27FC236}">
                    <a16:creationId xmlns:a16="http://schemas.microsoft.com/office/drawing/2014/main" id="{2DA064D6-58C1-456D-B7A6-973D56F1BB21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9" name="Cube 378">
                <a:extLst>
                  <a:ext uri="{FF2B5EF4-FFF2-40B4-BE49-F238E27FC236}">
                    <a16:creationId xmlns:a16="http://schemas.microsoft.com/office/drawing/2014/main" id="{8D9E76CC-5276-4773-A24A-09E82033460E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80" name="Group 379">
              <a:extLst>
                <a:ext uri="{FF2B5EF4-FFF2-40B4-BE49-F238E27FC236}">
                  <a16:creationId xmlns:a16="http://schemas.microsoft.com/office/drawing/2014/main" id="{BBF0A41D-0907-4B38-A916-AED88CE2D9BC}"/>
                </a:ext>
              </a:extLst>
            </p:cNvPr>
            <p:cNvGrpSpPr/>
            <p:nvPr/>
          </p:nvGrpSpPr>
          <p:grpSpPr>
            <a:xfrm>
              <a:off x="6673188" y="5446246"/>
              <a:ext cx="1661801" cy="264801"/>
              <a:chOff x="7811454" y="3719046"/>
              <a:chExt cx="1661801" cy="264801"/>
            </a:xfrm>
          </p:grpSpPr>
          <p:sp>
            <p:nvSpPr>
              <p:cNvPr id="381" name="Cube 380">
                <a:extLst>
                  <a:ext uri="{FF2B5EF4-FFF2-40B4-BE49-F238E27FC236}">
                    <a16:creationId xmlns:a16="http://schemas.microsoft.com/office/drawing/2014/main" id="{2C19DD1D-D1DC-4324-B579-44170765E2B6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2" name="Cube 381">
                <a:extLst>
                  <a:ext uri="{FF2B5EF4-FFF2-40B4-BE49-F238E27FC236}">
                    <a16:creationId xmlns:a16="http://schemas.microsoft.com/office/drawing/2014/main" id="{7A60CA00-D1FF-442E-B3AF-4991F34D9D81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3" name="Cube 382">
                <a:extLst>
                  <a:ext uri="{FF2B5EF4-FFF2-40B4-BE49-F238E27FC236}">
                    <a16:creationId xmlns:a16="http://schemas.microsoft.com/office/drawing/2014/main" id="{96A744F2-8D41-4354-B37B-AD91672E098C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4" name="Cube 383">
                <a:extLst>
                  <a:ext uri="{FF2B5EF4-FFF2-40B4-BE49-F238E27FC236}">
                    <a16:creationId xmlns:a16="http://schemas.microsoft.com/office/drawing/2014/main" id="{08C3A34D-D3F7-4140-9B38-9977E237752B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85" name="Cube 384">
                <a:extLst>
                  <a:ext uri="{FF2B5EF4-FFF2-40B4-BE49-F238E27FC236}">
                    <a16:creationId xmlns:a16="http://schemas.microsoft.com/office/drawing/2014/main" id="{51AEE31A-9F0C-4368-A341-5D127C35F746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17A373C1-36CD-4F2F-81A4-375419BC0E90}"/>
                </a:ext>
              </a:extLst>
            </p:cNvPr>
            <p:cNvGrpSpPr/>
            <p:nvPr/>
          </p:nvGrpSpPr>
          <p:grpSpPr>
            <a:xfrm>
              <a:off x="165339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6" name="Cube 255">
                <a:extLst>
                  <a:ext uri="{FF2B5EF4-FFF2-40B4-BE49-F238E27FC236}">
                    <a16:creationId xmlns:a16="http://schemas.microsoft.com/office/drawing/2014/main" id="{18873702-C43D-44F0-942F-9CA768A369FF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7EDB0F19-6495-4AC7-B327-DC2683F2852C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D05E3ACE-F7A3-4606-8F16-DA5CA4253929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53CB0A01-C765-4EE2-86B9-859EF43178BE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20431A0E-D37C-4BA9-9FED-4EC052BFB146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AAC2B0C9-730D-47D6-9FAF-52E52728267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3851E1F3-5C93-4C81-B56B-21B15F2AE6E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89FD29F9-C28D-415C-A968-A7A474B708A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6872B952-B87D-47A2-AF79-DD47B4D43B3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1CDBF1F1-D3EE-4B35-A278-8EB9B0CBB190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6" name="Group 265">
              <a:extLst>
                <a:ext uri="{FF2B5EF4-FFF2-40B4-BE49-F238E27FC236}">
                  <a16:creationId xmlns:a16="http://schemas.microsoft.com/office/drawing/2014/main" id="{4C9FB73D-135A-4FB7-92A9-2463DC82F44E}"/>
                </a:ext>
              </a:extLst>
            </p:cNvPr>
            <p:cNvGrpSpPr/>
            <p:nvPr/>
          </p:nvGrpSpPr>
          <p:grpSpPr>
            <a:xfrm>
              <a:off x="205885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C8EB62BD-250D-4F9F-A8C2-2B2EC685BB8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4442532B-77A3-459E-87C1-A0A54CE74E5D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173D457E-9110-4756-B38B-8FFE982962E3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E7061364-B308-446F-90C3-421E27F2CFA4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FCFA1241-CCC7-46F3-ADC5-D59F147310C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C257F1FF-54C2-460A-BBF7-73E950883799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DD72D8C8-980A-47F0-9157-E05719A2EE2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3020535F-83CC-47EE-A264-81713337085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BC4103F7-545A-4E4E-85E8-A25697031C5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BD4236BF-1B4A-426B-AC0A-170E86B6120C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4852088-BA45-4D5D-8AAD-CBE3B47F6809}"/>
                </a:ext>
              </a:extLst>
            </p:cNvPr>
            <p:cNvGrpSpPr/>
            <p:nvPr/>
          </p:nvGrpSpPr>
          <p:grpSpPr>
            <a:xfrm>
              <a:off x="246431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6558B8A9-9C23-41FD-91C1-CDB77526F7D3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49E6D9E6-53F3-4D39-B3FF-A8A3209F586E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AA04B139-E95F-4C0B-86E3-CFE092730F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1" name="Cube 280">
                <a:extLst>
                  <a:ext uri="{FF2B5EF4-FFF2-40B4-BE49-F238E27FC236}">
                    <a16:creationId xmlns:a16="http://schemas.microsoft.com/office/drawing/2014/main" id="{D0630BC8-C963-4767-9C9E-239EF6B3CC9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2" name="Cube 281">
                <a:extLst>
                  <a:ext uri="{FF2B5EF4-FFF2-40B4-BE49-F238E27FC236}">
                    <a16:creationId xmlns:a16="http://schemas.microsoft.com/office/drawing/2014/main" id="{8BB0B652-653C-478B-8B5D-7054BF1F96C7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3" name="Cube 282">
                <a:extLst>
                  <a:ext uri="{FF2B5EF4-FFF2-40B4-BE49-F238E27FC236}">
                    <a16:creationId xmlns:a16="http://schemas.microsoft.com/office/drawing/2014/main" id="{039812B4-D9FC-44BA-BA1A-DE6E7B1C7B8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4" name="Cube 283">
                <a:extLst>
                  <a:ext uri="{FF2B5EF4-FFF2-40B4-BE49-F238E27FC236}">
                    <a16:creationId xmlns:a16="http://schemas.microsoft.com/office/drawing/2014/main" id="{950BC4F0-D5BA-46CE-AF6D-6A6054320418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5" name="Cube 284">
                <a:extLst>
                  <a:ext uri="{FF2B5EF4-FFF2-40B4-BE49-F238E27FC236}">
                    <a16:creationId xmlns:a16="http://schemas.microsoft.com/office/drawing/2014/main" id="{C94BF6EC-F7F0-4A47-AF21-79FD3715786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6" name="Cube 285">
                <a:extLst>
                  <a:ext uri="{FF2B5EF4-FFF2-40B4-BE49-F238E27FC236}">
                    <a16:creationId xmlns:a16="http://schemas.microsoft.com/office/drawing/2014/main" id="{D40DD624-3557-4A82-AF31-BF200366176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7" name="Cube 286">
                <a:extLst>
                  <a:ext uri="{FF2B5EF4-FFF2-40B4-BE49-F238E27FC236}">
                    <a16:creationId xmlns:a16="http://schemas.microsoft.com/office/drawing/2014/main" id="{279569FB-6BEC-4AF4-8F81-C2243C7C0127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89" name="Cube 288">
              <a:extLst>
                <a:ext uri="{FF2B5EF4-FFF2-40B4-BE49-F238E27FC236}">
                  <a16:creationId xmlns:a16="http://schemas.microsoft.com/office/drawing/2014/main" id="{922115A4-0B7A-4B71-8D3B-4D5EEEEDDB16}"/>
                </a:ext>
              </a:extLst>
            </p:cNvPr>
            <p:cNvSpPr/>
            <p:nvPr/>
          </p:nvSpPr>
          <p:spPr>
            <a:xfrm>
              <a:off x="2870808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90" name="Cube 289">
              <a:extLst>
                <a:ext uri="{FF2B5EF4-FFF2-40B4-BE49-F238E27FC236}">
                  <a16:creationId xmlns:a16="http://schemas.microsoft.com/office/drawing/2014/main" id="{C658E1E8-98F3-438D-9E66-CA94667F2E9D}"/>
                </a:ext>
              </a:extLst>
            </p:cNvPr>
            <p:cNvSpPr/>
            <p:nvPr/>
          </p:nvSpPr>
          <p:spPr>
            <a:xfrm>
              <a:off x="3220058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grpSp>
          <p:nvGrpSpPr>
            <p:cNvPr id="306" name="Group 305">
              <a:extLst>
                <a:ext uri="{FF2B5EF4-FFF2-40B4-BE49-F238E27FC236}">
                  <a16:creationId xmlns:a16="http://schemas.microsoft.com/office/drawing/2014/main" id="{EEFCCE84-7144-4DDE-B2E4-53BDAA7154E6}"/>
                </a:ext>
              </a:extLst>
            </p:cNvPr>
            <p:cNvGrpSpPr/>
            <p:nvPr/>
          </p:nvGrpSpPr>
          <p:grpSpPr>
            <a:xfrm>
              <a:off x="6673188" y="5857408"/>
              <a:ext cx="1661801" cy="264801"/>
              <a:chOff x="7811454" y="3719046"/>
              <a:chExt cx="1661801" cy="264801"/>
            </a:xfrm>
          </p:grpSpPr>
          <p:sp>
            <p:nvSpPr>
              <p:cNvPr id="307" name="Cube 306">
                <a:extLst>
                  <a:ext uri="{FF2B5EF4-FFF2-40B4-BE49-F238E27FC236}">
                    <a16:creationId xmlns:a16="http://schemas.microsoft.com/office/drawing/2014/main" id="{70466F7B-35DA-4FED-A8FE-C0EBF6F0FD6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8" name="Cube 307">
                <a:extLst>
                  <a:ext uri="{FF2B5EF4-FFF2-40B4-BE49-F238E27FC236}">
                    <a16:creationId xmlns:a16="http://schemas.microsoft.com/office/drawing/2014/main" id="{B29A8D3C-4E24-4BCF-A151-EE4D210A14DB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09" name="Cube 308">
                <a:extLst>
                  <a:ext uri="{FF2B5EF4-FFF2-40B4-BE49-F238E27FC236}">
                    <a16:creationId xmlns:a16="http://schemas.microsoft.com/office/drawing/2014/main" id="{FCC9E7C7-8560-447E-BFC5-0DAB41ADF352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0" name="Cube 309">
                <a:extLst>
                  <a:ext uri="{FF2B5EF4-FFF2-40B4-BE49-F238E27FC236}">
                    <a16:creationId xmlns:a16="http://schemas.microsoft.com/office/drawing/2014/main" id="{7B6C5C78-0A59-4274-AEBA-2DFDE977F509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1" name="Cube 310">
                <a:extLst>
                  <a:ext uri="{FF2B5EF4-FFF2-40B4-BE49-F238E27FC236}">
                    <a16:creationId xmlns:a16="http://schemas.microsoft.com/office/drawing/2014/main" id="{EB102227-8A30-43CE-AF7F-79924E19CD63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19" name="Cube 318">
              <a:extLst>
                <a:ext uri="{FF2B5EF4-FFF2-40B4-BE49-F238E27FC236}">
                  <a16:creationId xmlns:a16="http://schemas.microsoft.com/office/drawing/2014/main" id="{A9281C46-8E5E-4F61-942D-99B5B473782F}"/>
                </a:ext>
              </a:extLst>
            </p:cNvPr>
            <p:cNvSpPr/>
            <p:nvPr/>
          </p:nvSpPr>
          <p:spPr>
            <a:xfrm>
              <a:off x="6673188" y="626857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20" name="Cube 319">
              <a:extLst>
                <a:ext uri="{FF2B5EF4-FFF2-40B4-BE49-F238E27FC236}">
                  <a16:creationId xmlns:a16="http://schemas.microsoft.com/office/drawing/2014/main" id="{613D361E-797C-4894-8FB7-E40556F9367D}"/>
                </a:ext>
              </a:extLst>
            </p:cNvPr>
            <p:cNvSpPr/>
            <p:nvPr/>
          </p:nvSpPr>
          <p:spPr>
            <a:xfrm>
              <a:off x="7022438" y="6268571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1E8007B-D9CF-EF11-216B-C13871C2BD9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7132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99565" y="1984981"/>
            <a:ext cx="53069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105 </a:t>
            </a:r>
            <a:r>
              <a:rPr lang="ky-KG" sz="5400" dirty="0"/>
              <a:t>жүздүк үлүш</a:t>
            </a:r>
            <a:r>
              <a:rPr lang="en-GB" sz="5400" dirty="0"/>
              <a:t>.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E8E958CB-C5A7-4D72-A178-9FE405455785}"/>
              </a:ext>
            </a:extLst>
          </p:cNvPr>
          <p:cNvGrpSpPr/>
          <p:nvPr/>
        </p:nvGrpSpPr>
        <p:grpSpPr>
          <a:xfrm>
            <a:off x="2991744" y="3713980"/>
            <a:ext cx="3939138" cy="2042321"/>
            <a:chOff x="804753" y="3713980"/>
            <a:chExt cx="3939138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3082090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024D746A-3B57-6268-FF0D-9119EDDC80E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41313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46649" y="1984981"/>
            <a:ext cx="74127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ондук үлүштүн жарымы.</a:t>
            </a:r>
            <a:endParaRPr lang="en-GB" sz="5400" dirty="0"/>
          </a:p>
        </p:txBody>
      </p:sp>
      <p:grpSp>
        <p:nvGrpSpPr>
          <p:cNvPr id="361" name="Group 360">
            <a:extLst>
              <a:ext uri="{FF2B5EF4-FFF2-40B4-BE49-F238E27FC236}">
                <a16:creationId xmlns:a16="http://schemas.microsoft.com/office/drawing/2014/main" id="{1B32371E-F87E-417F-972B-58819B5B7977}"/>
              </a:ext>
            </a:extLst>
          </p:cNvPr>
          <p:cNvGrpSpPr/>
          <p:nvPr/>
        </p:nvGrpSpPr>
        <p:grpSpPr>
          <a:xfrm>
            <a:off x="4130412" y="3801596"/>
            <a:ext cx="1661801" cy="264801"/>
            <a:chOff x="7811454" y="3719046"/>
            <a:chExt cx="16618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811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81607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85099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8" name="Cube 227">
              <a:extLst>
                <a:ext uri="{FF2B5EF4-FFF2-40B4-BE49-F238E27FC236}">
                  <a16:creationId xmlns:a16="http://schemas.microsoft.com/office/drawing/2014/main" id="{2C40D1BD-49BC-45A1-ACBC-1E208366EB56}"/>
                </a:ext>
              </a:extLst>
            </p:cNvPr>
            <p:cNvSpPr/>
            <p:nvPr/>
          </p:nvSpPr>
          <p:spPr>
            <a:xfrm>
              <a:off x="885920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37" name="Cube 236">
              <a:extLst>
                <a:ext uri="{FF2B5EF4-FFF2-40B4-BE49-F238E27FC236}">
                  <a16:creationId xmlns:a16="http://schemas.microsoft.com/office/drawing/2014/main" id="{A40196AB-92D1-465D-8472-2DE238D30612}"/>
                </a:ext>
              </a:extLst>
            </p:cNvPr>
            <p:cNvSpPr/>
            <p:nvPr/>
          </p:nvSpPr>
          <p:spPr>
            <a:xfrm>
              <a:off x="9208454" y="371904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C205680F-BB18-8284-4C71-377D78E79B46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32388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73522" y="1496703"/>
            <a:ext cx="700525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3 </a:t>
            </a:r>
            <a:r>
              <a:rPr lang="ky-KG" sz="5400" dirty="0"/>
              <a:t>ондук үлүш кошулган</a:t>
            </a:r>
          </a:p>
          <a:p>
            <a:pPr algn="ctr"/>
            <a:r>
              <a:rPr lang="en-GB" sz="5400" dirty="0"/>
              <a:t> 11 </a:t>
            </a:r>
            <a:r>
              <a:rPr lang="ky-KG" sz="5400" dirty="0"/>
              <a:t>жүздүк үлүш </a:t>
            </a:r>
            <a:r>
              <a:rPr lang="en-GB" sz="5400" dirty="0"/>
              <a:t>.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D20BBA35-92BE-4FB7-A96E-2C8D0C2C8D8D}"/>
              </a:ext>
            </a:extLst>
          </p:cNvPr>
          <p:cNvGrpSpPr/>
          <p:nvPr/>
        </p:nvGrpSpPr>
        <p:grpSpPr>
          <a:xfrm>
            <a:off x="3965230" y="3713980"/>
            <a:ext cx="1975540" cy="2042321"/>
            <a:chOff x="4131176" y="3713980"/>
            <a:chExt cx="1975540" cy="2042321"/>
          </a:xfrm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413117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453663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494209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53475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5841915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82A08C6-CD14-1852-315D-3C374B893080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3398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54427" y="1984981"/>
            <a:ext cx="67971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уч жарым ондук үлүш.</a:t>
            </a:r>
            <a:endParaRPr lang="en-GB" sz="5400" dirty="0"/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E06FD292-56AA-4566-9AB4-5ABC3DAB8D00}"/>
              </a:ext>
            </a:extLst>
          </p:cNvPr>
          <p:cNvGrpSpPr/>
          <p:nvPr/>
        </p:nvGrpSpPr>
        <p:grpSpPr>
          <a:xfrm>
            <a:off x="3469458" y="3713980"/>
            <a:ext cx="2967083" cy="2042321"/>
            <a:chOff x="3266728" y="3713980"/>
            <a:chExt cx="2967083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367218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407765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4572010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56" name="Group 255">
              <a:extLst>
                <a:ext uri="{FF2B5EF4-FFF2-40B4-BE49-F238E27FC236}">
                  <a16:creationId xmlns:a16="http://schemas.microsoft.com/office/drawing/2014/main" id="{2A770530-35FA-43CB-8614-62B98428153D}"/>
                </a:ext>
              </a:extLst>
            </p:cNvPr>
            <p:cNvGrpSpPr/>
            <p:nvPr/>
          </p:nvGrpSpPr>
          <p:grpSpPr>
            <a:xfrm>
              <a:off x="326672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57" name="Cube 256">
                <a:extLst>
                  <a:ext uri="{FF2B5EF4-FFF2-40B4-BE49-F238E27FC236}">
                    <a16:creationId xmlns:a16="http://schemas.microsoft.com/office/drawing/2014/main" id="{48EEBB7D-8C4B-41F9-9E72-36A2CF954A1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8" name="Cube 257">
                <a:extLst>
                  <a:ext uri="{FF2B5EF4-FFF2-40B4-BE49-F238E27FC236}">
                    <a16:creationId xmlns:a16="http://schemas.microsoft.com/office/drawing/2014/main" id="{E5EEBE36-A766-4C40-B5D8-BE55D46B79C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59" name="Cube 258">
                <a:extLst>
                  <a:ext uri="{FF2B5EF4-FFF2-40B4-BE49-F238E27FC236}">
                    <a16:creationId xmlns:a16="http://schemas.microsoft.com/office/drawing/2014/main" id="{7E784485-528B-4489-A809-B8CB03B72E62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0" name="Cube 259">
                <a:extLst>
                  <a:ext uri="{FF2B5EF4-FFF2-40B4-BE49-F238E27FC236}">
                    <a16:creationId xmlns:a16="http://schemas.microsoft.com/office/drawing/2014/main" id="{5D4DF912-EDE3-41AE-9C6E-D123A5B5672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1" name="Cube 260">
                <a:extLst>
                  <a:ext uri="{FF2B5EF4-FFF2-40B4-BE49-F238E27FC236}">
                    <a16:creationId xmlns:a16="http://schemas.microsoft.com/office/drawing/2014/main" id="{00B43445-6C7D-4CF0-B6C5-7529540CDD7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2" name="Cube 261">
                <a:extLst>
                  <a:ext uri="{FF2B5EF4-FFF2-40B4-BE49-F238E27FC236}">
                    <a16:creationId xmlns:a16="http://schemas.microsoft.com/office/drawing/2014/main" id="{9A3B0185-40CA-4768-A3C5-B828C28311D8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3" name="Cube 262">
                <a:extLst>
                  <a:ext uri="{FF2B5EF4-FFF2-40B4-BE49-F238E27FC236}">
                    <a16:creationId xmlns:a16="http://schemas.microsoft.com/office/drawing/2014/main" id="{CCCF039F-52A8-4EDD-8524-FB45418CF863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4" name="Cube 263">
                <a:extLst>
                  <a:ext uri="{FF2B5EF4-FFF2-40B4-BE49-F238E27FC236}">
                    <a16:creationId xmlns:a16="http://schemas.microsoft.com/office/drawing/2014/main" id="{D1239A87-5494-4A83-A789-8BA089F7F756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5" name="Cube 264">
                <a:extLst>
                  <a:ext uri="{FF2B5EF4-FFF2-40B4-BE49-F238E27FC236}">
                    <a16:creationId xmlns:a16="http://schemas.microsoft.com/office/drawing/2014/main" id="{F6557630-3CBB-417B-8112-8F5170F560FB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3A50BBA0-1CC9-4C7C-BE52-028F8EF92AC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8F3AF91-E105-DB76-84AA-457996F72731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07749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37708" y="1984981"/>
            <a:ext cx="763061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5400" dirty="0"/>
              <a:t>1дин төрттөн бир бөлүгү.</a:t>
            </a:r>
            <a:endParaRPr lang="en-GB" sz="5400" dirty="0"/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07752AB-B182-429A-A51F-C595B3868447}"/>
              </a:ext>
            </a:extLst>
          </p:cNvPr>
          <p:cNvGrpSpPr/>
          <p:nvPr/>
        </p:nvGrpSpPr>
        <p:grpSpPr>
          <a:xfrm>
            <a:off x="3680502" y="3713980"/>
            <a:ext cx="2561622" cy="2042321"/>
            <a:chOff x="6371883" y="3713980"/>
            <a:chExt cx="2561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666045C-C7CA-5BA6-B56C-6F2F72AB6F7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37387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478897" y="1984981"/>
            <a:ext cx="2948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0.2 + 0.07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8482775-505D-4EF4-BF99-9E289ACCC47E}"/>
              </a:ext>
            </a:extLst>
          </p:cNvPr>
          <p:cNvGrpSpPr/>
          <p:nvPr/>
        </p:nvGrpSpPr>
        <p:grpSpPr>
          <a:xfrm>
            <a:off x="3672189" y="3713980"/>
            <a:ext cx="2561622" cy="2042321"/>
            <a:chOff x="6371883" y="3713980"/>
            <a:chExt cx="2561622" cy="2042321"/>
          </a:xfrm>
        </p:grpSpPr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2D17B41-034D-425E-9BBE-536E4975B79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2015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478898" y="1984981"/>
            <a:ext cx="2948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0.1 + 0.06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341CCE12-ECFC-4665-B688-6743D76863E6}"/>
              </a:ext>
            </a:extLst>
          </p:cNvPr>
          <p:cNvGrpSpPr/>
          <p:nvPr/>
        </p:nvGrpSpPr>
        <p:grpSpPr>
          <a:xfrm>
            <a:off x="3853710" y="3713980"/>
            <a:ext cx="2198580" cy="2042321"/>
            <a:chOff x="6037399" y="3713980"/>
            <a:chExt cx="2198580" cy="2042321"/>
          </a:xfrm>
        </p:grpSpPr>
        <p:grpSp>
          <p:nvGrpSpPr>
            <p:cNvPr id="263" name="Group 262">
              <a:extLst>
                <a:ext uri="{FF2B5EF4-FFF2-40B4-BE49-F238E27FC236}">
                  <a16:creationId xmlns:a16="http://schemas.microsoft.com/office/drawing/2014/main" id="{5DB359BD-6DDB-497E-9DE8-68117E64A911}"/>
                </a:ext>
              </a:extLst>
            </p:cNvPr>
            <p:cNvGrpSpPr/>
            <p:nvPr/>
          </p:nvGrpSpPr>
          <p:grpSpPr>
            <a:xfrm>
              <a:off x="603739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71" name="Cube 270">
                <a:extLst>
                  <a:ext uri="{FF2B5EF4-FFF2-40B4-BE49-F238E27FC236}">
                    <a16:creationId xmlns:a16="http://schemas.microsoft.com/office/drawing/2014/main" id="{8DE82DA8-237A-48A4-BA39-3471DB26FC0A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2" name="Cube 271">
                <a:extLst>
                  <a:ext uri="{FF2B5EF4-FFF2-40B4-BE49-F238E27FC236}">
                    <a16:creationId xmlns:a16="http://schemas.microsoft.com/office/drawing/2014/main" id="{45F6041D-67A7-45E6-9F09-274C3470D4D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3" name="Cube 272">
                <a:extLst>
                  <a:ext uri="{FF2B5EF4-FFF2-40B4-BE49-F238E27FC236}">
                    <a16:creationId xmlns:a16="http://schemas.microsoft.com/office/drawing/2014/main" id="{B13F235D-80D3-43F9-B61D-0E2BDD7FB05F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4" name="Cube 273">
                <a:extLst>
                  <a:ext uri="{FF2B5EF4-FFF2-40B4-BE49-F238E27FC236}">
                    <a16:creationId xmlns:a16="http://schemas.microsoft.com/office/drawing/2014/main" id="{B9EC8407-DC21-463B-9F53-0C2069CF6FC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5" name="Cube 274">
                <a:extLst>
                  <a:ext uri="{FF2B5EF4-FFF2-40B4-BE49-F238E27FC236}">
                    <a16:creationId xmlns:a16="http://schemas.microsoft.com/office/drawing/2014/main" id="{6DD7E8FC-ED63-427B-A665-74FDE38E69F5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6" name="Cube 275">
                <a:extLst>
                  <a:ext uri="{FF2B5EF4-FFF2-40B4-BE49-F238E27FC236}">
                    <a16:creationId xmlns:a16="http://schemas.microsoft.com/office/drawing/2014/main" id="{F2004596-E77F-4AFA-9767-7D82320586A1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7" name="Cube 276">
                <a:extLst>
                  <a:ext uri="{FF2B5EF4-FFF2-40B4-BE49-F238E27FC236}">
                    <a16:creationId xmlns:a16="http://schemas.microsoft.com/office/drawing/2014/main" id="{20E56DF8-CEF2-44B6-B17D-D50B0EE8E8D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8" name="Cube 277">
                <a:extLst>
                  <a:ext uri="{FF2B5EF4-FFF2-40B4-BE49-F238E27FC236}">
                    <a16:creationId xmlns:a16="http://schemas.microsoft.com/office/drawing/2014/main" id="{33258DDA-06FA-4887-A383-B2FD491D009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9" name="Cube 278">
                <a:extLst>
                  <a:ext uri="{FF2B5EF4-FFF2-40B4-BE49-F238E27FC236}">
                    <a16:creationId xmlns:a16="http://schemas.microsoft.com/office/drawing/2014/main" id="{475CD4A4-BACF-43BD-A08B-442B58B3A8ED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80" name="Cube 279">
                <a:extLst>
                  <a:ext uri="{FF2B5EF4-FFF2-40B4-BE49-F238E27FC236}">
                    <a16:creationId xmlns:a16="http://schemas.microsoft.com/office/drawing/2014/main" id="{474B736F-5D37-45B2-BE21-4FB5404EF469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64" name="Group 263">
              <a:extLst>
                <a:ext uri="{FF2B5EF4-FFF2-40B4-BE49-F238E27FC236}">
                  <a16:creationId xmlns:a16="http://schemas.microsoft.com/office/drawing/2014/main" id="{61FC1A63-3D82-4382-8B95-3268C6A1CE95}"/>
                </a:ext>
              </a:extLst>
            </p:cNvPr>
            <p:cNvGrpSpPr/>
            <p:nvPr/>
          </p:nvGrpSpPr>
          <p:grpSpPr>
            <a:xfrm>
              <a:off x="6574178" y="3801596"/>
              <a:ext cx="1661801" cy="264801"/>
              <a:chOff x="7811454" y="3719046"/>
              <a:chExt cx="1661801" cy="264801"/>
            </a:xfrm>
          </p:grpSpPr>
          <p:sp>
            <p:nvSpPr>
              <p:cNvPr id="266" name="Cube 265">
                <a:extLst>
                  <a:ext uri="{FF2B5EF4-FFF2-40B4-BE49-F238E27FC236}">
                    <a16:creationId xmlns:a16="http://schemas.microsoft.com/office/drawing/2014/main" id="{BDAA0666-ADB8-4850-A44D-760D1645C821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7" name="Cube 266">
                <a:extLst>
                  <a:ext uri="{FF2B5EF4-FFF2-40B4-BE49-F238E27FC236}">
                    <a16:creationId xmlns:a16="http://schemas.microsoft.com/office/drawing/2014/main" id="{9AD073AC-0BE1-4C17-81EC-7FAA10F8F052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8" name="Cube 267">
                <a:extLst>
                  <a:ext uri="{FF2B5EF4-FFF2-40B4-BE49-F238E27FC236}">
                    <a16:creationId xmlns:a16="http://schemas.microsoft.com/office/drawing/2014/main" id="{DF40EA5E-42AC-4257-905E-EBCE7EA5C30A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69" name="Cube 268">
                <a:extLst>
                  <a:ext uri="{FF2B5EF4-FFF2-40B4-BE49-F238E27FC236}">
                    <a16:creationId xmlns:a16="http://schemas.microsoft.com/office/drawing/2014/main" id="{F76A0FAF-CE7F-443D-B4D6-586A31D22E00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70" name="Cube 269">
                <a:extLst>
                  <a:ext uri="{FF2B5EF4-FFF2-40B4-BE49-F238E27FC236}">
                    <a16:creationId xmlns:a16="http://schemas.microsoft.com/office/drawing/2014/main" id="{7CD0FE5C-D897-4D99-9B56-8B36D1858BE4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265" name="Cube 264">
              <a:extLst>
                <a:ext uri="{FF2B5EF4-FFF2-40B4-BE49-F238E27FC236}">
                  <a16:creationId xmlns:a16="http://schemas.microsoft.com/office/drawing/2014/main" id="{6575E8CC-80C7-45C4-8B4F-B140CC58BA48}"/>
                </a:ext>
              </a:extLst>
            </p:cNvPr>
            <p:cNvSpPr/>
            <p:nvPr/>
          </p:nvSpPr>
          <p:spPr>
            <a:xfrm>
              <a:off x="6574178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6BBAFC6-1ECC-9D90-4CEE-CB76D97C376E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654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+ 0.3 + 0.02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6EB6F8BC-1C08-43A0-B160-EB5A1BE16CE2}"/>
              </a:ext>
            </a:extLst>
          </p:cNvPr>
          <p:cNvGrpSpPr/>
          <p:nvPr/>
        </p:nvGrpSpPr>
        <p:grpSpPr>
          <a:xfrm>
            <a:off x="2779942" y="3713980"/>
            <a:ext cx="4346115" cy="2042321"/>
            <a:chOff x="804753" y="3713980"/>
            <a:chExt cx="4346115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453681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4886067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CC6D3EE2-8DD0-714A-D444-861568C6A53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0317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+ 0.8 + 0.07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FED02E89-869B-4A25-B695-63C3216A4D12}"/>
              </a:ext>
            </a:extLst>
          </p:cNvPr>
          <p:cNvGrpSpPr/>
          <p:nvPr/>
        </p:nvGrpSpPr>
        <p:grpSpPr>
          <a:xfrm>
            <a:off x="1282093" y="3713980"/>
            <a:ext cx="7341814" cy="2042321"/>
            <a:chOff x="1087384" y="3713980"/>
            <a:chExt cx="7341814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1087384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41084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81630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2217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6272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0326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4381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84359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62490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6767397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676739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11664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30620A8A-D0A8-DD25-415D-8F028E21B46A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49582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+ 0.5 + 0.16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0E2F2488-416D-4F67-A6D5-B61931B9FA90}"/>
              </a:ext>
            </a:extLst>
          </p:cNvPr>
          <p:cNvGrpSpPr/>
          <p:nvPr/>
        </p:nvGrpSpPr>
        <p:grpSpPr>
          <a:xfrm>
            <a:off x="1686646" y="3713980"/>
            <a:ext cx="6549333" cy="2042321"/>
            <a:chOff x="804753" y="3713980"/>
            <a:chExt cx="6549333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5692285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5692285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4" name="TextBox 223">
            <a:extLst>
              <a:ext uri="{FF2B5EF4-FFF2-40B4-BE49-F238E27FC236}">
                <a16:creationId xmlns:a16="http://schemas.microsoft.com/office/drawing/2014/main" id="{ED9BF679-D114-A9E7-87D0-4DF7689345E4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341304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73952" y="1984981"/>
            <a:ext cx="39581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+ 0.9 + 0.13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C1CF200-FD3E-49F5-B669-51C043ED88C3}"/>
              </a:ext>
            </a:extLst>
          </p:cNvPr>
          <p:cNvGrpSpPr/>
          <p:nvPr/>
        </p:nvGrpSpPr>
        <p:grpSpPr>
          <a:xfrm>
            <a:off x="1246187" y="3713980"/>
            <a:ext cx="7430252" cy="2042321"/>
            <a:chOff x="804753" y="3713980"/>
            <a:chExt cx="7430252" cy="20423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4455026-E18E-4A43-AE38-8B33AD0A44B5}"/>
                </a:ext>
              </a:extLst>
            </p:cNvPr>
            <p:cNvGrpSpPr/>
            <p:nvPr/>
          </p:nvGrpSpPr>
          <p:grpSpPr>
            <a:xfrm>
              <a:off x="804753" y="3713980"/>
              <a:ext cx="2026307" cy="2042321"/>
              <a:chOff x="2974918" y="3823855"/>
              <a:chExt cx="2443792" cy="2463106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50AE358-8A63-44A6-A597-1EDA5CFF26D2}"/>
                  </a:ext>
                </a:extLst>
              </p:cNvPr>
              <p:cNvGrpSpPr/>
              <p:nvPr/>
            </p:nvGrpSpPr>
            <p:grpSpPr>
              <a:xfrm>
                <a:off x="297491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05" name="Cube 104">
                  <a:extLst>
                    <a:ext uri="{FF2B5EF4-FFF2-40B4-BE49-F238E27FC236}">
                      <a16:creationId xmlns:a16="http://schemas.microsoft.com/office/drawing/2014/main" id="{FC46068E-CF38-4AE4-8D33-6F210D3E69AD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6" name="Cube 105">
                  <a:extLst>
                    <a:ext uri="{FF2B5EF4-FFF2-40B4-BE49-F238E27FC236}">
                      <a16:creationId xmlns:a16="http://schemas.microsoft.com/office/drawing/2014/main" id="{FE010038-FCC4-46D0-96B2-B9132590A018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7" name="Cube 106">
                  <a:extLst>
                    <a:ext uri="{FF2B5EF4-FFF2-40B4-BE49-F238E27FC236}">
                      <a16:creationId xmlns:a16="http://schemas.microsoft.com/office/drawing/2014/main" id="{3D844A1A-F00B-47F3-8D5E-6FBDD2F9D42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8" name="Cube 107">
                  <a:extLst>
                    <a:ext uri="{FF2B5EF4-FFF2-40B4-BE49-F238E27FC236}">
                      <a16:creationId xmlns:a16="http://schemas.microsoft.com/office/drawing/2014/main" id="{CE3786CF-B713-4C74-A73A-07B69FD60E4A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9" name="Cube 108">
                  <a:extLst>
                    <a:ext uri="{FF2B5EF4-FFF2-40B4-BE49-F238E27FC236}">
                      <a16:creationId xmlns:a16="http://schemas.microsoft.com/office/drawing/2014/main" id="{C5E22FD4-251A-43A6-8EEC-CE255B16BC3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0" name="Cube 109">
                  <a:extLst>
                    <a:ext uri="{FF2B5EF4-FFF2-40B4-BE49-F238E27FC236}">
                      <a16:creationId xmlns:a16="http://schemas.microsoft.com/office/drawing/2014/main" id="{176262B9-9EC7-48E9-B567-795E67BE1E6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1" name="Cube 110">
                  <a:extLst>
                    <a:ext uri="{FF2B5EF4-FFF2-40B4-BE49-F238E27FC236}">
                      <a16:creationId xmlns:a16="http://schemas.microsoft.com/office/drawing/2014/main" id="{446EC03C-59F4-4773-9E7E-63A9F781A165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2" name="Cube 111">
                  <a:extLst>
                    <a:ext uri="{FF2B5EF4-FFF2-40B4-BE49-F238E27FC236}">
                      <a16:creationId xmlns:a16="http://schemas.microsoft.com/office/drawing/2014/main" id="{6A545048-D8EC-4289-BCDC-2A5A58C5A912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3" name="Cube 112">
                  <a:extLst>
                    <a:ext uri="{FF2B5EF4-FFF2-40B4-BE49-F238E27FC236}">
                      <a16:creationId xmlns:a16="http://schemas.microsoft.com/office/drawing/2014/main" id="{F44E4B18-3DDB-4F88-9F1C-6B09984662D3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14" name="Cube 113">
                  <a:extLst>
                    <a:ext uri="{FF2B5EF4-FFF2-40B4-BE49-F238E27FC236}">
                      <a16:creationId xmlns:a16="http://schemas.microsoft.com/office/drawing/2014/main" id="{2A0CE595-3B20-4B5E-80D2-394085DCE8E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022020BC-B2A6-4E32-90D3-FE6E6A79D2F3}"/>
                  </a:ext>
                </a:extLst>
              </p:cNvPr>
              <p:cNvGrpSpPr/>
              <p:nvPr/>
            </p:nvGrpSpPr>
            <p:grpSpPr>
              <a:xfrm>
                <a:off x="321096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95" name="Cube 94">
                  <a:extLst>
                    <a:ext uri="{FF2B5EF4-FFF2-40B4-BE49-F238E27FC236}">
                      <a16:creationId xmlns:a16="http://schemas.microsoft.com/office/drawing/2014/main" id="{6BE8C09C-423A-454F-98E0-5A4A3DB78AA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6" name="Cube 95">
                  <a:extLst>
                    <a:ext uri="{FF2B5EF4-FFF2-40B4-BE49-F238E27FC236}">
                      <a16:creationId xmlns:a16="http://schemas.microsoft.com/office/drawing/2014/main" id="{52D49F97-3A70-4357-A1FA-8BE4904733B4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7" name="Cube 96">
                  <a:extLst>
                    <a:ext uri="{FF2B5EF4-FFF2-40B4-BE49-F238E27FC236}">
                      <a16:creationId xmlns:a16="http://schemas.microsoft.com/office/drawing/2014/main" id="{C1C43291-CA0E-4A37-9BB2-7F9A6D080A3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8" name="Cube 97">
                  <a:extLst>
                    <a:ext uri="{FF2B5EF4-FFF2-40B4-BE49-F238E27FC236}">
                      <a16:creationId xmlns:a16="http://schemas.microsoft.com/office/drawing/2014/main" id="{FCB592F9-B7A4-4775-A739-28DEC95976DC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9" name="Cube 98">
                  <a:extLst>
                    <a:ext uri="{FF2B5EF4-FFF2-40B4-BE49-F238E27FC236}">
                      <a16:creationId xmlns:a16="http://schemas.microsoft.com/office/drawing/2014/main" id="{6164BEEF-160D-4BAD-ADE2-32033FA2500C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0" name="Cube 99">
                  <a:extLst>
                    <a:ext uri="{FF2B5EF4-FFF2-40B4-BE49-F238E27FC236}">
                      <a16:creationId xmlns:a16="http://schemas.microsoft.com/office/drawing/2014/main" id="{536A368A-E6E9-47C4-B1EA-550DA9A8359A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1" name="Cube 100">
                  <a:extLst>
                    <a:ext uri="{FF2B5EF4-FFF2-40B4-BE49-F238E27FC236}">
                      <a16:creationId xmlns:a16="http://schemas.microsoft.com/office/drawing/2014/main" id="{9E8B5E32-0D3E-46D5-B060-22A837670030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2" name="Cube 101">
                  <a:extLst>
                    <a:ext uri="{FF2B5EF4-FFF2-40B4-BE49-F238E27FC236}">
                      <a16:creationId xmlns:a16="http://schemas.microsoft.com/office/drawing/2014/main" id="{1AC7B5A3-B73B-428F-92AE-AAC869DF6AB4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3" name="Cube 102">
                  <a:extLst>
                    <a:ext uri="{FF2B5EF4-FFF2-40B4-BE49-F238E27FC236}">
                      <a16:creationId xmlns:a16="http://schemas.microsoft.com/office/drawing/2014/main" id="{DEB519BA-E7ED-447E-80BB-F1D205D6342A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04" name="Cube 103">
                  <a:extLst>
                    <a:ext uri="{FF2B5EF4-FFF2-40B4-BE49-F238E27FC236}">
                      <a16:creationId xmlns:a16="http://schemas.microsoft.com/office/drawing/2014/main" id="{B83FD5F6-6740-4252-AAEB-AAEE85387B82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4D89A0B-ED20-4B2B-B4BD-AB7B2AA98613}"/>
                  </a:ext>
                </a:extLst>
              </p:cNvPr>
              <p:cNvGrpSpPr/>
              <p:nvPr/>
            </p:nvGrpSpPr>
            <p:grpSpPr>
              <a:xfrm>
                <a:off x="3447014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85" name="Cube 84">
                  <a:extLst>
                    <a:ext uri="{FF2B5EF4-FFF2-40B4-BE49-F238E27FC236}">
                      <a16:creationId xmlns:a16="http://schemas.microsoft.com/office/drawing/2014/main" id="{810FD37F-691E-4D41-A9E8-22CEF940FBB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6" name="Cube 85">
                  <a:extLst>
                    <a:ext uri="{FF2B5EF4-FFF2-40B4-BE49-F238E27FC236}">
                      <a16:creationId xmlns:a16="http://schemas.microsoft.com/office/drawing/2014/main" id="{044D0DFF-6413-46C4-B7A2-E76E038DCDD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7" name="Cube 86">
                  <a:extLst>
                    <a:ext uri="{FF2B5EF4-FFF2-40B4-BE49-F238E27FC236}">
                      <a16:creationId xmlns:a16="http://schemas.microsoft.com/office/drawing/2014/main" id="{B028DEE5-EE40-43D7-94AB-996D9522247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8" name="Cube 87">
                  <a:extLst>
                    <a:ext uri="{FF2B5EF4-FFF2-40B4-BE49-F238E27FC236}">
                      <a16:creationId xmlns:a16="http://schemas.microsoft.com/office/drawing/2014/main" id="{1939FE70-2AB9-4207-A30C-E09B2EF74745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9" name="Cube 88">
                  <a:extLst>
                    <a:ext uri="{FF2B5EF4-FFF2-40B4-BE49-F238E27FC236}">
                      <a16:creationId xmlns:a16="http://schemas.microsoft.com/office/drawing/2014/main" id="{9F035872-940A-40E2-A89C-DD6FFB66ACA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0" name="Cube 89">
                  <a:extLst>
                    <a:ext uri="{FF2B5EF4-FFF2-40B4-BE49-F238E27FC236}">
                      <a16:creationId xmlns:a16="http://schemas.microsoft.com/office/drawing/2014/main" id="{3C046525-124A-4DB1-A48A-1B0E74F5969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1" name="Cube 90">
                  <a:extLst>
                    <a:ext uri="{FF2B5EF4-FFF2-40B4-BE49-F238E27FC236}">
                      <a16:creationId xmlns:a16="http://schemas.microsoft.com/office/drawing/2014/main" id="{3D42721B-4225-4E53-A2EF-0ADCEA42F01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2" name="Cube 91">
                  <a:extLst>
                    <a:ext uri="{FF2B5EF4-FFF2-40B4-BE49-F238E27FC236}">
                      <a16:creationId xmlns:a16="http://schemas.microsoft.com/office/drawing/2014/main" id="{1FF89241-7C76-4F29-BB40-EB2E119DD24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3" name="Cube 92">
                  <a:extLst>
                    <a:ext uri="{FF2B5EF4-FFF2-40B4-BE49-F238E27FC236}">
                      <a16:creationId xmlns:a16="http://schemas.microsoft.com/office/drawing/2014/main" id="{A0444AB2-0E45-4FD2-A6BA-EED7B70412F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94" name="Cube 93">
                  <a:extLst>
                    <a:ext uri="{FF2B5EF4-FFF2-40B4-BE49-F238E27FC236}">
                      <a16:creationId xmlns:a16="http://schemas.microsoft.com/office/drawing/2014/main" id="{448874B1-5668-437C-9BF2-B5E530FD466A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1909C9C7-1A1A-4F96-B59D-7F15FEE6ECAE}"/>
                  </a:ext>
                </a:extLst>
              </p:cNvPr>
              <p:cNvGrpSpPr/>
              <p:nvPr/>
            </p:nvGrpSpPr>
            <p:grpSpPr>
              <a:xfrm>
                <a:off x="3683062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75" name="Cube 74">
                  <a:extLst>
                    <a:ext uri="{FF2B5EF4-FFF2-40B4-BE49-F238E27FC236}">
                      <a16:creationId xmlns:a16="http://schemas.microsoft.com/office/drawing/2014/main" id="{9CD25618-AC45-45F8-ABA7-C7CE4EAFD74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6" name="Cube 75">
                  <a:extLst>
                    <a:ext uri="{FF2B5EF4-FFF2-40B4-BE49-F238E27FC236}">
                      <a16:creationId xmlns:a16="http://schemas.microsoft.com/office/drawing/2014/main" id="{99541EBB-BC0E-4B75-865E-6B72827DD9E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7" name="Cube 76">
                  <a:extLst>
                    <a:ext uri="{FF2B5EF4-FFF2-40B4-BE49-F238E27FC236}">
                      <a16:creationId xmlns:a16="http://schemas.microsoft.com/office/drawing/2014/main" id="{D1184779-6F88-4B4A-9C16-F9AB35763C9C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8" name="Cube 77">
                  <a:extLst>
                    <a:ext uri="{FF2B5EF4-FFF2-40B4-BE49-F238E27FC236}">
                      <a16:creationId xmlns:a16="http://schemas.microsoft.com/office/drawing/2014/main" id="{48BA4071-8850-43A4-969B-25D7149834F1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9" name="Cube 78">
                  <a:extLst>
                    <a:ext uri="{FF2B5EF4-FFF2-40B4-BE49-F238E27FC236}">
                      <a16:creationId xmlns:a16="http://schemas.microsoft.com/office/drawing/2014/main" id="{DB34DB17-0876-4A12-B234-D1768E1063F4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0" name="Cube 79">
                  <a:extLst>
                    <a:ext uri="{FF2B5EF4-FFF2-40B4-BE49-F238E27FC236}">
                      <a16:creationId xmlns:a16="http://schemas.microsoft.com/office/drawing/2014/main" id="{EDEEA89C-F66A-409E-9843-611F65FFAC8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1" name="Cube 80">
                  <a:extLst>
                    <a:ext uri="{FF2B5EF4-FFF2-40B4-BE49-F238E27FC236}">
                      <a16:creationId xmlns:a16="http://schemas.microsoft.com/office/drawing/2014/main" id="{66767A4E-AC01-4210-AF6E-1D8ACA6C215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2" name="Cube 81">
                  <a:extLst>
                    <a:ext uri="{FF2B5EF4-FFF2-40B4-BE49-F238E27FC236}">
                      <a16:creationId xmlns:a16="http://schemas.microsoft.com/office/drawing/2014/main" id="{CEB6F54D-17EB-489D-85AC-B2B67A40E4E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3" name="Cube 82">
                  <a:extLst>
                    <a:ext uri="{FF2B5EF4-FFF2-40B4-BE49-F238E27FC236}">
                      <a16:creationId xmlns:a16="http://schemas.microsoft.com/office/drawing/2014/main" id="{44F08E85-EED3-4709-BFD8-91EEDCDA1364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84" name="Cube 83">
                  <a:extLst>
                    <a:ext uri="{FF2B5EF4-FFF2-40B4-BE49-F238E27FC236}">
                      <a16:creationId xmlns:a16="http://schemas.microsoft.com/office/drawing/2014/main" id="{DE2447AD-64ED-4E9A-9E2A-2A64A140C0D1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490BCC1F-3CE2-4A59-9909-AC7626A1582B}"/>
                  </a:ext>
                </a:extLst>
              </p:cNvPr>
              <p:cNvGrpSpPr/>
              <p:nvPr/>
            </p:nvGrpSpPr>
            <p:grpSpPr>
              <a:xfrm>
                <a:off x="3919110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65" name="Cube 64">
                  <a:extLst>
                    <a:ext uri="{FF2B5EF4-FFF2-40B4-BE49-F238E27FC236}">
                      <a16:creationId xmlns:a16="http://schemas.microsoft.com/office/drawing/2014/main" id="{76CCA7C7-6C73-477C-8E33-34A2014C4B68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6" name="Cube 65">
                  <a:extLst>
                    <a:ext uri="{FF2B5EF4-FFF2-40B4-BE49-F238E27FC236}">
                      <a16:creationId xmlns:a16="http://schemas.microsoft.com/office/drawing/2014/main" id="{7E9CDE75-46B9-4013-B3F4-C8E508829EC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7" name="Cube 66">
                  <a:extLst>
                    <a:ext uri="{FF2B5EF4-FFF2-40B4-BE49-F238E27FC236}">
                      <a16:creationId xmlns:a16="http://schemas.microsoft.com/office/drawing/2014/main" id="{A164201E-9638-4DD7-AB1A-AC65A2631611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8" name="Cube 67">
                  <a:extLst>
                    <a:ext uri="{FF2B5EF4-FFF2-40B4-BE49-F238E27FC236}">
                      <a16:creationId xmlns:a16="http://schemas.microsoft.com/office/drawing/2014/main" id="{77E2D10A-883A-4A8E-AC2D-FEB47A247DBF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9" name="Cube 68">
                  <a:extLst>
                    <a:ext uri="{FF2B5EF4-FFF2-40B4-BE49-F238E27FC236}">
                      <a16:creationId xmlns:a16="http://schemas.microsoft.com/office/drawing/2014/main" id="{55254B54-2B5D-488E-A5C8-D612E1F5801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0" name="Cube 69">
                  <a:extLst>
                    <a:ext uri="{FF2B5EF4-FFF2-40B4-BE49-F238E27FC236}">
                      <a16:creationId xmlns:a16="http://schemas.microsoft.com/office/drawing/2014/main" id="{8E13D2A1-101E-407C-B563-F9A49907EFB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1" name="Cube 70">
                  <a:extLst>
                    <a:ext uri="{FF2B5EF4-FFF2-40B4-BE49-F238E27FC236}">
                      <a16:creationId xmlns:a16="http://schemas.microsoft.com/office/drawing/2014/main" id="{DEE77EBE-77EA-46F4-ACE0-5CD8AF615CB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2" name="Cube 71">
                  <a:extLst>
                    <a:ext uri="{FF2B5EF4-FFF2-40B4-BE49-F238E27FC236}">
                      <a16:creationId xmlns:a16="http://schemas.microsoft.com/office/drawing/2014/main" id="{FE9645E8-C36C-4966-90AF-47A41C826A2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3" name="Cube 72">
                  <a:extLst>
                    <a:ext uri="{FF2B5EF4-FFF2-40B4-BE49-F238E27FC236}">
                      <a16:creationId xmlns:a16="http://schemas.microsoft.com/office/drawing/2014/main" id="{CF30C79B-EB7B-4448-B1DF-B3AB671AA1DF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74" name="Cube 73">
                  <a:extLst>
                    <a:ext uri="{FF2B5EF4-FFF2-40B4-BE49-F238E27FC236}">
                      <a16:creationId xmlns:a16="http://schemas.microsoft.com/office/drawing/2014/main" id="{0BEDDA85-E0C3-4AD0-A40D-33B383D4009F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CFDB6CA-CF22-4452-AFAD-C994A80463EF}"/>
                  </a:ext>
                </a:extLst>
              </p:cNvPr>
              <p:cNvGrpSpPr/>
              <p:nvPr/>
            </p:nvGrpSpPr>
            <p:grpSpPr>
              <a:xfrm>
                <a:off x="4155158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55" name="Cube 54">
                  <a:extLst>
                    <a:ext uri="{FF2B5EF4-FFF2-40B4-BE49-F238E27FC236}">
                      <a16:creationId xmlns:a16="http://schemas.microsoft.com/office/drawing/2014/main" id="{AC6C5A1E-8D52-4B48-9B99-447F5807A825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6" name="Cube 55">
                  <a:extLst>
                    <a:ext uri="{FF2B5EF4-FFF2-40B4-BE49-F238E27FC236}">
                      <a16:creationId xmlns:a16="http://schemas.microsoft.com/office/drawing/2014/main" id="{5018BB9D-7B1B-4121-9837-F1CEC22252F0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7" name="Cube 56">
                  <a:extLst>
                    <a:ext uri="{FF2B5EF4-FFF2-40B4-BE49-F238E27FC236}">
                      <a16:creationId xmlns:a16="http://schemas.microsoft.com/office/drawing/2014/main" id="{0F6474BA-E0D3-4A00-B166-982E1B95994A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8" name="Cube 57">
                  <a:extLst>
                    <a:ext uri="{FF2B5EF4-FFF2-40B4-BE49-F238E27FC236}">
                      <a16:creationId xmlns:a16="http://schemas.microsoft.com/office/drawing/2014/main" id="{67331768-8015-420E-A633-D280447EBE80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9" name="Cube 58">
                  <a:extLst>
                    <a:ext uri="{FF2B5EF4-FFF2-40B4-BE49-F238E27FC236}">
                      <a16:creationId xmlns:a16="http://schemas.microsoft.com/office/drawing/2014/main" id="{71C759A5-A7D4-4CD2-852B-689C29A24AE0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0" name="Cube 59">
                  <a:extLst>
                    <a:ext uri="{FF2B5EF4-FFF2-40B4-BE49-F238E27FC236}">
                      <a16:creationId xmlns:a16="http://schemas.microsoft.com/office/drawing/2014/main" id="{D11427C7-5D83-4658-9EF6-B9AA217AE6B2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1" name="Cube 60">
                  <a:extLst>
                    <a:ext uri="{FF2B5EF4-FFF2-40B4-BE49-F238E27FC236}">
                      <a16:creationId xmlns:a16="http://schemas.microsoft.com/office/drawing/2014/main" id="{62FFC58E-7B30-4F00-A57C-5D475918BE1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2" name="Cube 61">
                  <a:extLst>
                    <a:ext uri="{FF2B5EF4-FFF2-40B4-BE49-F238E27FC236}">
                      <a16:creationId xmlns:a16="http://schemas.microsoft.com/office/drawing/2014/main" id="{E7FEA57F-F8B5-4CBF-88B2-695245856FD5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3" name="Cube 62">
                  <a:extLst>
                    <a:ext uri="{FF2B5EF4-FFF2-40B4-BE49-F238E27FC236}">
                      <a16:creationId xmlns:a16="http://schemas.microsoft.com/office/drawing/2014/main" id="{CCAEAEA8-327F-465F-BA4D-4DB53EBDC64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64" name="Cube 63">
                  <a:extLst>
                    <a:ext uri="{FF2B5EF4-FFF2-40B4-BE49-F238E27FC236}">
                      <a16:creationId xmlns:a16="http://schemas.microsoft.com/office/drawing/2014/main" id="{32F08E1F-0DE9-4CBB-84E2-0973F08DEC8B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4A7E80B-3392-4DAC-A391-D2A0A0BF641D}"/>
                  </a:ext>
                </a:extLst>
              </p:cNvPr>
              <p:cNvGrpSpPr/>
              <p:nvPr/>
            </p:nvGrpSpPr>
            <p:grpSpPr>
              <a:xfrm>
                <a:off x="4391206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45" name="Cube 44">
                  <a:extLst>
                    <a:ext uri="{FF2B5EF4-FFF2-40B4-BE49-F238E27FC236}">
                      <a16:creationId xmlns:a16="http://schemas.microsoft.com/office/drawing/2014/main" id="{FE7A5CA9-2381-4BD4-9F6D-0605267C1B12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6" name="Cube 45">
                  <a:extLst>
                    <a:ext uri="{FF2B5EF4-FFF2-40B4-BE49-F238E27FC236}">
                      <a16:creationId xmlns:a16="http://schemas.microsoft.com/office/drawing/2014/main" id="{9C3BF77A-B2B6-4BDC-880B-A752A5998B7C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7" name="Cube 46">
                  <a:extLst>
                    <a:ext uri="{FF2B5EF4-FFF2-40B4-BE49-F238E27FC236}">
                      <a16:creationId xmlns:a16="http://schemas.microsoft.com/office/drawing/2014/main" id="{E8132460-1D60-4276-9B29-8AE26AA1A358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8" name="Cube 47">
                  <a:extLst>
                    <a:ext uri="{FF2B5EF4-FFF2-40B4-BE49-F238E27FC236}">
                      <a16:creationId xmlns:a16="http://schemas.microsoft.com/office/drawing/2014/main" id="{436E2A9F-3BC8-4B3F-AE05-C42C1E8CA674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9" name="Cube 48">
                  <a:extLst>
                    <a:ext uri="{FF2B5EF4-FFF2-40B4-BE49-F238E27FC236}">
                      <a16:creationId xmlns:a16="http://schemas.microsoft.com/office/drawing/2014/main" id="{7CF8D5DD-F68F-4389-8F89-0383170D6EF6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0" name="Cube 49">
                  <a:extLst>
                    <a:ext uri="{FF2B5EF4-FFF2-40B4-BE49-F238E27FC236}">
                      <a16:creationId xmlns:a16="http://schemas.microsoft.com/office/drawing/2014/main" id="{3CBEADE1-E732-4ED9-A8FA-B3F796F72BCC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1" name="Cube 50">
                  <a:extLst>
                    <a:ext uri="{FF2B5EF4-FFF2-40B4-BE49-F238E27FC236}">
                      <a16:creationId xmlns:a16="http://schemas.microsoft.com/office/drawing/2014/main" id="{00912306-30BD-48F9-B702-FEF5D950E38F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2" name="Cube 51">
                  <a:extLst>
                    <a:ext uri="{FF2B5EF4-FFF2-40B4-BE49-F238E27FC236}">
                      <a16:creationId xmlns:a16="http://schemas.microsoft.com/office/drawing/2014/main" id="{28BA4237-ADF8-43EE-9B19-572FEC4553EC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3" name="Cube 52">
                  <a:extLst>
                    <a:ext uri="{FF2B5EF4-FFF2-40B4-BE49-F238E27FC236}">
                      <a16:creationId xmlns:a16="http://schemas.microsoft.com/office/drawing/2014/main" id="{E07F74CE-8474-4B98-8BF8-E2D470639992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54" name="Cube 53">
                  <a:extLst>
                    <a:ext uri="{FF2B5EF4-FFF2-40B4-BE49-F238E27FC236}">
                      <a16:creationId xmlns:a16="http://schemas.microsoft.com/office/drawing/2014/main" id="{67D9DB21-B1B5-4B98-8287-7CFAA17E4BD0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7E7DA23E-79C1-4E08-806B-959EE51A79B2}"/>
                  </a:ext>
                </a:extLst>
              </p:cNvPr>
              <p:cNvGrpSpPr/>
              <p:nvPr/>
            </p:nvGrpSpPr>
            <p:grpSpPr>
              <a:xfrm>
                <a:off x="4627255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35" name="Cube 34">
                  <a:extLst>
                    <a:ext uri="{FF2B5EF4-FFF2-40B4-BE49-F238E27FC236}">
                      <a16:creationId xmlns:a16="http://schemas.microsoft.com/office/drawing/2014/main" id="{CFF22064-E5E2-4D8D-9020-1636FD608D03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6" name="Cube 35">
                  <a:extLst>
                    <a:ext uri="{FF2B5EF4-FFF2-40B4-BE49-F238E27FC236}">
                      <a16:creationId xmlns:a16="http://schemas.microsoft.com/office/drawing/2014/main" id="{6CB35DE6-2F80-4A77-B4B6-947B63266509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7" name="Cube 36">
                  <a:extLst>
                    <a:ext uri="{FF2B5EF4-FFF2-40B4-BE49-F238E27FC236}">
                      <a16:creationId xmlns:a16="http://schemas.microsoft.com/office/drawing/2014/main" id="{BC854B0F-2ACF-4610-8E38-33BAB8C508C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8" name="Cube 37">
                  <a:extLst>
                    <a:ext uri="{FF2B5EF4-FFF2-40B4-BE49-F238E27FC236}">
                      <a16:creationId xmlns:a16="http://schemas.microsoft.com/office/drawing/2014/main" id="{AA657F96-8962-4E50-B2EE-E6CDC910E50D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9" name="Cube 38">
                  <a:extLst>
                    <a:ext uri="{FF2B5EF4-FFF2-40B4-BE49-F238E27FC236}">
                      <a16:creationId xmlns:a16="http://schemas.microsoft.com/office/drawing/2014/main" id="{4A9DB5E8-9806-4D01-A55E-EDF53CDB3A79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0" name="Cube 39">
                  <a:extLst>
                    <a:ext uri="{FF2B5EF4-FFF2-40B4-BE49-F238E27FC236}">
                      <a16:creationId xmlns:a16="http://schemas.microsoft.com/office/drawing/2014/main" id="{7B479731-995D-4617-BDE9-6C514AFC4059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1" name="Cube 40">
                  <a:extLst>
                    <a:ext uri="{FF2B5EF4-FFF2-40B4-BE49-F238E27FC236}">
                      <a16:creationId xmlns:a16="http://schemas.microsoft.com/office/drawing/2014/main" id="{E1B86AD2-CDA7-4B0A-8440-420F9000EA08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2" name="Cube 41">
                  <a:extLst>
                    <a:ext uri="{FF2B5EF4-FFF2-40B4-BE49-F238E27FC236}">
                      <a16:creationId xmlns:a16="http://schemas.microsoft.com/office/drawing/2014/main" id="{00095980-A5D7-4311-BC28-B4B3CBCBC937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3" name="Cube 42">
                  <a:extLst>
                    <a:ext uri="{FF2B5EF4-FFF2-40B4-BE49-F238E27FC236}">
                      <a16:creationId xmlns:a16="http://schemas.microsoft.com/office/drawing/2014/main" id="{E50E5CFC-4473-4583-928E-3CE3BC39E3BD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44" name="Cube 43">
                  <a:extLst>
                    <a:ext uri="{FF2B5EF4-FFF2-40B4-BE49-F238E27FC236}">
                      <a16:creationId xmlns:a16="http://schemas.microsoft.com/office/drawing/2014/main" id="{5F9D78EB-3AB4-4A31-A7E9-2E86C205F89E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A2580751-7C67-4FD8-8CE4-249AB596DF2C}"/>
                  </a:ext>
                </a:extLst>
              </p:cNvPr>
              <p:cNvGrpSpPr/>
              <p:nvPr/>
            </p:nvGrpSpPr>
            <p:grpSpPr>
              <a:xfrm>
                <a:off x="4863303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25" name="Cube 24">
                  <a:extLst>
                    <a:ext uri="{FF2B5EF4-FFF2-40B4-BE49-F238E27FC236}">
                      <a16:creationId xmlns:a16="http://schemas.microsoft.com/office/drawing/2014/main" id="{765AB274-0236-4388-B5D8-51A492ABDD6C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6" name="Cube 25">
                  <a:extLst>
                    <a:ext uri="{FF2B5EF4-FFF2-40B4-BE49-F238E27FC236}">
                      <a16:creationId xmlns:a16="http://schemas.microsoft.com/office/drawing/2014/main" id="{1759B3B0-C0D3-4C41-A0A9-E220DE37F855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7" name="Cube 26">
                  <a:extLst>
                    <a:ext uri="{FF2B5EF4-FFF2-40B4-BE49-F238E27FC236}">
                      <a16:creationId xmlns:a16="http://schemas.microsoft.com/office/drawing/2014/main" id="{4BCE1B54-8C6A-49B9-A9CB-E7691F81BC49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8" name="Cube 27">
                  <a:extLst>
                    <a:ext uri="{FF2B5EF4-FFF2-40B4-BE49-F238E27FC236}">
                      <a16:creationId xmlns:a16="http://schemas.microsoft.com/office/drawing/2014/main" id="{D0A9558A-EE71-48C2-BD03-77BA5760D5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9" name="Cube 28">
                  <a:extLst>
                    <a:ext uri="{FF2B5EF4-FFF2-40B4-BE49-F238E27FC236}">
                      <a16:creationId xmlns:a16="http://schemas.microsoft.com/office/drawing/2014/main" id="{EF67DBAD-525B-4F3F-B6FF-25E6D6AE7FA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0" name="Cube 29">
                  <a:extLst>
                    <a:ext uri="{FF2B5EF4-FFF2-40B4-BE49-F238E27FC236}">
                      <a16:creationId xmlns:a16="http://schemas.microsoft.com/office/drawing/2014/main" id="{568F1489-2FA4-420D-B425-83960D3D5221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1" name="Cube 30">
                  <a:extLst>
                    <a:ext uri="{FF2B5EF4-FFF2-40B4-BE49-F238E27FC236}">
                      <a16:creationId xmlns:a16="http://schemas.microsoft.com/office/drawing/2014/main" id="{917E8348-D791-4EAE-A570-7EA18179C5DD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2C369070-3D4E-4B5B-A6AD-B1536E5D77EE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3" name="Cube 32">
                  <a:extLst>
                    <a:ext uri="{FF2B5EF4-FFF2-40B4-BE49-F238E27FC236}">
                      <a16:creationId xmlns:a16="http://schemas.microsoft.com/office/drawing/2014/main" id="{2F98823A-0931-44B5-8A83-5969693C451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34" name="Cube 33">
                  <a:extLst>
                    <a:ext uri="{FF2B5EF4-FFF2-40B4-BE49-F238E27FC236}">
                      <a16:creationId xmlns:a16="http://schemas.microsoft.com/office/drawing/2014/main" id="{EBB71887-6233-466D-8682-12CCDDA03549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7FFA7CA0-086E-4312-AC35-9E2949652DB1}"/>
                  </a:ext>
                </a:extLst>
              </p:cNvPr>
              <p:cNvGrpSpPr/>
              <p:nvPr/>
            </p:nvGrpSpPr>
            <p:grpSpPr>
              <a:xfrm>
                <a:off x="5099351" y="3823855"/>
                <a:ext cx="319359" cy="2463106"/>
                <a:chOff x="3698125" y="596372"/>
                <a:chExt cx="764771" cy="5898407"/>
              </a:xfrm>
              <a:solidFill>
                <a:srgbClr val="3786CD"/>
              </a:solidFill>
            </p:grpSpPr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FB7E4E7E-2549-41C9-9729-49F5BF0D4659}"/>
                    </a:ext>
                  </a:extLst>
                </p:cNvPr>
                <p:cNvSpPr/>
                <p:nvPr/>
              </p:nvSpPr>
              <p:spPr>
                <a:xfrm>
                  <a:off x="3698125" y="573000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6" name="Cube 15">
                  <a:extLst>
                    <a:ext uri="{FF2B5EF4-FFF2-40B4-BE49-F238E27FC236}">
                      <a16:creationId xmlns:a16="http://schemas.microsoft.com/office/drawing/2014/main" id="{5C508882-C0BE-4E63-92AF-4936A584304A}"/>
                    </a:ext>
                  </a:extLst>
                </p:cNvPr>
                <p:cNvSpPr/>
                <p:nvPr/>
              </p:nvSpPr>
              <p:spPr>
                <a:xfrm>
                  <a:off x="3698125" y="515960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7" name="Cube 16">
                  <a:extLst>
                    <a:ext uri="{FF2B5EF4-FFF2-40B4-BE49-F238E27FC236}">
                      <a16:creationId xmlns:a16="http://schemas.microsoft.com/office/drawing/2014/main" id="{AB5C1876-EF28-497B-85F2-9F685426251F}"/>
                    </a:ext>
                  </a:extLst>
                </p:cNvPr>
                <p:cNvSpPr/>
                <p:nvPr/>
              </p:nvSpPr>
              <p:spPr>
                <a:xfrm>
                  <a:off x="3698125" y="458920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8" name="Cube 17">
                  <a:extLst>
                    <a:ext uri="{FF2B5EF4-FFF2-40B4-BE49-F238E27FC236}">
                      <a16:creationId xmlns:a16="http://schemas.microsoft.com/office/drawing/2014/main" id="{F6E47168-AE08-42FA-8DDC-31D4501D34FB}"/>
                    </a:ext>
                  </a:extLst>
                </p:cNvPr>
                <p:cNvSpPr/>
                <p:nvPr/>
              </p:nvSpPr>
              <p:spPr>
                <a:xfrm>
                  <a:off x="3698125" y="401879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19" name="Cube 18">
                  <a:extLst>
                    <a:ext uri="{FF2B5EF4-FFF2-40B4-BE49-F238E27FC236}">
                      <a16:creationId xmlns:a16="http://schemas.microsoft.com/office/drawing/2014/main" id="{B5869CB9-B8D4-4659-8987-E6F7563B160F}"/>
                    </a:ext>
                  </a:extLst>
                </p:cNvPr>
                <p:cNvSpPr/>
                <p:nvPr/>
              </p:nvSpPr>
              <p:spPr>
                <a:xfrm>
                  <a:off x="3698125" y="344839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0" name="Cube 19">
                  <a:extLst>
                    <a:ext uri="{FF2B5EF4-FFF2-40B4-BE49-F238E27FC236}">
                      <a16:creationId xmlns:a16="http://schemas.microsoft.com/office/drawing/2014/main" id="{66DF3A4A-07AF-44A6-9D3F-B82841405924}"/>
                    </a:ext>
                  </a:extLst>
                </p:cNvPr>
                <p:cNvSpPr/>
                <p:nvPr/>
              </p:nvSpPr>
              <p:spPr>
                <a:xfrm>
                  <a:off x="3698125" y="2877988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1" name="Cube 20">
                  <a:extLst>
                    <a:ext uri="{FF2B5EF4-FFF2-40B4-BE49-F238E27FC236}">
                      <a16:creationId xmlns:a16="http://schemas.microsoft.com/office/drawing/2014/main" id="{5DAB71BA-E8D3-4B09-AF64-0B3CFD89E90A}"/>
                    </a:ext>
                  </a:extLst>
                </p:cNvPr>
                <p:cNvSpPr/>
                <p:nvPr/>
              </p:nvSpPr>
              <p:spPr>
                <a:xfrm>
                  <a:off x="3698125" y="2307584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2" name="Cube 21">
                  <a:extLst>
                    <a:ext uri="{FF2B5EF4-FFF2-40B4-BE49-F238E27FC236}">
                      <a16:creationId xmlns:a16="http://schemas.microsoft.com/office/drawing/2014/main" id="{98FC54ED-0D26-47C1-856E-21BC1615271F}"/>
                    </a:ext>
                  </a:extLst>
                </p:cNvPr>
                <p:cNvSpPr/>
                <p:nvPr/>
              </p:nvSpPr>
              <p:spPr>
                <a:xfrm>
                  <a:off x="3698125" y="1737180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3" name="Cube 22">
                  <a:extLst>
                    <a:ext uri="{FF2B5EF4-FFF2-40B4-BE49-F238E27FC236}">
                      <a16:creationId xmlns:a16="http://schemas.microsoft.com/office/drawing/2014/main" id="{92FE1ED4-8ADF-4D00-A89D-FBD6EAB1B348}"/>
                    </a:ext>
                  </a:extLst>
                </p:cNvPr>
                <p:cNvSpPr/>
                <p:nvPr/>
              </p:nvSpPr>
              <p:spPr>
                <a:xfrm>
                  <a:off x="3698125" y="1166776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  <p:sp>
              <p:nvSpPr>
                <p:cNvPr id="24" name="Cube 23">
                  <a:extLst>
                    <a:ext uri="{FF2B5EF4-FFF2-40B4-BE49-F238E27FC236}">
                      <a16:creationId xmlns:a16="http://schemas.microsoft.com/office/drawing/2014/main" id="{00A2E6C4-0883-4081-A3B2-CC527CCFC835}"/>
                    </a:ext>
                  </a:extLst>
                </p:cNvPr>
                <p:cNvSpPr/>
                <p:nvPr/>
              </p:nvSpPr>
              <p:spPr>
                <a:xfrm>
                  <a:off x="3698125" y="596372"/>
                  <a:ext cx="764771" cy="764771"/>
                </a:xfrm>
                <a:prstGeom prst="cube">
                  <a:avLst/>
                </a:prstGeom>
                <a:grp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GB" sz="1950"/>
                </a:p>
              </p:txBody>
            </p:sp>
          </p:grpSp>
        </p:grpSp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228" name="TextBox 227">
            <a:extLst>
              <a:ext uri="{FF2B5EF4-FFF2-40B4-BE49-F238E27FC236}">
                <a16:creationId xmlns:a16="http://schemas.microsoft.com/office/drawing/2014/main" id="{BF8DC64C-327F-FAA9-B56D-12A7BE6A857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12773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917317" y="1984981"/>
            <a:ext cx="2071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1 − 0.4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39A4E93-1FE8-4F0C-A45E-25B97EE6A453}"/>
              </a:ext>
            </a:extLst>
          </p:cNvPr>
          <p:cNvGrpSpPr/>
          <p:nvPr/>
        </p:nvGrpSpPr>
        <p:grpSpPr>
          <a:xfrm>
            <a:off x="3815265" y="3713980"/>
            <a:ext cx="2292096" cy="2042321"/>
            <a:chOff x="3128211" y="3713980"/>
            <a:chExt cx="2292096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12821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53367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F2558FB-C18B-67FD-FE6B-457E7F3F8C83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41633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8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1 − 0.04</a:t>
            </a:r>
          </a:p>
        </p:txBody>
      </p: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6AEC1F7-C023-4688-94B3-8169523816B8}"/>
              </a:ext>
            </a:extLst>
          </p:cNvPr>
          <p:cNvGrpSpPr/>
          <p:nvPr/>
        </p:nvGrpSpPr>
        <p:grpSpPr>
          <a:xfrm>
            <a:off x="2254015" y="3713980"/>
            <a:ext cx="5414596" cy="2042321"/>
            <a:chOff x="3410842" y="3713980"/>
            <a:chExt cx="5414596" cy="2042321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4EF639CD-0E5E-4FE1-ADB1-FEAA99D22EBD}"/>
                </a:ext>
              </a:extLst>
            </p:cNvPr>
            <p:cNvGrpSpPr/>
            <p:nvPr/>
          </p:nvGrpSpPr>
          <p:grpSpPr>
            <a:xfrm>
              <a:off x="3410842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16" name="Cube 115">
                <a:extLst>
                  <a:ext uri="{FF2B5EF4-FFF2-40B4-BE49-F238E27FC236}">
                    <a16:creationId xmlns:a16="http://schemas.microsoft.com/office/drawing/2014/main" id="{FBDE428E-6CB5-4000-9535-B8022063D374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7" name="Cube 116">
                <a:extLst>
                  <a:ext uri="{FF2B5EF4-FFF2-40B4-BE49-F238E27FC236}">
                    <a16:creationId xmlns:a16="http://schemas.microsoft.com/office/drawing/2014/main" id="{17D51C46-9697-47F9-9085-28A985759AD2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8" name="Cube 117">
                <a:extLst>
                  <a:ext uri="{FF2B5EF4-FFF2-40B4-BE49-F238E27FC236}">
                    <a16:creationId xmlns:a16="http://schemas.microsoft.com/office/drawing/2014/main" id="{53744297-A583-48BC-B061-E08642F2D9A0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19" name="Cube 118">
                <a:extLst>
                  <a:ext uri="{FF2B5EF4-FFF2-40B4-BE49-F238E27FC236}">
                    <a16:creationId xmlns:a16="http://schemas.microsoft.com/office/drawing/2014/main" id="{612F87A2-D655-41F9-94F8-EF99AF226465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0" name="Cube 119">
                <a:extLst>
                  <a:ext uri="{FF2B5EF4-FFF2-40B4-BE49-F238E27FC236}">
                    <a16:creationId xmlns:a16="http://schemas.microsoft.com/office/drawing/2014/main" id="{9B974470-A64E-4DFD-B223-5D157A43D3C3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1" name="Cube 120">
                <a:extLst>
                  <a:ext uri="{FF2B5EF4-FFF2-40B4-BE49-F238E27FC236}">
                    <a16:creationId xmlns:a16="http://schemas.microsoft.com/office/drawing/2014/main" id="{B058C538-0E1C-4010-955E-0337E2090FCA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2" name="Cube 121">
                <a:extLst>
                  <a:ext uri="{FF2B5EF4-FFF2-40B4-BE49-F238E27FC236}">
                    <a16:creationId xmlns:a16="http://schemas.microsoft.com/office/drawing/2014/main" id="{C7C4B202-8E9A-46EC-BA9B-645D236DA81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3" name="Cube 122">
                <a:extLst>
                  <a:ext uri="{FF2B5EF4-FFF2-40B4-BE49-F238E27FC236}">
                    <a16:creationId xmlns:a16="http://schemas.microsoft.com/office/drawing/2014/main" id="{8F74947B-FB22-4705-AE35-3FFC44511FC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4" name="Cube 123">
                <a:extLst>
                  <a:ext uri="{FF2B5EF4-FFF2-40B4-BE49-F238E27FC236}">
                    <a16:creationId xmlns:a16="http://schemas.microsoft.com/office/drawing/2014/main" id="{636F49CB-25F0-46B0-AE9D-8867431BF4E7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5" name="Cube 124">
                <a:extLst>
                  <a:ext uri="{FF2B5EF4-FFF2-40B4-BE49-F238E27FC236}">
                    <a16:creationId xmlns:a16="http://schemas.microsoft.com/office/drawing/2014/main" id="{8982F2B9-8C22-4FF6-97E8-D2A8403E4266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0471516A-A1D1-4AF0-8C7F-6C0E16660BB3}"/>
                </a:ext>
              </a:extLst>
            </p:cNvPr>
            <p:cNvGrpSpPr/>
            <p:nvPr/>
          </p:nvGrpSpPr>
          <p:grpSpPr>
            <a:xfrm>
              <a:off x="3816301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28" name="Cube 127">
                <a:extLst>
                  <a:ext uri="{FF2B5EF4-FFF2-40B4-BE49-F238E27FC236}">
                    <a16:creationId xmlns:a16="http://schemas.microsoft.com/office/drawing/2014/main" id="{485DEA9E-B260-42AB-A20C-DC3085BB3542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29" name="Cube 128">
                <a:extLst>
                  <a:ext uri="{FF2B5EF4-FFF2-40B4-BE49-F238E27FC236}">
                    <a16:creationId xmlns:a16="http://schemas.microsoft.com/office/drawing/2014/main" id="{BA41435F-5592-4561-AEDE-62DA2E625EC9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0" name="Cube 129">
                <a:extLst>
                  <a:ext uri="{FF2B5EF4-FFF2-40B4-BE49-F238E27FC236}">
                    <a16:creationId xmlns:a16="http://schemas.microsoft.com/office/drawing/2014/main" id="{9680384B-C07A-4360-A931-A35D5517596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1" name="Cube 130">
                <a:extLst>
                  <a:ext uri="{FF2B5EF4-FFF2-40B4-BE49-F238E27FC236}">
                    <a16:creationId xmlns:a16="http://schemas.microsoft.com/office/drawing/2014/main" id="{0D5E2E33-1D89-4AA0-8480-862B1CBB5FE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2" name="Cube 131">
                <a:extLst>
                  <a:ext uri="{FF2B5EF4-FFF2-40B4-BE49-F238E27FC236}">
                    <a16:creationId xmlns:a16="http://schemas.microsoft.com/office/drawing/2014/main" id="{EB9B1429-7624-4244-8253-7BC55AB9E3D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3" name="Cube 132">
                <a:extLst>
                  <a:ext uri="{FF2B5EF4-FFF2-40B4-BE49-F238E27FC236}">
                    <a16:creationId xmlns:a16="http://schemas.microsoft.com/office/drawing/2014/main" id="{9394C2EF-2D4C-4E25-ACD5-27762A65EF3E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4" name="Cube 133">
                <a:extLst>
                  <a:ext uri="{FF2B5EF4-FFF2-40B4-BE49-F238E27FC236}">
                    <a16:creationId xmlns:a16="http://schemas.microsoft.com/office/drawing/2014/main" id="{769E6C1C-9AA2-4B85-B554-D95FA3A45BC1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5" name="Cube 134">
                <a:extLst>
                  <a:ext uri="{FF2B5EF4-FFF2-40B4-BE49-F238E27FC236}">
                    <a16:creationId xmlns:a16="http://schemas.microsoft.com/office/drawing/2014/main" id="{BDB77380-D1BD-42BC-A8B2-E3231EA1BB8E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6" name="Cube 135">
                <a:extLst>
                  <a:ext uri="{FF2B5EF4-FFF2-40B4-BE49-F238E27FC236}">
                    <a16:creationId xmlns:a16="http://schemas.microsoft.com/office/drawing/2014/main" id="{6130B6C4-E0B5-4B58-BBFF-F60568E2A4A6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37" name="Cube 136">
                <a:extLst>
                  <a:ext uri="{FF2B5EF4-FFF2-40B4-BE49-F238E27FC236}">
                    <a16:creationId xmlns:a16="http://schemas.microsoft.com/office/drawing/2014/main" id="{BBB2A820-2329-451F-8140-7AB59FDE5B6F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4221760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62721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503267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43813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84359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624905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65451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163637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163637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978029E-8E87-E74E-CA6B-5194EBDE1585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487249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9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1 − 0.97</a:t>
            </a:r>
          </a:p>
        </p:txBody>
      </p: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B92C2043-E981-4B4D-B293-36C5301C8E03}"/>
              </a:ext>
            </a:extLst>
          </p:cNvPr>
          <p:cNvGrpSpPr/>
          <p:nvPr/>
        </p:nvGrpSpPr>
        <p:grpSpPr>
          <a:xfrm>
            <a:off x="4479662" y="3801596"/>
            <a:ext cx="963301" cy="264801"/>
            <a:chOff x="7271704" y="3801596"/>
            <a:chExt cx="963301" cy="264801"/>
          </a:xfrm>
        </p:grpSpPr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7" name="Cube 226">
              <a:extLst>
                <a:ext uri="{FF2B5EF4-FFF2-40B4-BE49-F238E27FC236}">
                  <a16:creationId xmlns:a16="http://schemas.microsoft.com/office/drawing/2014/main" id="{DA036EF6-90B7-4791-8FD4-061AFB0960E1}"/>
                </a:ext>
              </a:extLst>
            </p:cNvPr>
            <p:cNvSpPr/>
            <p:nvPr/>
          </p:nvSpPr>
          <p:spPr>
            <a:xfrm>
              <a:off x="79702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5134046-72D0-4DA9-6FA1-2A369A47FA7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99759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8" y="1984981"/>
            <a:ext cx="24224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1 − 0.18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AFD7F2DB-47E3-47AD-AB9F-F26ECDFCC903}"/>
              </a:ext>
            </a:extLst>
          </p:cNvPr>
          <p:cNvGrpSpPr/>
          <p:nvPr/>
        </p:nvGrpSpPr>
        <p:grpSpPr>
          <a:xfrm>
            <a:off x="2979687" y="3713980"/>
            <a:ext cx="3946626" cy="2042321"/>
            <a:chOff x="3939129" y="3713980"/>
            <a:chExt cx="3946626" cy="2042321"/>
          </a:xfrm>
        </p:grpSpPr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B2D4F005-319C-4C4D-9DF9-E578C9EF6AFA}"/>
                </a:ext>
              </a:extLst>
            </p:cNvPr>
            <p:cNvGrpSpPr/>
            <p:nvPr/>
          </p:nvGrpSpPr>
          <p:grpSpPr>
            <a:xfrm>
              <a:off x="3939129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39" name="Cube 138">
                <a:extLst>
                  <a:ext uri="{FF2B5EF4-FFF2-40B4-BE49-F238E27FC236}">
                    <a16:creationId xmlns:a16="http://schemas.microsoft.com/office/drawing/2014/main" id="{68595221-DDD3-4557-9D98-03481264F8A8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0" name="Cube 139">
                <a:extLst>
                  <a:ext uri="{FF2B5EF4-FFF2-40B4-BE49-F238E27FC236}">
                    <a16:creationId xmlns:a16="http://schemas.microsoft.com/office/drawing/2014/main" id="{A11FD650-1549-426E-9BFC-FDE7CA20F9DF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1" name="Cube 140">
                <a:extLst>
                  <a:ext uri="{FF2B5EF4-FFF2-40B4-BE49-F238E27FC236}">
                    <a16:creationId xmlns:a16="http://schemas.microsoft.com/office/drawing/2014/main" id="{1959727B-C8F3-41C9-AA23-8F55698218E1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2" name="Cube 141">
                <a:extLst>
                  <a:ext uri="{FF2B5EF4-FFF2-40B4-BE49-F238E27FC236}">
                    <a16:creationId xmlns:a16="http://schemas.microsoft.com/office/drawing/2014/main" id="{A8BFEE68-B98E-4258-A8C4-3774A0F13DDC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3" name="Cube 142">
                <a:extLst>
                  <a:ext uri="{FF2B5EF4-FFF2-40B4-BE49-F238E27FC236}">
                    <a16:creationId xmlns:a16="http://schemas.microsoft.com/office/drawing/2014/main" id="{A340408E-5AE3-4889-9106-D4ACF5E5E5A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4" name="Cube 143">
                <a:extLst>
                  <a:ext uri="{FF2B5EF4-FFF2-40B4-BE49-F238E27FC236}">
                    <a16:creationId xmlns:a16="http://schemas.microsoft.com/office/drawing/2014/main" id="{996B6FBC-212C-45DE-B547-64FB3282064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5" name="Cube 144">
                <a:extLst>
                  <a:ext uri="{FF2B5EF4-FFF2-40B4-BE49-F238E27FC236}">
                    <a16:creationId xmlns:a16="http://schemas.microsoft.com/office/drawing/2014/main" id="{C2D8F603-3CC0-4288-B1EA-52460413618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6" name="Cube 145">
                <a:extLst>
                  <a:ext uri="{FF2B5EF4-FFF2-40B4-BE49-F238E27FC236}">
                    <a16:creationId xmlns:a16="http://schemas.microsoft.com/office/drawing/2014/main" id="{AEE30486-BD73-438B-BE2F-DABF5122DDE5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7" name="Cube 146">
                <a:extLst>
                  <a:ext uri="{FF2B5EF4-FFF2-40B4-BE49-F238E27FC236}">
                    <a16:creationId xmlns:a16="http://schemas.microsoft.com/office/drawing/2014/main" id="{8A9ACDA2-A022-423C-B9DC-982AE02000A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48" name="Cube 147">
                <a:extLst>
                  <a:ext uri="{FF2B5EF4-FFF2-40B4-BE49-F238E27FC236}">
                    <a16:creationId xmlns:a16="http://schemas.microsoft.com/office/drawing/2014/main" id="{10788F25-EF0E-4AF1-A45E-E792B08DD3E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49" name="Group 148">
              <a:extLst>
                <a:ext uri="{FF2B5EF4-FFF2-40B4-BE49-F238E27FC236}">
                  <a16:creationId xmlns:a16="http://schemas.microsoft.com/office/drawing/2014/main" id="{FA9E6623-3889-4462-89D2-82FA9D36840C}"/>
                </a:ext>
              </a:extLst>
            </p:cNvPr>
            <p:cNvGrpSpPr/>
            <p:nvPr/>
          </p:nvGrpSpPr>
          <p:grpSpPr>
            <a:xfrm>
              <a:off x="4344588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50" name="Cube 149">
                <a:extLst>
                  <a:ext uri="{FF2B5EF4-FFF2-40B4-BE49-F238E27FC236}">
                    <a16:creationId xmlns:a16="http://schemas.microsoft.com/office/drawing/2014/main" id="{CDD3C96A-7387-4CCE-842D-9BA52E6F281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1" name="Cube 150">
                <a:extLst>
                  <a:ext uri="{FF2B5EF4-FFF2-40B4-BE49-F238E27FC236}">
                    <a16:creationId xmlns:a16="http://schemas.microsoft.com/office/drawing/2014/main" id="{AED4F487-840E-41A1-9BE9-F804AEC3B873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2" name="Cube 151">
                <a:extLst>
                  <a:ext uri="{FF2B5EF4-FFF2-40B4-BE49-F238E27FC236}">
                    <a16:creationId xmlns:a16="http://schemas.microsoft.com/office/drawing/2014/main" id="{AEFAACDF-788D-41EE-87C4-DC33A97F060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3" name="Cube 152">
                <a:extLst>
                  <a:ext uri="{FF2B5EF4-FFF2-40B4-BE49-F238E27FC236}">
                    <a16:creationId xmlns:a16="http://schemas.microsoft.com/office/drawing/2014/main" id="{9877D481-5C53-4B97-BB8A-B7BA5ACE2378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4" name="Cube 153">
                <a:extLst>
                  <a:ext uri="{FF2B5EF4-FFF2-40B4-BE49-F238E27FC236}">
                    <a16:creationId xmlns:a16="http://schemas.microsoft.com/office/drawing/2014/main" id="{A1AA4B68-3755-41CF-82FE-4D9CD6CAC98B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5" name="Cube 154">
                <a:extLst>
                  <a:ext uri="{FF2B5EF4-FFF2-40B4-BE49-F238E27FC236}">
                    <a16:creationId xmlns:a16="http://schemas.microsoft.com/office/drawing/2014/main" id="{7825AC1B-20F0-4392-BDE8-9BC4E0D89F72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6" name="Cube 155">
                <a:extLst>
                  <a:ext uri="{FF2B5EF4-FFF2-40B4-BE49-F238E27FC236}">
                    <a16:creationId xmlns:a16="http://schemas.microsoft.com/office/drawing/2014/main" id="{4AA3BAFC-4185-4BE1-A579-C5900D447F10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7" name="Cube 156">
                <a:extLst>
                  <a:ext uri="{FF2B5EF4-FFF2-40B4-BE49-F238E27FC236}">
                    <a16:creationId xmlns:a16="http://schemas.microsoft.com/office/drawing/2014/main" id="{1B745A1C-EBFB-4BF6-9152-81B4D121FFC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8" name="Cube 157">
                <a:extLst>
                  <a:ext uri="{FF2B5EF4-FFF2-40B4-BE49-F238E27FC236}">
                    <a16:creationId xmlns:a16="http://schemas.microsoft.com/office/drawing/2014/main" id="{0BB7C134-CB17-4FF3-93BA-E194815E9A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59" name="Cube 158">
                <a:extLst>
                  <a:ext uri="{FF2B5EF4-FFF2-40B4-BE49-F238E27FC236}">
                    <a16:creationId xmlns:a16="http://schemas.microsoft.com/office/drawing/2014/main" id="{20ACE31D-7F1E-4281-BE97-55447A573FE8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50175FFC-97E9-4DA8-AD05-D242621C49C0}"/>
                </a:ext>
              </a:extLst>
            </p:cNvPr>
            <p:cNvGrpSpPr/>
            <p:nvPr/>
          </p:nvGrpSpPr>
          <p:grpSpPr>
            <a:xfrm>
              <a:off x="4750047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61" name="Cube 160">
                <a:extLst>
                  <a:ext uri="{FF2B5EF4-FFF2-40B4-BE49-F238E27FC236}">
                    <a16:creationId xmlns:a16="http://schemas.microsoft.com/office/drawing/2014/main" id="{C5204396-ACCD-44F2-BB0D-813851E9AF51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2" name="Cube 161">
                <a:extLst>
                  <a:ext uri="{FF2B5EF4-FFF2-40B4-BE49-F238E27FC236}">
                    <a16:creationId xmlns:a16="http://schemas.microsoft.com/office/drawing/2014/main" id="{56CF8986-8694-4075-8F53-B9E91601BED4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3" name="Cube 162">
                <a:extLst>
                  <a:ext uri="{FF2B5EF4-FFF2-40B4-BE49-F238E27FC236}">
                    <a16:creationId xmlns:a16="http://schemas.microsoft.com/office/drawing/2014/main" id="{244F8646-50FB-47A1-9052-0E637387F06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4" name="Cube 163">
                <a:extLst>
                  <a:ext uri="{FF2B5EF4-FFF2-40B4-BE49-F238E27FC236}">
                    <a16:creationId xmlns:a16="http://schemas.microsoft.com/office/drawing/2014/main" id="{7DF342A2-E40A-4468-BAB5-31502FE3D8E6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5" name="Cube 164">
                <a:extLst>
                  <a:ext uri="{FF2B5EF4-FFF2-40B4-BE49-F238E27FC236}">
                    <a16:creationId xmlns:a16="http://schemas.microsoft.com/office/drawing/2014/main" id="{D2518097-9D29-4405-81D3-CDA862D8F2D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6" name="Cube 165">
                <a:extLst>
                  <a:ext uri="{FF2B5EF4-FFF2-40B4-BE49-F238E27FC236}">
                    <a16:creationId xmlns:a16="http://schemas.microsoft.com/office/drawing/2014/main" id="{C69CABA5-2FB7-40D2-816D-AEDA40DCCDAD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7" name="Cube 166">
                <a:extLst>
                  <a:ext uri="{FF2B5EF4-FFF2-40B4-BE49-F238E27FC236}">
                    <a16:creationId xmlns:a16="http://schemas.microsoft.com/office/drawing/2014/main" id="{C32A6B55-2DF7-48AE-A833-ABFA76D296EF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8" name="Cube 167">
                <a:extLst>
                  <a:ext uri="{FF2B5EF4-FFF2-40B4-BE49-F238E27FC236}">
                    <a16:creationId xmlns:a16="http://schemas.microsoft.com/office/drawing/2014/main" id="{A022D0CF-9A89-4A9B-BBED-1101D116017A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69" name="Cube 168">
                <a:extLst>
                  <a:ext uri="{FF2B5EF4-FFF2-40B4-BE49-F238E27FC236}">
                    <a16:creationId xmlns:a16="http://schemas.microsoft.com/office/drawing/2014/main" id="{F635AA83-5F27-4B76-9DAC-F73BFD232E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0" name="Cube 169">
                <a:extLst>
                  <a:ext uri="{FF2B5EF4-FFF2-40B4-BE49-F238E27FC236}">
                    <a16:creationId xmlns:a16="http://schemas.microsoft.com/office/drawing/2014/main" id="{F2963C56-669C-4E53-8F36-14FC5C14A65D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CBE82A5A-9F59-469E-9E87-27B28D94B1B5}"/>
                </a:ext>
              </a:extLst>
            </p:cNvPr>
            <p:cNvGrpSpPr/>
            <p:nvPr/>
          </p:nvGrpSpPr>
          <p:grpSpPr>
            <a:xfrm>
              <a:off x="5155506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72" name="Cube 171">
                <a:extLst>
                  <a:ext uri="{FF2B5EF4-FFF2-40B4-BE49-F238E27FC236}">
                    <a16:creationId xmlns:a16="http://schemas.microsoft.com/office/drawing/2014/main" id="{9252AD58-1CCA-473C-844C-F5E9D535A465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3" name="Cube 172">
                <a:extLst>
                  <a:ext uri="{FF2B5EF4-FFF2-40B4-BE49-F238E27FC236}">
                    <a16:creationId xmlns:a16="http://schemas.microsoft.com/office/drawing/2014/main" id="{197ABBB6-A0EB-41A1-B8D8-118AC388C0AB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4" name="Cube 173">
                <a:extLst>
                  <a:ext uri="{FF2B5EF4-FFF2-40B4-BE49-F238E27FC236}">
                    <a16:creationId xmlns:a16="http://schemas.microsoft.com/office/drawing/2014/main" id="{575E129D-D5EE-4CDA-B9C8-909A5FB9E9B6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5" name="Cube 174">
                <a:extLst>
                  <a:ext uri="{FF2B5EF4-FFF2-40B4-BE49-F238E27FC236}">
                    <a16:creationId xmlns:a16="http://schemas.microsoft.com/office/drawing/2014/main" id="{0EF49B61-9704-44D5-A786-6CDFF86EBD39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6" name="Cube 175">
                <a:extLst>
                  <a:ext uri="{FF2B5EF4-FFF2-40B4-BE49-F238E27FC236}">
                    <a16:creationId xmlns:a16="http://schemas.microsoft.com/office/drawing/2014/main" id="{409CEA96-C774-42DA-8DF2-292212FB089E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7" name="Cube 176">
                <a:extLst>
                  <a:ext uri="{FF2B5EF4-FFF2-40B4-BE49-F238E27FC236}">
                    <a16:creationId xmlns:a16="http://schemas.microsoft.com/office/drawing/2014/main" id="{33361694-BC25-46E9-B679-C3B2CA5A79B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8" name="Cube 177">
                <a:extLst>
                  <a:ext uri="{FF2B5EF4-FFF2-40B4-BE49-F238E27FC236}">
                    <a16:creationId xmlns:a16="http://schemas.microsoft.com/office/drawing/2014/main" id="{E7595D62-5162-49FE-A40E-FB56706B4FB9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9" name="Cube 178">
                <a:extLst>
                  <a:ext uri="{FF2B5EF4-FFF2-40B4-BE49-F238E27FC236}">
                    <a16:creationId xmlns:a16="http://schemas.microsoft.com/office/drawing/2014/main" id="{F913DFC0-732C-4D21-8731-04A1AE1F1E24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0" name="Cube 179">
                <a:extLst>
                  <a:ext uri="{FF2B5EF4-FFF2-40B4-BE49-F238E27FC236}">
                    <a16:creationId xmlns:a16="http://schemas.microsoft.com/office/drawing/2014/main" id="{41735BC0-216A-4AA4-82CB-9A6E1955F903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1" name="Cube 180">
                <a:extLst>
                  <a:ext uri="{FF2B5EF4-FFF2-40B4-BE49-F238E27FC236}">
                    <a16:creationId xmlns:a16="http://schemas.microsoft.com/office/drawing/2014/main" id="{21FA0696-9704-4070-96A5-C1597C4BFBB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4054C840-8B63-4D35-A05D-9BB381CCE462}"/>
                </a:ext>
              </a:extLst>
            </p:cNvPr>
            <p:cNvGrpSpPr/>
            <p:nvPr/>
          </p:nvGrpSpPr>
          <p:grpSpPr>
            <a:xfrm>
              <a:off x="5560965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83" name="Cube 182">
                <a:extLst>
                  <a:ext uri="{FF2B5EF4-FFF2-40B4-BE49-F238E27FC236}">
                    <a16:creationId xmlns:a16="http://schemas.microsoft.com/office/drawing/2014/main" id="{97B32946-B23A-4710-9978-83EEAA568FD7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4" name="Cube 183">
                <a:extLst>
                  <a:ext uri="{FF2B5EF4-FFF2-40B4-BE49-F238E27FC236}">
                    <a16:creationId xmlns:a16="http://schemas.microsoft.com/office/drawing/2014/main" id="{A2A759C3-4530-476C-9B63-5D4F0CAFBD18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5" name="Cube 184">
                <a:extLst>
                  <a:ext uri="{FF2B5EF4-FFF2-40B4-BE49-F238E27FC236}">
                    <a16:creationId xmlns:a16="http://schemas.microsoft.com/office/drawing/2014/main" id="{3A4BBFB0-BA57-4FD6-90B5-B5FA6BCCDF3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6" name="Cube 185">
                <a:extLst>
                  <a:ext uri="{FF2B5EF4-FFF2-40B4-BE49-F238E27FC236}">
                    <a16:creationId xmlns:a16="http://schemas.microsoft.com/office/drawing/2014/main" id="{8141CE8C-F06C-450F-A44A-B51A0949690D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7" name="Cube 186">
                <a:extLst>
                  <a:ext uri="{FF2B5EF4-FFF2-40B4-BE49-F238E27FC236}">
                    <a16:creationId xmlns:a16="http://schemas.microsoft.com/office/drawing/2014/main" id="{3FDB80FC-B534-46FA-8C2F-03C300956419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8" name="Cube 187">
                <a:extLst>
                  <a:ext uri="{FF2B5EF4-FFF2-40B4-BE49-F238E27FC236}">
                    <a16:creationId xmlns:a16="http://schemas.microsoft.com/office/drawing/2014/main" id="{20769BB7-2E9F-4D5A-8DCD-39A723C059A5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89" name="Cube 188">
                <a:extLst>
                  <a:ext uri="{FF2B5EF4-FFF2-40B4-BE49-F238E27FC236}">
                    <a16:creationId xmlns:a16="http://schemas.microsoft.com/office/drawing/2014/main" id="{F3600172-4181-45B2-B2D3-F99D28F0D672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0" name="Cube 189">
                <a:extLst>
                  <a:ext uri="{FF2B5EF4-FFF2-40B4-BE49-F238E27FC236}">
                    <a16:creationId xmlns:a16="http://schemas.microsoft.com/office/drawing/2014/main" id="{CA5AAA3E-E645-490C-AC1E-E2880947339D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1" name="Cube 190">
                <a:extLst>
                  <a:ext uri="{FF2B5EF4-FFF2-40B4-BE49-F238E27FC236}">
                    <a16:creationId xmlns:a16="http://schemas.microsoft.com/office/drawing/2014/main" id="{D49C1B2D-08BE-430D-A9C2-2C4414E18FA5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2" name="Cube 191">
                <a:extLst>
                  <a:ext uri="{FF2B5EF4-FFF2-40B4-BE49-F238E27FC236}">
                    <a16:creationId xmlns:a16="http://schemas.microsoft.com/office/drawing/2014/main" id="{6E694EE7-FCF7-4743-BB99-630DB3C6720B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126" name="Cube 125">
              <a:extLst>
                <a:ext uri="{FF2B5EF4-FFF2-40B4-BE49-F238E27FC236}">
                  <a16:creationId xmlns:a16="http://schemas.microsoft.com/office/drawing/2014/main" id="{34FDCDA6-02C8-4F96-A9A6-44A0DA63249B}"/>
                </a:ext>
              </a:extLst>
            </p:cNvPr>
            <p:cNvSpPr/>
            <p:nvPr/>
          </p:nvSpPr>
          <p:spPr>
            <a:xfrm>
              <a:off x="727170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226" name="Cube 225">
              <a:extLst>
                <a:ext uri="{FF2B5EF4-FFF2-40B4-BE49-F238E27FC236}">
                  <a16:creationId xmlns:a16="http://schemas.microsoft.com/office/drawing/2014/main" id="{BDFCAE22-57F0-4DB6-9693-50FF87E6D06F}"/>
                </a:ext>
              </a:extLst>
            </p:cNvPr>
            <p:cNvSpPr/>
            <p:nvPr/>
          </p:nvSpPr>
          <p:spPr>
            <a:xfrm>
              <a:off x="7620954" y="3801596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7B4B860-DEC5-CB74-C070-ED6EAB6715DD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667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741789" y="1984981"/>
            <a:ext cx="24224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5400" dirty="0"/>
              <a:t>1 − 0.62</a:t>
            </a:r>
          </a:p>
        </p:txBody>
      </p: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F5C6E468-E4B6-48DB-BAC4-DD3FC007065F}"/>
              </a:ext>
            </a:extLst>
          </p:cNvPr>
          <p:cNvGrpSpPr/>
          <p:nvPr/>
        </p:nvGrpSpPr>
        <p:grpSpPr>
          <a:xfrm>
            <a:off x="3477772" y="3713980"/>
            <a:ext cx="2967081" cy="2042321"/>
            <a:chOff x="5966424" y="3713980"/>
            <a:chExt cx="2967081" cy="2042321"/>
          </a:xfrm>
        </p:grpSpPr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41B7954D-6FAC-47EC-93C5-DBF8FF9AA206}"/>
                </a:ext>
              </a:extLst>
            </p:cNvPr>
            <p:cNvGrpSpPr/>
            <p:nvPr/>
          </p:nvGrpSpPr>
          <p:grpSpPr>
            <a:xfrm>
              <a:off x="596642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194" name="Cube 193">
                <a:extLst>
                  <a:ext uri="{FF2B5EF4-FFF2-40B4-BE49-F238E27FC236}">
                    <a16:creationId xmlns:a16="http://schemas.microsoft.com/office/drawing/2014/main" id="{E5D21025-CDCC-4879-AB79-7B9AC30191FC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5" name="Cube 194">
                <a:extLst>
                  <a:ext uri="{FF2B5EF4-FFF2-40B4-BE49-F238E27FC236}">
                    <a16:creationId xmlns:a16="http://schemas.microsoft.com/office/drawing/2014/main" id="{826FDB9E-C411-44A2-8134-A8264D92E1B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6" name="Cube 195">
                <a:extLst>
                  <a:ext uri="{FF2B5EF4-FFF2-40B4-BE49-F238E27FC236}">
                    <a16:creationId xmlns:a16="http://schemas.microsoft.com/office/drawing/2014/main" id="{D3CC2360-C73A-433B-AEB1-1ECA78C9A348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7" name="Cube 196">
                <a:extLst>
                  <a:ext uri="{FF2B5EF4-FFF2-40B4-BE49-F238E27FC236}">
                    <a16:creationId xmlns:a16="http://schemas.microsoft.com/office/drawing/2014/main" id="{78FECE03-F327-4AB4-92FE-562820F25133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8" name="Cube 197">
                <a:extLst>
                  <a:ext uri="{FF2B5EF4-FFF2-40B4-BE49-F238E27FC236}">
                    <a16:creationId xmlns:a16="http://schemas.microsoft.com/office/drawing/2014/main" id="{8490332D-8DFB-4517-89C6-38DD0E2E6D9F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99" name="Cube 198">
                <a:extLst>
                  <a:ext uri="{FF2B5EF4-FFF2-40B4-BE49-F238E27FC236}">
                    <a16:creationId xmlns:a16="http://schemas.microsoft.com/office/drawing/2014/main" id="{8BB81A7D-342F-4D05-AB05-4B95B7647563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0" name="Cube 199">
                <a:extLst>
                  <a:ext uri="{FF2B5EF4-FFF2-40B4-BE49-F238E27FC236}">
                    <a16:creationId xmlns:a16="http://schemas.microsoft.com/office/drawing/2014/main" id="{44E3ED60-2C2D-4F0E-B01C-F2DF3D16E90C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1" name="Cube 200">
                <a:extLst>
                  <a:ext uri="{FF2B5EF4-FFF2-40B4-BE49-F238E27FC236}">
                    <a16:creationId xmlns:a16="http://schemas.microsoft.com/office/drawing/2014/main" id="{C93BAE89-2E83-43BA-A625-F8D5C185720C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2" name="Cube 201">
                <a:extLst>
                  <a:ext uri="{FF2B5EF4-FFF2-40B4-BE49-F238E27FC236}">
                    <a16:creationId xmlns:a16="http://schemas.microsoft.com/office/drawing/2014/main" id="{6EA4E230-FD34-4B58-9BFF-0188455BCF1E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3" name="Cube 202">
                <a:extLst>
                  <a:ext uri="{FF2B5EF4-FFF2-40B4-BE49-F238E27FC236}">
                    <a16:creationId xmlns:a16="http://schemas.microsoft.com/office/drawing/2014/main" id="{14359215-79EF-4D61-86AC-DD66B54327A5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04" name="Group 203">
              <a:extLst>
                <a:ext uri="{FF2B5EF4-FFF2-40B4-BE49-F238E27FC236}">
                  <a16:creationId xmlns:a16="http://schemas.microsoft.com/office/drawing/2014/main" id="{43CD9C91-251A-4CC1-AAF2-E75A0DE856C7}"/>
                </a:ext>
              </a:extLst>
            </p:cNvPr>
            <p:cNvGrpSpPr/>
            <p:nvPr/>
          </p:nvGrpSpPr>
          <p:grpSpPr>
            <a:xfrm>
              <a:off x="6371883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05" name="Cube 204">
                <a:extLst>
                  <a:ext uri="{FF2B5EF4-FFF2-40B4-BE49-F238E27FC236}">
                    <a16:creationId xmlns:a16="http://schemas.microsoft.com/office/drawing/2014/main" id="{4780C9B1-B1C8-42DC-8BE2-CCDA0F1C09DB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6" name="Cube 205">
                <a:extLst>
                  <a:ext uri="{FF2B5EF4-FFF2-40B4-BE49-F238E27FC236}">
                    <a16:creationId xmlns:a16="http://schemas.microsoft.com/office/drawing/2014/main" id="{40148EFA-900B-4D47-9040-AACC622F5EC0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7" name="Cube 206">
                <a:extLst>
                  <a:ext uri="{FF2B5EF4-FFF2-40B4-BE49-F238E27FC236}">
                    <a16:creationId xmlns:a16="http://schemas.microsoft.com/office/drawing/2014/main" id="{53436567-08EC-4BA2-BC70-28AA89154954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8" name="Cube 207">
                <a:extLst>
                  <a:ext uri="{FF2B5EF4-FFF2-40B4-BE49-F238E27FC236}">
                    <a16:creationId xmlns:a16="http://schemas.microsoft.com/office/drawing/2014/main" id="{C0EB537B-459B-4464-B009-F0BB8FB2CBA7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09" name="Cube 208">
                <a:extLst>
                  <a:ext uri="{FF2B5EF4-FFF2-40B4-BE49-F238E27FC236}">
                    <a16:creationId xmlns:a16="http://schemas.microsoft.com/office/drawing/2014/main" id="{66BE28AD-D7F2-4DDF-A06D-33CDE5979AE1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0" name="Cube 209">
                <a:extLst>
                  <a:ext uri="{FF2B5EF4-FFF2-40B4-BE49-F238E27FC236}">
                    <a16:creationId xmlns:a16="http://schemas.microsoft.com/office/drawing/2014/main" id="{E641FFD4-74C8-4B18-942C-254CD75E0A37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1" name="Cube 210">
                <a:extLst>
                  <a:ext uri="{FF2B5EF4-FFF2-40B4-BE49-F238E27FC236}">
                    <a16:creationId xmlns:a16="http://schemas.microsoft.com/office/drawing/2014/main" id="{2BBFB2F5-E64E-4FD3-AC4E-6BA54424DB67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2" name="Cube 211">
                <a:extLst>
                  <a:ext uri="{FF2B5EF4-FFF2-40B4-BE49-F238E27FC236}">
                    <a16:creationId xmlns:a16="http://schemas.microsoft.com/office/drawing/2014/main" id="{5E442CBB-4DC4-4228-A98D-84817DE07333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3" name="Cube 212">
                <a:extLst>
                  <a:ext uri="{FF2B5EF4-FFF2-40B4-BE49-F238E27FC236}">
                    <a16:creationId xmlns:a16="http://schemas.microsoft.com/office/drawing/2014/main" id="{1177E7D3-5CFC-4D66-ADFD-2E4A0774B44F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4" name="Cube 213">
                <a:extLst>
                  <a:ext uri="{FF2B5EF4-FFF2-40B4-BE49-F238E27FC236}">
                    <a16:creationId xmlns:a16="http://schemas.microsoft.com/office/drawing/2014/main" id="{00F953EE-7E80-4A8A-A2E1-E6BFF35EDED2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215" name="Group 214">
              <a:extLst>
                <a:ext uri="{FF2B5EF4-FFF2-40B4-BE49-F238E27FC236}">
                  <a16:creationId xmlns:a16="http://schemas.microsoft.com/office/drawing/2014/main" id="{FD0D94AB-7A99-434B-AB4D-15AAE5B3D52F}"/>
                </a:ext>
              </a:extLst>
            </p:cNvPr>
            <p:cNvGrpSpPr/>
            <p:nvPr/>
          </p:nvGrpSpPr>
          <p:grpSpPr>
            <a:xfrm>
              <a:off x="6777344" y="3713980"/>
              <a:ext cx="264801" cy="2042321"/>
              <a:chOff x="3698125" y="596372"/>
              <a:chExt cx="764771" cy="5898407"/>
            </a:xfrm>
            <a:solidFill>
              <a:srgbClr val="00C85A"/>
            </a:solidFill>
          </p:grpSpPr>
          <p:sp>
            <p:nvSpPr>
              <p:cNvPr id="216" name="Cube 215">
                <a:extLst>
                  <a:ext uri="{FF2B5EF4-FFF2-40B4-BE49-F238E27FC236}">
                    <a16:creationId xmlns:a16="http://schemas.microsoft.com/office/drawing/2014/main" id="{82ADF6F3-001D-4611-BFBC-189767B67576}"/>
                  </a:ext>
                </a:extLst>
              </p:cNvPr>
              <p:cNvSpPr/>
              <p:nvPr/>
            </p:nvSpPr>
            <p:spPr>
              <a:xfrm>
                <a:off x="3698125" y="573000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7" name="Cube 216">
                <a:extLst>
                  <a:ext uri="{FF2B5EF4-FFF2-40B4-BE49-F238E27FC236}">
                    <a16:creationId xmlns:a16="http://schemas.microsoft.com/office/drawing/2014/main" id="{0937ED31-904E-4F00-B553-428D8A297BD6}"/>
                  </a:ext>
                </a:extLst>
              </p:cNvPr>
              <p:cNvSpPr/>
              <p:nvPr/>
            </p:nvSpPr>
            <p:spPr>
              <a:xfrm>
                <a:off x="3698125" y="515960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8" name="Cube 217">
                <a:extLst>
                  <a:ext uri="{FF2B5EF4-FFF2-40B4-BE49-F238E27FC236}">
                    <a16:creationId xmlns:a16="http://schemas.microsoft.com/office/drawing/2014/main" id="{BBE07703-D270-4DE9-A33D-DD1DFD8D4CDE}"/>
                  </a:ext>
                </a:extLst>
              </p:cNvPr>
              <p:cNvSpPr/>
              <p:nvPr/>
            </p:nvSpPr>
            <p:spPr>
              <a:xfrm>
                <a:off x="3698125" y="458920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19" name="Cube 218">
                <a:extLst>
                  <a:ext uri="{FF2B5EF4-FFF2-40B4-BE49-F238E27FC236}">
                    <a16:creationId xmlns:a16="http://schemas.microsoft.com/office/drawing/2014/main" id="{C9B53331-ADF2-4F9E-B53C-C62E1C0DA682}"/>
                  </a:ext>
                </a:extLst>
              </p:cNvPr>
              <p:cNvSpPr/>
              <p:nvPr/>
            </p:nvSpPr>
            <p:spPr>
              <a:xfrm>
                <a:off x="3698125" y="401879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0" name="Cube 219">
                <a:extLst>
                  <a:ext uri="{FF2B5EF4-FFF2-40B4-BE49-F238E27FC236}">
                    <a16:creationId xmlns:a16="http://schemas.microsoft.com/office/drawing/2014/main" id="{32EC50E9-8087-4DDE-B4BC-51FA9922AA2A}"/>
                  </a:ext>
                </a:extLst>
              </p:cNvPr>
              <p:cNvSpPr/>
              <p:nvPr/>
            </p:nvSpPr>
            <p:spPr>
              <a:xfrm>
                <a:off x="3698125" y="344839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1" name="Cube 220">
                <a:extLst>
                  <a:ext uri="{FF2B5EF4-FFF2-40B4-BE49-F238E27FC236}">
                    <a16:creationId xmlns:a16="http://schemas.microsoft.com/office/drawing/2014/main" id="{BF15B390-04BC-4433-985F-32933B55535C}"/>
                  </a:ext>
                </a:extLst>
              </p:cNvPr>
              <p:cNvSpPr/>
              <p:nvPr/>
            </p:nvSpPr>
            <p:spPr>
              <a:xfrm>
                <a:off x="3698125" y="2877988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2" name="Cube 221">
                <a:extLst>
                  <a:ext uri="{FF2B5EF4-FFF2-40B4-BE49-F238E27FC236}">
                    <a16:creationId xmlns:a16="http://schemas.microsoft.com/office/drawing/2014/main" id="{FFA9A40A-1F4F-4914-AB67-D75CAD391A8B}"/>
                  </a:ext>
                </a:extLst>
              </p:cNvPr>
              <p:cNvSpPr/>
              <p:nvPr/>
            </p:nvSpPr>
            <p:spPr>
              <a:xfrm>
                <a:off x="3698125" y="2307584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3" name="Cube 222">
                <a:extLst>
                  <a:ext uri="{FF2B5EF4-FFF2-40B4-BE49-F238E27FC236}">
                    <a16:creationId xmlns:a16="http://schemas.microsoft.com/office/drawing/2014/main" id="{01910DFA-E493-4C6D-BA6B-245B8841E0AB}"/>
                  </a:ext>
                </a:extLst>
              </p:cNvPr>
              <p:cNvSpPr/>
              <p:nvPr/>
            </p:nvSpPr>
            <p:spPr>
              <a:xfrm>
                <a:off x="3698125" y="1737180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4" name="Cube 223">
                <a:extLst>
                  <a:ext uri="{FF2B5EF4-FFF2-40B4-BE49-F238E27FC236}">
                    <a16:creationId xmlns:a16="http://schemas.microsoft.com/office/drawing/2014/main" id="{78636E88-2598-452B-B138-915094A79B29}"/>
                  </a:ext>
                </a:extLst>
              </p:cNvPr>
              <p:cNvSpPr/>
              <p:nvPr/>
            </p:nvSpPr>
            <p:spPr>
              <a:xfrm>
                <a:off x="3698125" y="1166776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5" name="Cube 224">
                <a:extLst>
                  <a:ext uri="{FF2B5EF4-FFF2-40B4-BE49-F238E27FC236}">
                    <a16:creationId xmlns:a16="http://schemas.microsoft.com/office/drawing/2014/main" id="{659E5CFD-1288-4C86-9466-FE9A2C3AB504}"/>
                  </a:ext>
                </a:extLst>
              </p:cNvPr>
              <p:cNvSpPr/>
              <p:nvPr/>
            </p:nvSpPr>
            <p:spPr>
              <a:xfrm>
                <a:off x="3698125" y="596372"/>
                <a:ext cx="764771" cy="764771"/>
              </a:xfrm>
              <a:prstGeom prst="cube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grpSp>
          <p:nvGrpSpPr>
            <p:cNvPr id="361" name="Group 360">
              <a:extLst>
                <a:ext uri="{FF2B5EF4-FFF2-40B4-BE49-F238E27FC236}">
                  <a16:creationId xmlns:a16="http://schemas.microsoft.com/office/drawing/2014/main" id="{1B32371E-F87E-417F-972B-58819B5B7977}"/>
                </a:ext>
              </a:extLst>
            </p:cNvPr>
            <p:cNvGrpSpPr/>
            <p:nvPr/>
          </p:nvGrpSpPr>
          <p:grpSpPr>
            <a:xfrm>
              <a:off x="7271704" y="3801596"/>
              <a:ext cx="1661801" cy="264801"/>
              <a:chOff x="7811454" y="3719046"/>
              <a:chExt cx="1661801" cy="264801"/>
            </a:xfrm>
          </p:grpSpPr>
          <p:sp>
            <p:nvSpPr>
              <p:cNvPr id="126" name="Cube 125">
                <a:extLst>
                  <a:ext uri="{FF2B5EF4-FFF2-40B4-BE49-F238E27FC236}">
                    <a16:creationId xmlns:a16="http://schemas.microsoft.com/office/drawing/2014/main" id="{34FDCDA6-02C8-4F96-A9A6-44A0DA63249B}"/>
                  </a:ext>
                </a:extLst>
              </p:cNvPr>
              <p:cNvSpPr/>
              <p:nvPr/>
            </p:nvSpPr>
            <p:spPr>
              <a:xfrm>
                <a:off x="7811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6" name="Cube 225">
                <a:extLst>
                  <a:ext uri="{FF2B5EF4-FFF2-40B4-BE49-F238E27FC236}">
                    <a16:creationId xmlns:a16="http://schemas.microsoft.com/office/drawing/2014/main" id="{BDFCAE22-57F0-4DB6-9693-50FF87E6D06F}"/>
                  </a:ext>
                </a:extLst>
              </p:cNvPr>
              <p:cNvSpPr/>
              <p:nvPr/>
            </p:nvSpPr>
            <p:spPr>
              <a:xfrm>
                <a:off x="81607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7" name="Cube 226">
                <a:extLst>
                  <a:ext uri="{FF2B5EF4-FFF2-40B4-BE49-F238E27FC236}">
                    <a16:creationId xmlns:a16="http://schemas.microsoft.com/office/drawing/2014/main" id="{DA036EF6-90B7-4791-8FD4-061AFB0960E1}"/>
                  </a:ext>
                </a:extLst>
              </p:cNvPr>
              <p:cNvSpPr/>
              <p:nvPr/>
            </p:nvSpPr>
            <p:spPr>
              <a:xfrm>
                <a:off x="85099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28" name="Cube 227">
                <a:extLst>
                  <a:ext uri="{FF2B5EF4-FFF2-40B4-BE49-F238E27FC236}">
                    <a16:creationId xmlns:a16="http://schemas.microsoft.com/office/drawing/2014/main" id="{2C40D1BD-49BC-45A1-ACBC-1E208366EB56}"/>
                  </a:ext>
                </a:extLst>
              </p:cNvPr>
              <p:cNvSpPr/>
              <p:nvPr/>
            </p:nvSpPr>
            <p:spPr>
              <a:xfrm>
                <a:off x="885920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237" name="Cube 236">
                <a:extLst>
                  <a:ext uri="{FF2B5EF4-FFF2-40B4-BE49-F238E27FC236}">
                    <a16:creationId xmlns:a16="http://schemas.microsoft.com/office/drawing/2014/main" id="{A40196AB-92D1-465D-8472-2DE238D30612}"/>
                  </a:ext>
                </a:extLst>
              </p:cNvPr>
              <p:cNvSpPr/>
              <p:nvPr/>
            </p:nvSpPr>
            <p:spPr>
              <a:xfrm>
                <a:off x="9208454" y="3719046"/>
                <a:ext cx="264801" cy="264801"/>
              </a:xfrm>
              <a:prstGeom prst="cube">
                <a:avLst/>
              </a:prstGeom>
              <a:solidFill>
                <a:srgbClr val="FFFF00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</p:grpSp>
        <p:sp>
          <p:nvSpPr>
            <p:cNvPr id="363" name="Cube 362">
              <a:extLst>
                <a:ext uri="{FF2B5EF4-FFF2-40B4-BE49-F238E27FC236}">
                  <a16:creationId xmlns:a16="http://schemas.microsoft.com/office/drawing/2014/main" id="{D138A142-6A62-4D34-9FA2-830E2F8EB6F0}"/>
                </a:ext>
              </a:extLst>
            </p:cNvPr>
            <p:cNvSpPr/>
            <p:nvPr/>
          </p:nvSpPr>
          <p:spPr>
            <a:xfrm>
              <a:off x="72717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4" name="Cube 363">
              <a:extLst>
                <a:ext uri="{FF2B5EF4-FFF2-40B4-BE49-F238E27FC236}">
                  <a16:creationId xmlns:a16="http://schemas.microsoft.com/office/drawing/2014/main" id="{F58BB3FA-BE20-4D68-8E08-9BC3F031F8F2}"/>
                </a:ext>
              </a:extLst>
            </p:cNvPr>
            <p:cNvSpPr/>
            <p:nvPr/>
          </p:nvSpPr>
          <p:spPr>
            <a:xfrm>
              <a:off x="762095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65" name="Cube 364">
              <a:extLst>
                <a:ext uri="{FF2B5EF4-FFF2-40B4-BE49-F238E27FC236}">
                  <a16:creationId xmlns:a16="http://schemas.microsoft.com/office/drawing/2014/main" id="{DD5468DA-43B9-484F-A19B-E214B799BAA9}"/>
                </a:ext>
              </a:extLst>
            </p:cNvPr>
            <p:cNvSpPr/>
            <p:nvPr/>
          </p:nvSpPr>
          <p:spPr>
            <a:xfrm>
              <a:off x="7970204" y="4212759"/>
              <a:ext cx="264801" cy="264801"/>
            </a:xfrm>
            <a:prstGeom prst="cube">
              <a:avLst/>
            </a:prstGeom>
            <a:solidFill>
              <a:srgbClr val="FFFF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6614E97-2ED1-59FF-8A68-8CA134FF4338}"/>
              </a:ext>
            </a:extLst>
          </p:cNvPr>
          <p:cNvSpPr txBox="1"/>
          <p:nvPr/>
        </p:nvSpPr>
        <p:spPr>
          <a:xfrm>
            <a:off x="217648" y="234308"/>
            <a:ext cx="6898640" cy="1107996"/>
          </a:xfrm>
          <a:prstGeom prst="rect">
            <a:avLst/>
          </a:prstGeom>
          <a:noFill/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ru-RU" sz="6600" b="1" dirty="0">
                <a:solidFill>
                  <a:srgbClr val="00B0F0"/>
                </a:solidFill>
              </a:rPr>
              <a:t> </a:t>
            </a:r>
            <a:r>
              <a:rPr lang="ky-KG" sz="6600" b="1" dirty="0">
                <a:solidFill>
                  <a:srgbClr val="00B0F0"/>
                </a:solidFill>
              </a:rPr>
              <a:t>Мисал көрсөт</a:t>
            </a:r>
            <a:r>
              <a:rPr lang="ru-RU" sz="6600" b="1" dirty="0">
                <a:solidFill>
                  <a:srgbClr val="00B0F0"/>
                </a:solidFill>
              </a:rPr>
              <a:t>...</a:t>
            </a:r>
            <a:endParaRPr lang="en-US" sz="6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30581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10499</TotalTime>
  <Words>365</Words>
  <Application>Microsoft Office PowerPoint</Application>
  <PresentationFormat>A4 Paper (210x297 mm)</PresentationFormat>
  <Paragraphs>105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Calibri</vt:lpstr>
      <vt:lpstr>Calibri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497</cp:revision>
  <cp:lastPrinted>2017-12-31T22:38:51Z</cp:lastPrinted>
  <dcterms:created xsi:type="dcterms:W3CDTF">2017-01-17T16:57:04Z</dcterms:created>
  <dcterms:modified xsi:type="dcterms:W3CDTF">2024-09-28T18:16:04Z</dcterms:modified>
</cp:coreProperties>
</file>