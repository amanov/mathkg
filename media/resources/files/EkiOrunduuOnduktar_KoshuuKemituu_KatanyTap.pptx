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940" r:id="rId2"/>
    <p:sldId id="941" r:id="rId3"/>
    <p:sldId id="939" r:id="rId4"/>
    <p:sldId id="833" r:id="rId5"/>
    <p:sldId id="832" r:id="rId6"/>
    <p:sldId id="942" r:id="rId7"/>
  </p:sldIdLst>
  <p:sldSz cx="9906000" cy="6858000" type="A4"/>
  <p:notesSz cx="7104063" cy="10234613"/>
  <p:embeddedFontLst>
    <p:embeddedFont>
      <p:font typeface="Fira Code" panose="020B0809050000020004" pitchFamily="49" charset="0"/>
      <p:regular r:id="rId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87774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638" tIns="47319" rIns="94638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4638" tIns="47319" rIns="94638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24/05/2024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8" tIns="47319" rIns="94638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8" tIns="47319" rIns="94638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8" tIns="47319" rIns="94638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8" tIns="47319" rIns="94638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Two worksheets 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1035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B89D2DF-F554-4C2A-CE1D-D373E74E5B72}"/>
              </a:ext>
            </a:extLst>
          </p:cNvPr>
          <p:cNvSpPr txBox="1">
            <a:spLocks/>
          </p:cNvSpPr>
          <p:nvPr/>
        </p:nvSpPr>
        <p:spPr>
          <a:xfrm>
            <a:off x="116840" y="1595120"/>
            <a:ext cx="9677400" cy="451072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орундуу ондуктар – кошуу жана кемитүү – катаны тапкыла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жанындагы суроолорду жана жооптордун каталарын текшериши керек анан окуучулар аларды оңдошу керек.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Окуучуларга канча ката табуу керек экенин айтуунун кажети жок.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Иш барагы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кандай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өлчөмдө жана форматта.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899BD10-45E1-4B1B-06C3-4D1ECCB52487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596353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FC410AA-59FC-4615-9780-3FC3ECD91E78}"/>
              </a:ext>
            </a:extLst>
          </p:cNvPr>
          <p:cNvGrpSpPr/>
          <p:nvPr/>
        </p:nvGrpSpPr>
        <p:grpSpPr>
          <a:xfrm>
            <a:off x="3461511" y="1302570"/>
            <a:ext cx="6444489" cy="5571586"/>
            <a:chOff x="1420561" y="0"/>
            <a:chExt cx="7091350" cy="613083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3161848-2715-40E3-B5AA-94155D127F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72836" y="0"/>
              <a:ext cx="5360328" cy="458807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169D55E-8782-4380-A82A-10E94A3015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0561" y="4561949"/>
              <a:ext cx="7091350" cy="1568883"/>
            </a:xfrm>
            <a:prstGeom prst="rect">
              <a:avLst/>
            </a:prstGeom>
          </p:spPr>
        </p:pic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439CDF84-16EA-482C-BDCB-DEFCD04B93A3}"/>
              </a:ext>
            </a:extLst>
          </p:cNvPr>
          <p:cNvSpPr/>
          <p:nvPr/>
        </p:nvSpPr>
        <p:spPr>
          <a:xfrm>
            <a:off x="6552318" y="2808059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AD6BA9-22F2-49B3-9FF9-47A39C5DF1F2}"/>
              </a:ext>
            </a:extLst>
          </p:cNvPr>
          <p:cNvSpPr/>
          <p:nvPr/>
        </p:nvSpPr>
        <p:spPr>
          <a:xfrm>
            <a:off x="4139240" y="556981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6367DB-C808-9BE8-3A27-5C08EF882810}"/>
              </a:ext>
            </a:extLst>
          </p:cNvPr>
          <p:cNvSpPr txBox="1"/>
          <p:nvPr/>
        </p:nvSpPr>
        <p:spPr>
          <a:xfrm>
            <a:off x="356981" y="114336"/>
            <a:ext cx="8453120" cy="1477328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22225">
                  <a:solidFill>
                    <a:srgbClr val="ED7D31"/>
                  </a:solidFill>
                  <a:prstDash val="solid"/>
                </a:ln>
                <a:solidFill>
                  <a:srgbClr val="ED7D31">
                    <a:lumMod val="40000"/>
                    <a:lumOff val="60000"/>
                  </a:srgbClr>
                </a:solidFill>
                <a:effectLst>
                  <a:glow rad="228600">
                    <a:srgbClr val="70AD47">
                      <a:satMod val="175000"/>
                      <a:alpha val="40000"/>
                    </a:srgbClr>
                  </a:glow>
                  <a:reflection blurRad="6350" stA="55000" endA="50" endPos="85000" dist="29997" dir="5400000" sy="-100000" algn="bl" rotWithShape="0"/>
                </a:effectLst>
                <a:uLnTx/>
                <a:uFillTx/>
                <a:latin typeface="Calibri Light" panose="020F0302020204030204"/>
                <a:ea typeface="+mn-ea"/>
                <a:cs typeface="+mn-cs"/>
              </a:rPr>
              <a:t>Катаны тап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reflection blurRad="6350" stA="55000" endA="50" endPos="85000" dist="29997" dir="5400000" sy="-100000" algn="bl" rotWithShape="0"/>
              </a:effectLst>
              <a:uLnTx/>
              <a:uFillTx/>
              <a:latin typeface="Fira Code" panose="020F0502020204030204" pitchFamily="49" charset="0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2652E0-CD09-656D-4C62-8FD8F9C42BD8}"/>
              </a:ext>
            </a:extLst>
          </p:cNvPr>
          <p:cNvSpPr txBox="1"/>
          <p:nvPr/>
        </p:nvSpPr>
        <p:spPr>
          <a:xfrm>
            <a:off x="595140" y="2214673"/>
            <a:ext cx="3881191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Үч бурчтукта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айрым каталар бар!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Сен алардын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баарын таба аласынбы?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5003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BE522CB-4A6A-4F08-8DB4-94F65EB81FA4}"/>
              </a:ext>
            </a:extLst>
          </p:cNvPr>
          <p:cNvGrpSpPr/>
          <p:nvPr/>
        </p:nvGrpSpPr>
        <p:grpSpPr>
          <a:xfrm>
            <a:off x="1971041" y="2634"/>
            <a:ext cx="7934960" cy="6846399"/>
            <a:chOff x="2912202" y="2006600"/>
            <a:chExt cx="5728777" cy="4942872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AADA95B-5980-4829-A46B-E8CAE0020F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84793" y="2006600"/>
              <a:ext cx="2939873" cy="2495595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FB85AC0-9C17-4197-9B29-8F6261B8AEA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12202" y="4460656"/>
              <a:ext cx="5728777" cy="2488816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645B9EC-3ED5-9812-8C03-F0AE67926354}"/>
              </a:ext>
            </a:extLst>
          </p:cNvPr>
          <p:cNvSpPr txBox="1"/>
          <p:nvPr/>
        </p:nvSpPr>
        <p:spPr>
          <a:xfrm>
            <a:off x="0" y="10883"/>
            <a:ext cx="50292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Каталарды издеп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 - тап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BBC519-8119-C71E-B353-A6AD439F3838}"/>
              </a:ext>
            </a:extLst>
          </p:cNvPr>
          <p:cNvSpPr txBox="1"/>
          <p:nvPr/>
        </p:nvSpPr>
        <p:spPr>
          <a:xfrm>
            <a:off x="382870" y="1516476"/>
            <a:ext cx="28576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800" dirty="0"/>
              <a:t>Каталарды таба аласызбы?</a:t>
            </a:r>
          </a:p>
          <a:p>
            <a:pPr algn="ctr"/>
            <a:endParaRPr lang="ru-RU" sz="1800" dirty="0"/>
          </a:p>
          <a:p>
            <a:pPr algn="ctr"/>
            <a:r>
              <a:rPr lang="ru-RU" sz="1800" dirty="0"/>
              <a:t>Аларды оңдоңуз!</a:t>
            </a:r>
            <a:endParaRPr lang="en-GB" sz="1800" dirty="0"/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03446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352BD60-5342-49B5-A871-28B62F687C2E}"/>
              </a:ext>
            </a:extLst>
          </p:cNvPr>
          <p:cNvGrpSpPr/>
          <p:nvPr/>
        </p:nvGrpSpPr>
        <p:grpSpPr>
          <a:xfrm>
            <a:off x="1971041" y="2634"/>
            <a:ext cx="7934960" cy="6846399"/>
            <a:chOff x="2912202" y="2006600"/>
            <a:chExt cx="5728777" cy="4942872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662BDA1-C327-49FA-B85C-9BB6F1218B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84793" y="2006600"/>
              <a:ext cx="2939873" cy="2495595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144F23AF-EE15-4999-AD40-7A04629AA3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12202" y="4460656"/>
              <a:ext cx="5728777" cy="2488816"/>
            </a:xfrm>
            <a:prstGeom prst="rect">
              <a:avLst/>
            </a:prstGeom>
          </p:spPr>
        </p:pic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B3955A4D-0509-4550-BC6B-C46A16E1AF2E}"/>
              </a:ext>
            </a:extLst>
          </p:cNvPr>
          <p:cNvSpPr/>
          <p:nvPr/>
        </p:nvSpPr>
        <p:spPr>
          <a:xfrm>
            <a:off x="4378511" y="266320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7B72457-24FB-4CA8-A750-8B2CECF51C53}"/>
              </a:ext>
            </a:extLst>
          </p:cNvPr>
          <p:cNvSpPr/>
          <p:nvPr/>
        </p:nvSpPr>
        <p:spPr>
          <a:xfrm>
            <a:off x="6331400" y="2839720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6721039" y="542128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46B0C1C-CE7D-4B26-8C7B-77AE7F5253E4}"/>
              </a:ext>
            </a:extLst>
          </p:cNvPr>
          <p:cNvSpPr/>
          <p:nvPr/>
        </p:nvSpPr>
        <p:spPr>
          <a:xfrm>
            <a:off x="4884799" y="1930950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2C5FBDA-1083-4457-A84E-0383319636D9}"/>
              </a:ext>
            </a:extLst>
          </p:cNvPr>
          <p:cNvSpPr/>
          <p:nvPr/>
        </p:nvSpPr>
        <p:spPr>
          <a:xfrm>
            <a:off x="5766649" y="3681568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F7B1AB4-5909-4362-8C10-3D6EF3FAADE7}"/>
              </a:ext>
            </a:extLst>
          </p:cNvPr>
          <p:cNvSpPr/>
          <p:nvPr/>
        </p:nvSpPr>
        <p:spPr>
          <a:xfrm>
            <a:off x="3738431" y="536576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46FAEFB-9053-4A79-8B5F-97057EFECD41}"/>
              </a:ext>
            </a:extLst>
          </p:cNvPr>
          <p:cNvSpPr/>
          <p:nvPr/>
        </p:nvSpPr>
        <p:spPr>
          <a:xfrm>
            <a:off x="4794680" y="5391749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8FDB40-8CC6-8C09-0124-F0414D8D21BF}"/>
              </a:ext>
            </a:extLst>
          </p:cNvPr>
          <p:cNvSpPr txBox="1"/>
          <p:nvPr/>
        </p:nvSpPr>
        <p:spPr>
          <a:xfrm>
            <a:off x="304800" y="465665"/>
            <a:ext cx="3683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6600" b="1" spc="600" dirty="0">
                <a:ln w="0">
                  <a:solidFill>
                    <a:schemeClr val="bg2">
                      <a:lumMod val="10000"/>
                    </a:schemeClr>
                  </a:solidFill>
                </a:ln>
                <a:solidFill>
                  <a:srgbClr val="92D05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  <a:reflection blurRad="6350" stA="53000" endA="300" endPos="35500" dir="5400000" sy="-90000" algn="bl" rotWithShape="0"/>
                </a:effectLst>
              </a:rPr>
              <a:t>ЖООБУ</a:t>
            </a:r>
            <a:endParaRPr lang="en-US" sz="1600" b="1" spc="600" dirty="0">
              <a:ln w="0">
                <a:solidFill>
                  <a:schemeClr val="bg2">
                    <a:lumMod val="10000"/>
                  </a:schemeClr>
                </a:solidFill>
              </a:ln>
              <a:solidFill>
                <a:srgbClr val="92D05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85984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7E6D85-51C3-9D23-3D17-462FB42091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884624" y="1087699"/>
            <a:ext cx="6637049" cy="46826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9D308FD-560D-A935-3062-589A77A130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246175" y="1087699"/>
            <a:ext cx="6637049" cy="4682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587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157448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8328</TotalTime>
  <Words>120</Words>
  <Application>Microsoft Office PowerPoint</Application>
  <PresentationFormat>A4 Paper (210x297 mm)</PresentationFormat>
  <Paragraphs>36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Fira Code</vt:lpstr>
      <vt:lpstr>Calibri</vt:lpstr>
      <vt:lpstr>Arial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361</cp:revision>
  <cp:lastPrinted>2019-05-06T03:54:53Z</cp:lastPrinted>
  <dcterms:created xsi:type="dcterms:W3CDTF">2017-01-17T16:57:04Z</dcterms:created>
  <dcterms:modified xsi:type="dcterms:W3CDTF">2024-05-24T10:23:19Z</dcterms:modified>
</cp:coreProperties>
</file>