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4" r:id="rId6"/>
    <p:sldId id="833" r:id="rId7"/>
    <p:sldId id="942" r:id="rId8"/>
  </p:sldIdLst>
  <p:sldSz cx="9906000" cy="6858000" type="A4"/>
  <p:notesSz cx="7104063" cy="10234613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93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FCFDE23-976E-4B4C-BCE8-B90299680F7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CC93D3-0200-4E6C-9278-27F29F270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66B310-5AFF-4020-B663-3EDA67621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91F6B-162F-4A38-9B0B-463AC1A8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0"/>
            <a:ext cx="7934325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86193C-B9F4-E609-5F40-012BD5A582FB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268F0C4-4EF1-4E41-B71B-51554E042C1B}"/>
              </a:ext>
            </a:extLst>
          </p:cNvPr>
          <p:cNvGrpSpPr/>
          <p:nvPr/>
        </p:nvGrpSpPr>
        <p:grpSpPr>
          <a:xfrm rot="16200000">
            <a:off x="-1055077" y="1055076"/>
            <a:ext cx="6857999" cy="474784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2D50DD-066E-451D-9BC2-67B467EA8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D5497F-C2B5-4D22-A086-725AE738B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22F2DA-B990-4569-AE6D-ECB2A67C1AA4}"/>
              </a:ext>
            </a:extLst>
          </p:cNvPr>
          <p:cNvGrpSpPr/>
          <p:nvPr/>
        </p:nvGrpSpPr>
        <p:grpSpPr>
          <a:xfrm rot="16200000">
            <a:off x="4103080" y="1088638"/>
            <a:ext cx="6857999" cy="474784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971E0C6-49BC-4596-9D01-F26371896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D0785D-93A6-408C-B4FA-DED3A5884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Verdana</vt:lpstr>
      <vt:lpstr>Calibri</vt:lpstr>
      <vt:lpstr>Arial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2024-05-24T10:39:34Z</cp:lastPrinted>
  <dcterms:created xsi:type="dcterms:W3CDTF">2017-01-17T16:57:04Z</dcterms:created>
  <dcterms:modified xsi:type="dcterms:W3CDTF">2024-05-24T10:40:09Z</dcterms:modified>
</cp:coreProperties>
</file>