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704" r:id="rId1"/>
    <p:sldMasterId id="2147483717" r:id="rId2"/>
  </p:sldMasterIdLst>
  <p:notesMasterIdLst>
    <p:notesMasterId r:id="rId24"/>
  </p:notesMasterIdLst>
  <p:sldIdLst>
    <p:sldId id="979" r:id="rId3"/>
    <p:sldId id="978" r:id="rId4"/>
    <p:sldId id="851" r:id="rId5"/>
    <p:sldId id="948" r:id="rId6"/>
    <p:sldId id="965" r:id="rId7"/>
    <p:sldId id="950" r:id="rId8"/>
    <p:sldId id="957" r:id="rId9"/>
    <p:sldId id="968" r:id="rId10"/>
    <p:sldId id="961" r:id="rId11"/>
    <p:sldId id="967" r:id="rId12"/>
    <p:sldId id="959" r:id="rId13"/>
    <p:sldId id="969" r:id="rId14"/>
    <p:sldId id="963" r:id="rId15"/>
    <p:sldId id="964" r:id="rId16"/>
    <p:sldId id="958" r:id="rId17"/>
    <p:sldId id="960" r:id="rId18"/>
    <p:sldId id="970" r:id="rId19"/>
    <p:sldId id="962" r:id="rId20"/>
    <p:sldId id="966" r:id="rId21"/>
    <p:sldId id="940" r:id="rId22"/>
    <p:sldId id="274" r:id="rId23"/>
  </p:sldIdLst>
  <p:sldSz cx="9906000" cy="6858000" type="A4"/>
  <p:notesSz cx="6889750" cy="10021888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12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55A11"/>
    <a:srgbClr val="FF3300"/>
    <a:srgbClr val="FF0066"/>
    <a:srgbClr val="00FF00"/>
    <a:srgbClr val="4472C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1691" autoAdjust="0"/>
    <p:restoredTop sz="94660"/>
  </p:normalViewPr>
  <p:slideViewPr>
    <p:cSldViewPr snapToGrid="0" showGuides="1">
      <p:cViewPr>
        <p:scale>
          <a:sx n="66" d="100"/>
          <a:sy n="66" d="100"/>
        </p:scale>
        <p:origin x="1506" y="126"/>
      </p:cViewPr>
      <p:guideLst>
        <p:guide orient="horz" pos="2160"/>
        <p:guide pos="312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75" d="100"/>
        <a:sy n="75" d="100"/>
      </p:scale>
      <p:origin x="0" y="-3658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viewProps" Target="viewProps.xml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presProps" Target="presProp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tableStyles" Target="tableStyles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1" y="0"/>
            <a:ext cx="2985558" cy="502835"/>
          </a:xfrm>
          <a:prstGeom prst="rect">
            <a:avLst/>
          </a:prstGeom>
        </p:spPr>
        <p:txBody>
          <a:bodyPr vert="horz" lIns="92310" tIns="46155" rIns="92310" bIns="46155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902598" y="0"/>
            <a:ext cx="2985558" cy="502835"/>
          </a:xfrm>
          <a:prstGeom prst="rect">
            <a:avLst/>
          </a:prstGeom>
        </p:spPr>
        <p:txBody>
          <a:bodyPr vert="horz" lIns="92310" tIns="46155" rIns="92310" bIns="46155" rtlCol="0"/>
          <a:lstStyle>
            <a:lvl1pPr algn="r">
              <a:defRPr sz="1200"/>
            </a:lvl1pPr>
          </a:lstStyle>
          <a:p>
            <a:fld id="{9C6A85EB-AF26-437E-8488-94E19A13AA79}" type="datetimeFigureOut">
              <a:rPr lang="en-GB" smtClean="0"/>
              <a:t>22/05/2024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003300" y="1254125"/>
            <a:ext cx="4883150" cy="33813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2310" tIns="46155" rIns="92310" bIns="46155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8975" y="4823035"/>
            <a:ext cx="5511800" cy="3946118"/>
          </a:xfrm>
          <a:prstGeom prst="rect">
            <a:avLst/>
          </a:prstGeom>
        </p:spPr>
        <p:txBody>
          <a:bodyPr vert="horz" lIns="92310" tIns="46155" rIns="92310" bIns="46155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1" y="9519058"/>
            <a:ext cx="2985558" cy="502834"/>
          </a:xfrm>
          <a:prstGeom prst="rect">
            <a:avLst/>
          </a:prstGeom>
        </p:spPr>
        <p:txBody>
          <a:bodyPr vert="horz" lIns="92310" tIns="46155" rIns="92310" bIns="46155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902598" y="9519058"/>
            <a:ext cx="2985558" cy="502834"/>
          </a:xfrm>
          <a:prstGeom prst="rect">
            <a:avLst/>
          </a:prstGeom>
        </p:spPr>
        <p:txBody>
          <a:bodyPr vert="horz" lIns="92310" tIns="46155" rIns="92310" bIns="46155" rtlCol="0" anchor="b"/>
          <a:lstStyle>
            <a:lvl1pPr algn="r">
              <a:defRPr sz="1200"/>
            </a:lvl1pPr>
          </a:lstStyle>
          <a:p>
            <a:fld id="{DD4EDCD2-601A-461C-9AB5-639C33E3F98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949271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42950" y="1122363"/>
            <a:ext cx="84201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38250" y="3602038"/>
            <a:ext cx="74295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5/22/2024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491471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5/22/2024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7299539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5879" y="1709740"/>
            <a:ext cx="8543925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879" y="4589465"/>
            <a:ext cx="8543925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5/22/2024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7483106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1038" y="1825625"/>
            <a:ext cx="421005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14913" y="1825625"/>
            <a:ext cx="421005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5/22/2024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8989402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365127"/>
            <a:ext cx="8543925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2329" y="1681163"/>
            <a:ext cx="4190702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2329" y="2505075"/>
            <a:ext cx="4190702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14913" y="1681163"/>
            <a:ext cx="4211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14913" y="2505075"/>
            <a:ext cx="4211340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5/22/2024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510504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5/22/2024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067655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5/22/2024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0677498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11340" y="987427"/>
            <a:ext cx="5014913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5/22/2024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3568098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211340" y="987427"/>
            <a:ext cx="5014913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5/22/2024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8621591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5/22/2024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1801746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088982" y="365125"/>
            <a:ext cx="2135981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1038" y="365125"/>
            <a:ext cx="6284119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5/22/2024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3514273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7398827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293F4D-D01F-93A3-9EB0-D06BC57F790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38250" y="1122363"/>
            <a:ext cx="7429500" cy="2387600"/>
          </a:xfrm>
        </p:spPr>
        <p:txBody>
          <a:bodyPr anchor="b"/>
          <a:lstStyle>
            <a:lvl1pPr algn="ctr">
              <a:defRPr sz="4875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D812B11-7E4E-839A-04E0-02C24D95503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38250" y="3602038"/>
            <a:ext cx="7429500" cy="1655762"/>
          </a:xfrm>
        </p:spPr>
        <p:txBody>
          <a:bodyPr/>
          <a:lstStyle>
            <a:lvl1pPr marL="0" indent="0" algn="ctr">
              <a:buNone/>
              <a:defRPr sz="1950"/>
            </a:lvl1pPr>
            <a:lvl2pPr marL="371475" indent="0" algn="ctr">
              <a:buNone/>
              <a:defRPr sz="1625"/>
            </a:lvl2pPr>
            <a:lvl3pPr marL="742950" indent="0" algn="ctr">
              <a:buNone/>
              <a:defRPr sz="1463"/>
            </a:lvl3pPr>
            <a:lvl4pPr marL="1114425" indent="0" algn="ctr">
              <a:buNone/>
              <a:defRPr sz="1300"/>
            </a:lvl4pPr>
            <a:lvl5pPr marL="1485900" indent="0" algn="ctr">
              <a:buNone/>
              <a:defRPr sz="1300"/>
            </a:lvl5pPr>
            <a:lvl6pPr marL="1857375" indent="0" algn="ctr">
              <a:buNone/>
              <a:defRPr sz="1300"/>
            </a:lvl6pPr>
            <a:lvl7pPr marL="2228850" indent="0" algn="ctr">
              <a:buNone/>
              <a:defRPr sz="1300"/>
            </a:lvl7pPr>
            <a:lvl8pPr marL="2600325" indent="0" algn="ctr">
              <a:buNone/>
              <a:defRPr sz="1300"/>
            </a:lvl8pPr>
            <a:lvl9pPr marL="2971800" indent="0" algn="ctr">
              <a:buNone/>
              <a:defRPr sz="13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FABD867-CBFE-B60E-94FE-5E77AFA187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A6662E-FAF4-44BC-88B5-85A7CBFB6D30}" type="datetime1">
              <a:rPr lang="en-US" smtClean="0"/>
              <a:pPr/>
              <a:t>5/22/2024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6F92923-5691-201D-9863-7C30507532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schemeClr val="tx1">
                  <a:alpha val="60000"/>
                </a:schemeClr>
              </a:solidFill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637E006-83CA-71CA-8D81-D81C549A4A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564458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0B602F-6E81-0690-42B3-F319961306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43CCCDD-EFAD-983F-26E9-4DF01E94A6D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36BEF54-E3A6-3438-FB70-CA9F728400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E0CF6C-748E-4B7A-BC8B-3011EF78ED13}" type="datetime1">
              <a:rPr lang="en-US" smtClean="0"/>
              <a:pPr/>
              <a:t>5/22/2024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BDC804C-59EB-58AD-19D6-DD91BE1A2D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>
              <a:solidFill>
                <a:schemeClr val="tx1">
                  <a:alpha val="60000"/>
                </a:schemeClr>
              </a:solidFill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72E3ABE-C108-D63B-0C80-FF56F17F34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61417094"/>
      </p:ext>
    </p:extLst>
  </p:cSld>
  <p:clrMapOvr>
    <a:masterClrMapping/>
  </p:clrMapOvr>
  <p:hf sldNum="0" hdr="0" ft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3461F2-375D-397C-903D-1C9A6DC949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5879" y="1709741"/>
            <a:ext cx="8543925" cy="2852737"/>
          </a:xfrm>
        </p:spPr>
        <p:txBody>
          <a:bodyPr anchor="b"/>
          <a:lstStyle>
            <a:lvl1pPr>
              <a:defRPr sz="4875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755F7C1-DA44-F885-7F76-6AEF872F4EA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75879" y="4589466"/>
            <a:ext cx="8543925" cy="1500187"/>
          </a:xfrm>
        </p:spPr>
        <p:txBody>
          <a:bodyPr/>
          <a:lstStyle>
            <a:lvl1pPr marL="0" indent="0">
              <a:buNone/>
              <a:defRPr sz="1950">
                <a:solidFill>
                  <a:schemeClr val="tx1">
                    <a:tint val="75000"/>
                  </a:schemeClr>
                </a:solidFill>
              </a:defRPr>
            </a:lvl1pPr>
            <a:lvl2pPr marL="371475" indent="0">
              <a:buNone/>
              <a:defRPr sz="1625">
                <a:solidFill>
                  <a:schemeClr val="tx1">
                    <a:tint val="75000"/>
                  </a:schemeClr>
                </a:solidFill>
              </a:defRPr>
            </a:lvl2pPr>
            <a:lvl3pPr marL="742950" indent="0">
              <a:buNone/>
              <a:defRPr sz="1463">
                <a:solidFill>
                  <a:schemeClr val="tx1">
                    <a:tint val="75000"/>
                  </a:schemeClr>
                </a:solidFill>
              </a:defRPr>
            </a:lvl3pPr>
            <a:lvl4pPr marL="1114425" indent="0">
              <a:buNone/>
              <a:defRPr sz="1300">
                <a:solidFill>
                  <a:schemeClr val="tx1">
                    <a:tint val="75000"/>
                  </a:schemeClr>
                </a:solidFill>
              </a:defRPr>
            </a:lvl4pPr>
            <a:lvl5pPr marL="1485900" indent="0">
              <a:buNone/>
              <a:defRPr sz="1300">
                <a:solidFill>
                  <a:schemeClr val="tx1">
                    <a:tint val="75000"/>
                  </a:schemeClr>
                </a:solidFill>
              </a:defRPr>
            </a:lvl5pPr>
            <a:lvl6pPr marL="1857375" indent="0">
              <a:buNone/>
              <a:defRPr sz="1300">
                <a:solidFill>
                  <a:schemeClr val="tx1">
                    <a:tint val="75000"/>
                  </a:schemeClr>
                </a:solidFill>
              </a:defRPr>
            </a:lvl6pPr>
            <a:lvl7pPr marL="2228850" indent="0">
              <a:buNone/>
              <a:defRPr sz="1300">
                <a:solidFill>
                  <a:schemeClr val="tx1">
                    <a:tint val="75000"/>
                  </a:schemeClr>
                </a:solidFill>
              </a:defRPr>
            </a:lvl7pPr>
            <a:lvl8pPr marL="2600325" indent="0">
              <a:buNone/>
              <a:defRPr sz="1300">
                <a:solidFill>
                  <a:schemeClr val="tx1">
                    <a:tint val="75000"/>
                  </a:schemeClr>
                </a:solidFill>
              </a:defRPr>
            </a:lvl8pPr>
            <a:lvl9pPr marL="2971800" indent="0">
              <a:buNone/>
              <a:defRPr sz="13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68A5E7A-3C4E-B0FF-6048-2428F13D7E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E0CF6C-748E-4B7A-BC8B-3011EF78ED13}" type="datetime1">
              <a:rPr lang="en-US" smtClean="0"/>
              <a:pPr/>
              <a:t>5/22/2024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14EF43D-AA59-6F72-6E99-24BACA4DB0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>
              <a:solidFill>
                <a:schemeClr val="tx1">
                  <a:alpha val="60000"/>
                </a:schemeClr>
              </a:solidFill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520488E-9575-AA10-6650-5EFF64A311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26520828"/>
      </p:ext>
    </p:extLst>
  </p:cSld>
  <p:clrMapOvr>
    <a:masterClrMapping/>
  </p:clrMapOvr>
  <p:hf sldNum="0" hdr="0" ftr="0" dt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24C236-4D6A-F50F-F96A-0B33FAF755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29B67EB-5934-4033-C48B-523183C75E6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81038" y="1825625"/>
            <a:ext cx="421005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970EE30-BC22-BA32-5555-2D92711BBE0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014913" y="1825625"/>
            <a:ext cx="421005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B7A8EA1-F6CD-6BFF-8918-10BD9D7CB1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31DA2F-80B8-49CF-99FB-5ABCA53A607A}" type="datetime1">
              <a:rPr lang="en-US" smtClean="0"/>
              <a:t>5/22/2024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3A52A51-170D-0A97-76E8-C96E6E36F4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44E1132-9890-0200-7169-348F438F01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576621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B23700-5056-34AA-A2B1-5A0B192AE8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2328" y="365128"/>
            <a:ext cx="8543925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7BE887B-58EA-8D7A-9294-12B7F549D81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2329" y="1681163"/>
            <a:ext cx="4190702" cy="823912"/>
          </a:xfrm>
        </p:spPr>
        <p:txBody>
          <a:bodyPr anchor="b"/>
          <a:lstStyle>
            <a:lvl1pPr marL="0" indent="0">
              <a:buNone/>
              <a:defRPr sz="1950" b="1"/>
            </a:lvl1pPr>
            <a:lvl2pPr marL="371475" indent="0">
              <a:buNone/>
              <a:defRPr sz="1625" b="1"/>
            </a:lvl2pPr>
            <a:lvl3pPr marL="742950" indent="0">
              <a:buNone/>
              <a:defRPr sz="1463" b="1"/>
            </a:lvl3pPr>
            <a:lvl4pPr marL="1114425" indent="0">
              <a:buNone/>
              <a:defRPr sz="1300" b="1"/>
            </a:lvl4pPr>
            <a:lvl5pPr marL="1485900" indent="0">
              <a:buNone/>
              <a:defRPr sz="1300" b="1"/>
            </a:lvl5pPr>
            <a:lvl6pPr marL="1857375" indent="0">
              <a:buNone/>
              <a:defRPr sz="1300" b="1"/>
            </a:lvl6pPr>
            <a:lvl7pPr marL="2228850" indent="0">
              <a:buNone/>
              <a:defRPr sz="1300" b="1"/>
            </a:lvl7pPr>
            <a:lvl8pPr marL="2600325" indent="0">
              <a:buNone/>
              <a:defRPr sz="1300" b="1"/>
            </a:lvl8pPr>
            <a:lvl9pPr marL="2971800" indent="0">
              <a:buNone/>
              <a:defRPr sz="13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92AF15E-9662-63E9-7EFD-AAF9E53714C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82329" y="2505075"/>
            <a:ext cx="4190702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4A126DF-2F27-AAE9-509B-33B91D26E72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5014913" y="1681163"/>
            <a:ext cx="4211340" cy="823912"/>
          </a:xfrm>
        </p:spPr>
        <p:txBody>
          <a:bodyPr anchor="b"/>
          <a:lstStyle>
            <a:lvl1pPr marL="0" indent="0">
              <a:buNone/>
              <a:defRPr sz="1950" b="1"/>
            </a:lvl1pPr>
            <a:lvl2pPr marL="371475" indent="0">
              <a:buNone/>
              <a:defRPr sz="1625" b="1"/>
            </a:lvl2pPr>
            <a:lvl3pPr marL="742950" indent="0">
              <a:buNone/>
              <a:defRPr sz="1463" b="1"/>
            </a:lvl3pPr>
            <a:lvl4pPr marL="1114425" indent="0">
              <a:buNone/>
              <a:defRPr sz="1300" b="1"/>
            </a:lvl4pPr>
            <a:lvl5pPr marL="1485900" indent="0">
              <a:buNone/>
              <a:defRPr sz="1300" b="1"/>
            </a:lvl5pPr>
            <a:lvl6pPr marL="1857375" indent="0">
              <a:buNone/>
              <a:defRPr sz="1300" b="1"/>
            </a:lvl6pPr>
            <a:lvl7pPr marL="2228850" indent="0">
              <a:buNone/>
              <a:defRPr sz="1300" b="1"/>
            </a:lvl7pPr>
            <a:lvl8pPr marL="2600325" indent="0">
              <a:buNone/>
              <a:defRPr sz="1300" b="1"/>
            </a:lvl8pPr>
            <a:lvl9pPr marL="2971800" indent="0">
              <a:buNone/>
              <a:defRPr sz="13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0A3A8AA-F2AC-1915-04A9-63EC756842D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5014913" y="2505075"/>
            <a:ext cx="4211340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0AD720E-DDCF-A042-525A-A95B33AF83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852172-E6C9-4B6C-929A-A9DE3837BBF1}" type="datetime1">
              <a:rPr lang="en-US" smtClean="0"/>
              <a:t>5/22/2024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1CC3DD1-3866-8861-C983-17EB374372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9F36F28-5B8B-A0E8-06F7-3F5B93025A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6555000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66B005-13E9-BCAA-22F3-54833121B4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B7409B5-5904-AB68-A3D2-EEE55612CD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B41CFF-90C9-47B3-9DA1-F2BF8D839F7E}" type="datetime1">
              <a:rPr lang="en-US" smtClean="0"/>
              <a:t>5/22/2024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E65F024-0351-150D-CE65-CA2A74137C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06FD2D2-622D-EAB7-F9F1-A6687F2A6D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4132879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85E6D05-C3FE-5D83-ABAE-5EA740EFAC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6048FA-06AB-4884-A69B-986B96E68A24}" type="datetime1">
              <a:rPr lang="en-US" smtClean="0"/>
              <a:t>5/22/2024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248A5EF-28C1-DD13-2869-594EA5A3D2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CD7AFC8-9655-DD74-E767-245E9A7B17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7619771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63982C-0085-BA19-333E-A713270422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2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C201765-BF41-54B2-CCAB-9A893B528A2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11340" y="987428"/>
            <a:ext cx="5014913" cy="4873625"/>
          </a:xfrm>
        </p:spPr>
        <p:txBody>
          <a:bodyPr/>
          <a:lstStyle>
            <a:lvl1pPr>
              <a:defRPr sz="2600"/>
            </a:lvl1pPr>
            <a:lvl2pPr>
              <a:defRPr sz="2275"/>
            </a:lvl2pPr>
            <a:lvl3pPr>
              <a:defRPr sz="1950"/>
            </a:lvl3pPr>
            <a:lvl4pPr>
              <a:defRPr sz="1625"/>
            </a:lvl4pPr>
            <a:lvl5pPr>
              <a:defRPr sz="1625"/>
            </a:lvl5pPr>
            <a:lvl6pPr>
              <a:defRPr sz="1625"/>
            </a:lvl6pPr>
            <a:lvl7pPr>
              <a:defRPr sz="1625"/>
            </a:lvl7pPr>
            <a:lvl8pPr>
              <a:defRPr sz="1625"/>
            </a:lvl8pPr>
            <a:lvl9pPr>
              <a:defRPr sz="1625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94472CA-71AC-D0BD-DA67-C0026E7E70C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300"/>
            </a:lvl1pPr>
            <a:lvl2pPr marL="371475" indent="0">
              <a:buNone/>
              <a:defRPr sz="1138"/>
            </a:lvl2pPr>
            <a:lvl3pPr marL="742950" indent="0">
              <a:buNone/>
              <a:defRPr sz="975"/>
            </a:lvl3pPr>
            <a:lvl4pPr marL="1114425" indent="0">
              <a:buNone/>
              <a:defRPr sz="813"/>
            </a:lvl4pPr>
            <a:lvl5pPr marL="1485900" indent="0">
              <a:buNone/>
              <a:defRPr sz="813"/>
            </a:lvl5pPr>
            <a:lvl6pPr marL="1857375" indent="0">
              <a:buNone/>
              <a:defRPr sz="813"/>
            </a:lvl6pPr>
            <a:lvl7pPr marL="2228850" indent="0">
              <a:buNone/>
              <a:defRPr sz="813"/>
            </a:lvl7pPr>
            <a:lvl8pPr marL="2600325" indent="0">
              <a:buNone/>
              <a:defRPr sz="813"/>
            </a:lvl8pPr>
            <a:lvl9pPr marL="2971800" indent="0">
              <a:buNone/>
              <a:defRPr sz="813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E2DE5CC-1DCA-74E9-1894-D78E49D297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DB7ABA-0172-4F9C-889D-567164F66BCD}" type="datetime1">
              <a:rPr lang="en-US" smtClean="0"/>
              <a:t>5/22/2024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FBBF998-C4E1-7D1D-7798-8E64EF3552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DD4DEEC-F443-F9CC-3C71-43B43309D0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958843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8275CA-C16C-F543-5FBE-94BA8E7485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2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505EFBD-08DC-FEC5-DB7F-889F30898BB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4211340" y="987428"/>
            <a:ext cx="5014913" cy="4873625"/>
          </a:xfrm>
        </p:spPr>
        <p:txBody>
          <a:bodyPr/>
          <a:lstStyle>
            <a:lvl1pPr marL="0" indent="0">
              <a:buNone/>
              <a:defRPr sz="2600"/>
            </a:lvl1pPr>
            <a:lvl2pPr marL="371475" indent="0">
              <a:buNone/>
              <a:defRPr sz="2275"/>
            </a:lvl2pPr>
            <a:lvl3pPr marL="742950" indent="0">
              <a:buNone/>
              <a:defRPr sz="1950"/>
            </a:lvl3pPr>
            <a:lvl4pPr marL="1114425" indent="0">
              <a:buNone/>
              <a:defRPr sz="1625"/>
            </a:lvl4pPr>
            <a:lvl5pPr marL="1485900" indent="0">
              <a:buNone/>
              <a:defRPr sz="1625"/>
            </a:lvl5pPr>
            <a:lvl6pPr marL="1857375" indent="0">
              <a:buNone/>
              <a:defRPr sz="1625"/>
            </a:lvl6pPr>
            <a:lvl7pPr marL="2228850" indent="0">
              <a:buNone/>
              <a:defRPr sz="1625"/>
            </a:lvl7pPr>
            <a:lvl8pPr marL="2600325" indent="0">
              <a:buNone/>
              <a:defRPr sz="1625"/>
            </a:lvl8pPr>
            <a:lvl9pPr marL="2971800" indent="0">
              <a:buNone/>
              <a:defRPr sz="1625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255E3FE-8205-A0D3-E364-AE2329A9A7A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300"/>
            </a:lvl1pPr>
            <a:lvl2pPr marL="371475" indent="0">
              <a:buNone/>
              <a:defRPr sz="1138"/>
            </a:lvl2pPr>
            <a:lvl3pPr marL="742950" indent="0">
              <a:buNone/>
              <a:defRPr sz="975"/>
            </a:lvl3pPr>
            <a:lvl4pPr marL="1114425" indent="0">
              <a:buNone/>
              <a:defRPr sz="813"/>
            </a:lvl4pPr>
            <a:lvl5pPr marL="1485900" indent="0">
              <a:buNone/>
              <a:defRPr sz="813"/>
            </a:lvl5pPr>
            <a:lvl6pPr marL="1857375" indent="0">
              <a:buNone/>
              <a:defRPr sz="813"/>
            </a:lvl6pPr>
            <a:lvl7pPr marL="2228850" indent="0">
              <a:buNone/>
              <a:defRPr sz="813"/>
            </a:lvl7pPr>
            <a:lvl8pPr marL="2600325" indent="0">
              <a:buNone/>
              <a:defRPr sz="813"/>
            </a:lvl8pPr>
            <a:lvl9pPr marL="2971800" indent="0">
              <a:buNone/>
              <a:defRPr sz="813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3973538-62E9-2462-AC52-41FA61FD5E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AC6A5B-8AE7-4A41-B5A7-9ADC6686DC18}" type="datetime1">
              <a:rPr lang="en-US" smtClean="0"/>
              <a:t>5/22/2024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ED01BD5-559A-AC1D-5F9F-FFE05E5E7A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C7CE6E5-78E7-6241-E001-F0C758D0CC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0688729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613D88-2BF6-614B-3079-2C6D332154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1328EC6-2893-E93C-61E9-FBB8B8BEFF1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EF8F509-5F7D-165D-0064-2BDE7D928B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559632-1575-4E14-B53B-3DC3D5ED3947}" type="datetime1">
              <a:rPr lang="en-US" smtClean="0"/>
              <a:t>5/22/2024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FAE5BE3-6897-E183-83EE-24E2A66D85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5A6FFAB-F65C-AA1B-F804-E5137C3FFB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1048535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DB1A297-8AFF-A561-0BCF-DFDC8411431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7088982" y="365125"/>
            <a:ext cx="2135981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98CB72B-897C-F259-A022-BD779EA2AC5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81038" y="365125"/>
            <a:ext cx="6284119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39C401B-ED7F-8920-B7DE-5D74C0C21D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4A6868-2568-4CC9-B302-F37117B01A6E}" type="datetime1">
              <a:rPr lang="en-US" smtClean="0"/>
              <a:t>5/22/2024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9596E29-87BB-96E5-3FFA-F963A867B6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52EF2CD-2735-30BE-2465-466EEE1C46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5836866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55F08A-1E71-4B2B-BB49-E743F2903911}" type="datetime1">
              <a:rPr lang="en-US" smtClean="0"/>
              <a:t>5/22/2024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3605138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0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55F08A-1E71-4B2B-BB49-E743F2903911}" type="datetime1">
              <a:rPr lang="en-US" smtClean="0"/>
              <a:t>5/22/2024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6219311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38401" y="4777381"/>
            <a:ext cx="7170848" cy="860400"/>
          </a:xfrm>
        </p:spPr>
        <p:txBody>
          <a:bodyPr anchor="t"/>
          <a:lstStyle>
            <a:lvl1pPr marL="0" indent="0" algn="l">
              <a:buNone/>
              <a:defRPr sz="1625" cap="all">
                <a:solidFill>
                  <a:schemeClr val="accent1"/>
                </a:solidFill>
              </a:defRPr>
            </a:lvl1pPr>
            <a:lvl2pPr marL="371475" indent="0">
              <a:buNone/>
              <a:defRPr sz="1463">
                <a:solidFill>
                  <a:schemeClr val="tx1">
                    <a:tint val="75000"/>
                  </a:schemeClr>
                </a:solidFill>
              </a:defRPr>
            </a:lvl2pPr>
            <a:lvl3pPr marL="742950" indent="0">
              <a:buNone/>
              <a:defRPr sz="1300">
                <a:solidFill>
                  <a:schemeClr val="tx1">
                    <a:tint val="75000"/>
                  </a:schemeClr>
                </a:solidFill>
              </a:defRPr>
            </a:lvl3pPr>
            <a:lvl4pPr marL="1114425" indent="0">
              <a:buNone/>
              <a:defRPr sz="1138">
                <a:solidFill>
                  <a:schemeClr val="tx1">
                    <a:tint val="75000"/>
                  </a:schemeClr>
                </a:solidFill>
              </a:defRPr>
            </a:lvl4pPr>
            <a:lvl5pPr marL="1485900" indent="0">
              <a:buNone/>
              <a:defRPr sz="1138">
                <a:solidFill>
                  <a:schemeClr val="tx1">
                    <a:tint val="75000"/>
                  </a:schemeClr>
                </a:solidFill>
              </a:defRPr>
            </a:lvl5pPr>
            <a:lvl6pPr marL="1857375" indent="0">
              <a:buNone/>
              <a:defRPr sz="1138">
                <a:solidFill>
                  <a:schemeClr val="tx1">
                    <a:tint val="75000"/>
                  </a:schemeClr>
                </a:solidFill>
              </a:defRPr>
            </a:lvl6pPr>
            <a:lvl7pPr marL="2228850" indent="0">
              <a:buNone/>
              <a:defRPr sz="1138">
                <a:solidFill>
                  <a:schemeClr val="tx1">
                    <a:tint val="75000"/>
                  </a:schemeClr>
                </a:solidFill>
              </a:defRPr>
            </a:lvl7pPr>
            <a:lvl8pPr marL="2600325" indent="0">
              <a:buNone/>
              <a:defRPr sz="1138">
                <a:solidFill>
                  <a:schemeClr val="tx1">
                    <a:tint val="75000"/>
                  </a:schemeClr>
                </a:solidFill>
              </a:defRPr>
            </a:lvl8pPr>
            <a:lvl9pPr marL="2971800" indent="0">
              <a:buNone/>
              <a:defRPr sz="1138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65077817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0.xml"/><Relationship Id="rId13" Type="http://schemas.openxmlformats.org/officeDocument/2006/relationships/slideLayout" Target="../slideLayouts/slideLayout25.xml"/><Relationship Id="rId3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9.xml"/><Relationship Id="rId12" Type="http://schemas.openxmlformats.org/officeDocument/2006/relationships/slideLayout" Target="../slideLayouts/slideLayout24.xml"/><Relationship Id="rId2" Type="http://schemas.openxmlformats.org/officeDocument/2006/relationships/slideLayout" Target="../slideLayouts/slideLayout14.xml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Relationship Id="rId11" Type="http://schemas.openxmlformats.org/officeDocument/2006/relationships/slideLayout" Target="../slideLayouts/slideLayout23.xml"/><Relationship Id="rId5" Type="http://schemas.openxmlformats.org/officeDocument/2006/relationships/slideLayout" Target="../slideLayouts/slideLayout17.xml"/><Relationship Id="rId15" Type="http://schemas.openxmlformats.org/officeDocument/2006/relationships/theme" Target="../theme/theme2.xml"/><Relationship Id="rId10" Type="http://schemas.openxmlformats.org/officeDocument/2006/relationships/slideLayout" Target="../slideLayouts/slideLayout22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Relationship Id="rId14" Type="http://schemas.openxmlformats.org/officeDocument/2006/relationships/slideLayout" Target="../slideLayouts/slideLayout26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1038" y="365127"/>
            <a:ext cx="8543925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1038" y="1825625"/>
            <a:ext cx="8543925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81038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764DE79-268F-4C1A-8933-263129D2AF90}" type="datetimeFigureOut">
              <a:rPr lang="en-US" smtClean="0"/>
              <a:t>5/22/2024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281363" y="6356352"/>
            <a:ext cx="334327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996113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300797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5" r:id="rId1"/>
    <p:sldLayoutId id="2147483706" r:id="rId2"/>
    <p:sldLayoutId id="2147483707" r:id="rId3"/>
    <p:sldLayoutId id="2147483708" r:id="rId4"/>
    <p:sldLayoutId id="2147483709" r:id="rId5"/>
    <p:sldLayoutId id="2147483710" r:id="rId6"/>
    <p:sldLayoutId id="2147483711" r:id="rId7"/>
    <p:sldLayoutId id="2147483712" r:id="rId8"/>
    <p:sldLayoutId id="2147483713" r:id="rId9"/>
    <p:sldLayoutId id="2147483714" r:id="rId10"/>
    <p:sldLayoutId id="2147483715" r:id="rId11"/>
    <p:sldLayoutId id="2147483716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D783609-0CE5-670D-75C4-4EB473A033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1038" y="365128"/>
            <a:ext cx="8543925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B96DF15-2EE1-DB9D-BDD5-2BEDF4A9466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1038" y="1825625"/>
            <a:ext cx="8543925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F09A8A0-7FAC-CC94-B820-32410EC442E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81038" y="6356353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7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7E0CF6C-748E-4B7A-BC8B-3011EF78ED13}" type="datetime1">
              <a:rPr lang="en-US" smtClean="0"/>
              <a:pPr/>
              <a:t>5/22/2024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8ED8C11-3CED-972F-4CCA-6920830ACC1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281363" y="6356353"/>
            <a:ext cx="334327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7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>
              <a:solidFill>
                <a:schemeClr val="tx1">
                  <a:alpha val="60000"/>
                </a:schemeClr>
              </a:solidFill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793F2AE-352A-A10E-B208-93514C0EF2E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996113" y="6356353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7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3B850FF-6169-4056-8077-06FFA93A536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1421821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8" r:id="rId1"/>
    <p:sldLayoutId id="2147483719" r:id="rId2"/>
    <p:sldLayoutId id="2147483720" r:id="rId3"/>
    <p:sldLayoutId id="2147483721" r:id="rId4"/>
    <p:sldLayoutId id="2147483722" r:id="rId5"/>
    <p:sldLayoutId id="2147483723" r:id="rId6"/>
    <p:sldLayoutId id="2147483724" r:id="rId7"/>
    <p:sldLayoutId id="2147483725" r:id="rId8"/>
    <p:sldLayoutId id="2147483726" r:id="rId9"/>
    <p:sldLayoutId id="2147483727" r:id="rId10"/>
    <p:sldLayoutId id="2147483728" r:id="rId11"/>
    <p:sldLayoutId id="2147483729" r:id="rId12"/>
    <p:sldLayoutId id="2147483730" r:id="rId13"/>
    <p:sldLayoutId id="2147483731" r:id="rId14"/>
  </p:sldLayoutIdLst>
  <p:hf sldNum="0" hdr="0" ftr="0" dt="0"/>
  <p:txStyles>
    <p:titleStyle>
      <a:lvl1pPr algn="l" defTabSz="742950" rtl="0" eaLnBrk="1" latinLnBrk="0" hangingPunct="1">
        <a:lnSpc>
          <a:spcPct val="90000"/>
        </a:lnSpc>
        <a:spcBef>
          <a:spcPct val="0"/>
        </a:spcBef>
        <a:buNone/>
        <a:defRPr sz="3575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85738" indent="-185738" algn="l" defTabSz="742950" rtl="0" eaLnBrk="1" latinLnBrk="0" hangingPunct="1">
        <a:lnSpc>
          <a:spcPct val="90000"/>
        </a:lnSpc>
        <a:spcBef>
          <a:spcPts val="813"/>
        </a:spcBef>
        <a:buFont typeface="Arial" panose="020B0604020202020204" pitchFamily="34" charset="0"/>
        <a:buChar char="•"/>
        <a:defRPr sz="2275" kern="1200">
          <a:solidFill>
            <a:schemeClr val="tx1"/>
          </a:solidFill>
          <a:latin typeface="+mn-lt"/>
          <a:ea typeface="+mn-ea"/>
          <a:cs typeface="+mn-cs"/>
        </a:defRPr>
      </a:lvl1pPr>
      <a:lvl2pPr marL="557213" indent="-185738" algn="l" defTabSz="742950" rtl="0" eaLnBrk="1" latinLnBrk="0" hangingPunct="1">
        <a:lnSpc>
          <a:spcPct val="90000"/>
        </a:lnSpc>
        <a:spcBef>
          <a:spcPts val="406"/>
        </a:spcBef>
        <a:buFont typeface="Arial" panose="020B0604020202020204" pitchFamily="34" charset="0"/>
        <a:buChar char="•"/>
        <a:defRPr sz="1950" kern="1200">
          <a:solidFill>
            <a:schemeClr val="tx1"/>
          </a:solidFill>
          <a:latin typeface="+mn-lt"/>
          <a:ea typeface="+mn-ea"/>
          <a:cs typeface="+mn-cs"/>
        </a:defRPr>
      </a:lvl2pPr>
      <a:lvl3pPr marL="928688" indent="-185738" algn="l" defTabSz="742950" rtl="0" eaLnBrk="1" latinLnBrk="0" hangingPunct="1">
        <a:lnSpc>
          <a:spcPct val="90000"/>
        </a:lnSpc>
        <a:spcBef>
          <a:spcPts val="406"/>
        </a:spcBef>
        <a:buFont typeface="Arial" panose="020B0604020202020204" pitchFamily="34" charset="0"/>
        <a:buChar char="•"/>
        <a:defRPr sz="1625" kern="1200">
          <a:solidFill>
            <a:schemeClr val="tx1"/>
          </a:solidFill>
          <a:latin typeface="+mn-lt"/>
          <a:ea typeface="+mn-ea"/>
          <a:cs typeface="+mn-cs"/>
        </a:defRPr>
      </a:lvl3pPr>
      <a:lvl4pPr marL="1300163" indent="-185738" algn="l" defTabSz="742950" rtl="0" eaLnBrk="1" latinLnBrk="0" hangingPunct="1">
        <a:lnSpc>
          <a:spcPct val="90000"/>
        </a:lnSpc>
        <a:spcBef>
          <a:spcPts val="406"/>
        </a:spcBef>
        <a:buFont typeface="Arial" panose="020B0604020202020204" pitchFamily="34" charset="0"/>
        <a:buChar char="•"/>
        <a:defRPr sz="1463" kern="1200">
          <a:solidFill>
            <a:schemeClr val="tx1"/>
          </a:solidFill>
          <a:latin typeface="+mn-lt"/>
          <a:ea typeface="+mn-ea"/>
          <a:cs typeface="+mn-cs"/>
        </a:defRPr>
      </a:lvl4pPr>
      <a:lvl5pPr marL="1671638" indent="-185738" algn="l" defTabSz="742950" rtl="0" eaLnBrk="1" latinLnBrk="0" hangingPunct="1">
        <a:lnSpc>
          <a:spcPct val="90000"/>
        </a:lnSpc>
        <a:spcBef>
          <a:spcPts val="406"/>
        </a:spcBef>
        <a:buFont typeface="Arial" panose="020B0604020202020204" pitchFamily="34" charset="0"/>
        <a:buChar char="•"/>
        <a:defRPr sz="1463" kern="1200">
          <a:solidFill>
            <a:schemeClr val="tx1"/>
          </a:solidFill>
          <a:latin typeface="+mn-lt"/>
          <a:ea typeface="+mn-ea"/>
          <a:cs typeface="+mn-cs"/>
        </a:defRPr>
      </a:lvl5pPr>
      <a:lvl6pPr marL="2043113" indent="-185738" algn="l" defTabSz="742950" rtl="0" eaLnBrk="1" latinLnBrk="0" hangingPunct="1">
        <a:lnSpc>
          <a:spcPct val="90000"/>
        </a:lnSpc>
        <a:spcBef>
          <a:spcPts val="406"/>
        </a:spcBef>
        <a:buFont typeface="Arial" panose="020B0604020202020204" pitchFamily="34" charset="0"/>
        <a:buChar char="•"/>
        <a:defRPr sz="1463" kern="1200">
          <a:solidFill>
            <a:schemeClr val="tx1"/>
          </a:solidFill>
          <a:latin typeface="+mn-lt"/>
          <a:ea typeface="+mn-ea"/>
          <a:cs typeface="+mn-cs"/>
        </a:defRPr>
      </a:lvl6pPr>
      <a:lvl7pPr marL="2414588" indent="-185738" algn="l" defTabSz="742950" rtl="0" eaLnBrk="1" latinLnBrk="0" hangingPunct="1">
        <a:lnSpc>
          <a:spcPct val="90000"/>
        </a:lnSpc>
        <a:spcBef>
          <a:spcPts val="406"/>
        </a:spcBef>
        <a:buFont typeface="Arial" panose="020B0604020202020204" pitchFamily="34" charset="0"/>
        <a:buChar char="•"/>
        <a:defRPr sz="1463" kern="1200">
          <a:solidFill>
            <a:schemeClr val="tx1"/>
          </a:solidFill>
          <a:latin typeface="+mn-lt"/>
          <a:ea typeface="+mn-ea"/>
          <a:cs typeface="+mn-cs"/>
        </a:defRPr>
      </a:lvl7pPr>
      <a:lvl8pPr marL="2786063" indent="-185738" algn="l" defTabSz="742950" rtl="0" eaLnBrk="1" latinLnBrk="0" hangingPunct="1">
        <a:lnSpc>
          <a:spcPct val="90000"/>
        </a:lnSpc>
        <a:spcBef>
          <a:spcPts val="406"/>
        </a:spcBef>
        <a:buFont typeface="Arial" panose="020B0604020202020204" pitchFamily="34" charset="0"/>
        <a:buChar char="•"/>
        <a:defRPr sz="1463" kern="1200">
          <a:solidFill>
            <a:schemeClr val="tx1"/>
          </a:solidFill>
          <a:latin typeface="+mn-lt"/>
          <a:ea typeface="+mn-ea"/>
          <a:cs typeface="+mn-cs"/>
        </a:defRPr>
      </a:lvl8pPr>
      <a:lvl9pPr marL="3157538" indent="-185738" algn="l" defTabSz="742950" rtl="0" eaLnBrk="1" latinLnBrk="0" hangingPunct="1">
        <a:lnSpc>
          <a:spcPct val="90000"/>
        </a:lnSpc>
        <a:spcBef>
          <a:spcPts val="406"/>
        </a:spcBef>
        <a:buFont typeface="Arial" panose="020B0604020202020204" pitchFamily="34" charset="0"/>
        <a:buChar char="•"/>
        <a:defRPr sz="1463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742950" rtl="0" eaLnBrk="1" latinLnBrk="0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1pPr>
      <a:lvl2pPr marL="371475" algn="l" defTabSz="742950" rtl="0" eaLnBrk="1" latinLnBrk="0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2pPr>
      <a:lvl3pPr marL="742950" algn="l" defTabSz="742950" rtl="0" eaLnBrk="1" latinLnBrk="0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3pPr>
      <a:lvl4pPr marL="1114425" algn="l" defTabSz="742950" rtl="0" eaLnBrk="1" latinLnBrk="0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4pPr>
      <a:lvl5pPr marL="1485900" algn="l" defTabSz="742950" rtl="0" eaLnBrk="1" latinLnBrk="0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5pPr>
      <a:lvl6pPr marL="1857375" algn="l" defTabSz="742950" rtl="0" eaLnBrk="1" latinLnBrk="0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algn="l" defTabSz="742950" rtl="0" eaLnBrk="1" latinLnBrk="0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7pPr>
      <a:lvl8pPr marL="2600325" algn="l" defTabSz="742950" rtl="0" eaLnBrk="1" latinLnBrk="0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8pPr>
      <a:lvl9pPr marL="2971800" algn="l" defTabSz="742950" rtl="0" eaLnBrk="1" latinLnBrk="0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049DD828-9816-48D5-8793-DAFED5357886}"/>
              </a:ext>
            </a:extLst>
          </p:cNvPr>
          <p:cNvSpPr/>
          <p:nvPr/>
        </p:nvSpPr>
        <p:spPr>
          <a:xfrm>
            <a:off x="1" y="1904922"/>
            <a:ext cx="9906000" cy="433965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2 </a:t>
            </a:r>
            <a:r>
              <a:rPr kumimoji="0" lang="ky-KG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орундуу</a:t>
            </a:r>
            <a:r>
              <a:rPr kumimoji="0" lang="ru-RU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Ондуктар – Кошуу &amp; Кемитүү –  Бинго, чыгаруу ыкмасы</a:t>
            </a: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Окуучулар тордон тогуз жоопту тандап, дептердеги 3х3 чакмакка каалагандай коюшат.</a:t>
            </a:r>
            <a:r>
              <a:rPr kumimoji="0" lang="ru-RU" sz="24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/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/>
            </a:r>
            <a:r>
              <a:rPr kumimoji="0" lang="en-US" sz="2400" b="0" i="0" u="none" strike="noStrike" kern="1200" cap="none" spc="0" normalizeH="0" baseline="0" noProof="0" dirty="0" err="1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/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/>
            </a:r>
            <a:r>
              <a:rPr kumimoji="0" lang="en-US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/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/>
            </a:r>
            <a:r>
              <a:rPr kumimoji="0" lang="en-US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/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/>
            </a:r>
            <a:r>
              <a:rPr kumimoji="0" lang="en-US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/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/>
            </a:r>
            <a:r>
              <a:rPr kumimoji="0" lang="en-US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/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/>
            </a:r>
            <a:r>
              <a:rPr kumimoji="0" lang="ru-RU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/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/>
            </a:r>
            <a:r>
              <a:rPr kumimoji="0" lang="en-US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/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/>
            </a:r>
            <a:r>
              <a:rPr kumimoji="0" lang="en-US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/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/>
            </a:r>
            <a:r>
              <a:rPr kumimoji="0" lang="en-US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/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/>
            </a:r>
            <a:r>
              <a:rPr kumimoji="0" lang="en-US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/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/>
            </a:r>
            <a:r>
              <a:rPr kumimoji="0" lang="en-US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/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/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Мугалим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en-US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оюн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en-US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учурундагы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en-US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кыйынчылыкка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en-US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жараша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en-US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суроолорду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en-US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тандаса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en-US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болот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.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Убакыттын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en-US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өтүшүнө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en-US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жараша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, </a:t>
            </a:r>
            <a:r>
              <a:rPr kumimoji="0" lang="ru-RU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окуучулар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en-US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сызык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, X </a:t>
            </a:r>
            <a:r>
              <a:rPr kumimoji="0" lang="en-US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же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ru-RU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О 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 </a:t>
            </a:r>
            <a:r>
              <a:rPr kumimoji="0" lang="en-US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менен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en-US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жеңе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en-US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алышат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.</a:t>
            </a:r>
            <a:endParaRPr kumimoji="0" lang="ru-RU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ru-RU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Анимацияларды текшерип, </a:t>
            </a:r>
            <a:r>
              <a:rPr kumimoji="0" lang="ky-KG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сабагы</a:t>
            </a:r>
            <a:r>
              <a:rPr kumimoji="0" lang="ru-RU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ң</a:t>
            </a:r>
            <a:r>
              <a:rPr kumimoji="0" lang="ky-KG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ызга </a:t>
            </a:r>
            <a:r>
              <a:rPr kumimoji="0" lang="ru-RU" sz="20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КЕРЕГИ ЖОК </a:t>
            </a:r>
            <a:r>
              <a:rPr kumimoji="0" lang="ru-RU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слайддарды </a:t>
            </a:r>
            <a:r>
              <a:rPr kumimoji="0" lang="ru-RU" sz="36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ӨЧҮРҮ</a:t>
            </a:r>
            <a:r>
              <a:rPr kumimoji="0" lang="ky-KG" sz="36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П САЛЫ</a:t>
            </a:r>
            <a:r>
              <a:rPr kumimoji="0" lang="ru-RU" sz="36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ҢЫЗ.</a:t>
            </a:r>
            <a:endParaRPr kumimoji="0" lang="en-US" sz="2000" b="1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Title 3">
            <a:extLst>
              <a:ext uri="{FF2B5EF4-FFF2-40B4-BE49-F238E27FC236}">
                <a16:creationId xmlns:a16="http://schemas.microsoft.com/office/drawing/2014/main" id="{4796DCC9-7296-83D1-96A8-4127C71B8D1A}"/>
              </a:ext>
            </a:extLst>
          </p:cNvPr>
          <p:cNvSpPr txBox="1">
            <a:spLocks/>
          </p:cNvSpPr>
          <p:nvPr/>
        </p:nvSpPr>
        <p:spPr>
          <a:xfrm>
            <a:off x="0" y="452438"/>
            <a:ext cx="9404350" cy="140017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600" b="0" i="0" u="none" strike="noStrike" kern="1200" cap="none" spc="0" normalizeH="0" baseline="0" noProof="0" dirty="0" err="1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MathKGZ</a:t>
            </a:r>
            <a:r>
              <a:rPr kumimoji="0" lang="en-US" sz="5200" b="0" i="0" u="none" strike="noStrike" kern="1200" cap="none" spc="0" normalizeH="0" baseline="0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  -- </a:t>
            </a:r>
          </a:p>
        </p:txBody>
      </p:sp>
    </p:spTree>
    <p:extLst>
      <p:ext uri="{BB962C8B-B14F-4D97-AF65-F5344CB8AC3E}">
        <p14:creationId xmlns:p14="http://schemas.microsoft.com/office/powerpoint/2010/main" val="68268113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B34A0ED1-3629-4CDD-A58D-B95B3284C69E}"/>
              </a:ext>
            </a:extLst>
          </p:cNvPr>
          <p:cNvGraphicFramePr>
            <a:graphicFrameLocks noGrp="1"/>
          </p:cNvGraphicFramePr>
          <p:nvPr/>
        </p:nvGraphicFramePr>
        <p:xfrm>
          <a:off x="5400040" y="495497"/>
          <a:ext cx="3896361" cy="389636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98787">
                  <a:extLst>
                    <a:ext uri="{9D8B030D-6E8A-4147-A177-3AD203B41FA5}">
                      <a16:colId xmlns:a16="http://schemas.microsoft.com/office/drawing/2014/main" val="115635351"/>
                    </a:ext>
                  </a:extLst>
                </a:gridCol>
                <a:gridCol w="1298787">
                  <a:extLst>
                    <a:ext uri="{9D8B030D-6E8A-4147-A177-3AD203B41FA5}">
                      <a16:colId xmlns:a16="http://schemas.microsoft.com/office/drawing/2014/main" val="2834483198"/>
                    </a:ext>
                  </a:extLst>
                </a:gridCol>
                <a:gridCol w="1298787">
                  <a:extLst>
                    <a:ext uri="{9D8B030D-6E8A-4147-A177-3AD203B41FA5}">
                      <a16:colId xmlns:a16="http://schemas.microsoft.com/office/drawing/2014/main" val="3183003522"/>
                    </a:ext>
                  </a:extLst>
                </a:gridCol>
              </a:tblGrid>
              <a:tr h="1298787">
                <a:tc>
                  <a:txBody>
                    <a:bodyPr/>
                    <a:lstStyle/>
                    <a:p>
                      <a:pPr algn="ctr"/>
                      <a:r>
                        <a:rPr lang="en-GB" sz="6600" b="1" dirty="0">
                          <a:solidFill>
                            <a:schemeClr val="tx1"/>
                          </a:solidFill>
                        </a:rPr>
                        <a:t>45</a:t>
                      </a:r>
                    </a:p>
                  </a:txBody>
                  <a:tcPr marL="197935" marR="197935" marT="98968" marB="98968" anchor="ctr">
                    <a:lnL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6600" b="1" dirty="0">
                          <a:solidFill>
                            <a:schemeClr val="tx1"/>
                          </a:solidFill>
                        </a:rPr>
                        <a:t>54</a:t>
                      </a:r>
                    </a:p>
                  </a:txBody>
                  <a:tcPr marL="197935" marR="197935" marT="98968" marB="98968" anchor="ctr">
                    <a:lnL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6600" b="1" dirty="0">
                          <a:solidFill>
                            <a:schemeClr val="tx1"/>
                          </a:solidFill>
                        </a:rPr>
                        <a:t>23</a:t>
                      </a:r>
                    </a:p>
                  </a:txBody>
                  <a:tcPr marL="197935" marR="197935" marT="98968" marB="98968" anchor="ctr">
                    <a:lnL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82735878"/>
                  </a:ext>
                </a:extLst>
              </a:tr>
              <a:tr h="1298787">
                <a:tc>
                  <a:txBody>
                    <a:bodyPr/>
                    <a:lstStyle/>
                    <a:p>
                      <a:pPr algn="ctr"/>
                      <a:r>
                        <a:rPr lang="en-GB" sz="6600" b="1" dirty="0">
                          <a:solidFill>
                            <a:schemeClr val="tx1"/>
                          </a:solidFill>
                        </a:rPr>
                        <a:t>82</a:t>
                      </a:r>
                    </a:p>
                  </a:txBody>
                  <a:tcPr marL="197935" marR="197935" marT="98968" marB="98968" anchor="ctr">
                    <a:lnL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6600" b="1" dirty="0">
                          <a:solidFill>
                            <a:schemeClr val="tx1"/>
                          </a:solidFill>
                        </a:rPr>
                        <a:t>37</a:t>
                      </a:r>
                    </a:p>
                  </a:txBody>
                  <a:tcPr marL="197935" marR="197935" marT="98968" marB="98968" anchor="ctr">
                    <a:lnL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6600" b="1" dirty="0">
                          <a:solidFill>
                            <a:schemeClr val="tx1"/>
                          </a:solidFill>
                        </a:rPr>
                        <a:t>12</a:t>
                      </a:r>
                    </a:p>
                  </a:txBody>
                  <a:tcPr marL="197935" marR="197935" marT="98968" marB="98968" anchor="ctr">
                    <a:lnL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37044118"/>
                  </a:ext>
                </a:extLst>
              </a:tr>
              <a:tr h="1298787">
                <a:tc>
                  <a:txBody>
                    <a:bodyPr/>
                    <a:lstStyle/>
                    <a:p>
                      <a:pPr algn="ctr"/>
                      <a:r>
                        <a:rPr lang="en-GB" sz="6600" b="1" dirty="0">
                          <a:solidFill>
                            <a:schemeClr val="tx1"/>
                          </a:solidFill>
                        </a:rPr>
                        <a:t>76</a:t>
                      </a:r>
                    </a:p>
                  </a:txBody>
                  <a:tcPr marL="197935" marR="197935" marT="98968" marB="98968" anchor="ctr">
                    <a:lnL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6600" b="1" dirty="0">
                          <a:solidFill>
                            <a:schemeClr val="tx1"/>
                          </a:solidFill>
                        </a:rPr>
                        <a:t>25</a:t>
                      </a:r>
                    </a:p>
                  </a:txBody>
                  <a:tcPr marL="197935" marR="197935" marT="98968" marB="98968" anchor="ctr">
                    <a:lnL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6600" b="1" dirty="0">
                          <a:solidFill>
                            <a:schemeClr val="tx1"/>
                          </a:solidFill>
                        </a:rPr>
                        <a:t>91</a:t>
                      </a:r>
                    </a:p>
                  </a:txBody>
                  <a:tcPr marL="197935" marR="197935" marT="98968" marB="98968" anchor="ctr">
                    <a:lnL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05527153"/>
                  </a:ext>
                </a:extLst>
              </a:tr>
            </a:tbl>
          </a:graphicData>
        </a:graphic>
      </p:graphicFrame>
      <p:pic>
        <p:nvPicPr>
          <p:cNvPr id="6" name="Picture 5">
            <a:extLst>
              <a:ext uri="{FF2B5EF4-FFF2-40B4-BE49-F238E27FC236}">
                <a16:creationId xmlns:a16="http://schemas.microsoft.com/office/drawing/2014/main" id="{A7B2AA45-FF2C-4A34-9A81-5A8EBE133E9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00040" y="495497"/>
            <a:ext cx="1328420" cy="132842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25FCF7CF-6A6C-4477-AEEE-930530D4649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446367">
            <a:off x="6721372" y="1804985"/>
            <a:ext cx="1189215" cy="1189215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5A51917A-7ABA-4CF9-9A1E-DE9D9BF533C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20817761">
            <a:off x="8065365" y="3076658"/>
            <a:ext cx="1328420" cy="132842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5A58D772-7203-4047-B730-8A75F502647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20817761" flipH="1" flipV="1">
            <a:off x="5322490" y="2932737"/>
            <a:ext cx="1526948" cy="1526948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1D5FBB59-7545-4187-BFB5-71AAC1644FA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20870123">
            <a:off x="6753612" y="523758"/>
            <a:ext cx="1189215" cy="1189215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FBF76227-595D-492B-8E21-FFB692418519}"/>
              </a:ext>
            </a:extLst>
          </p:cNvPr>
          <p:cNvSpPr/>
          <p:nvPr/>
        </p:nvSpPr>
        <p:spPr>
          <a:xfrm>
            <a:off x="0" y="297064"/>
            <a:ext cx="7221249" cy="2646878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6600" b="1" i="0" u="none" strike="noStrike" kern="1200" cap="none" spc="0" normalizeH="0" baseline="0" noProof="0" dirty="0">
                <a:ln w="57150">
                  <a:solidFill>
                    <a:sysClr val="windowText" lastClr="000000"/>
                  </a:solidFill>
                </a:ln>
                <a:solidFill>
                  <a:srgbClr val="00B050"/>
                </a:solidFill>
                <a:effectLst>
                  <a:reflection blurRad="6350" stA="53000" endA="300" endPos="35500" dir="5400000" sy="-90000" algn="bl" rotWithShape="0"/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Бинго</a:t>
            </a:r>
            <a:r>
              <a:rPr kumimoji="0" lang="en-US" sz="16600" b="1" i="0" u="none" strike="noStrike" kern="1200" cap="none" spc="0" normalizeH="0" baseline="0" noProof="0" dirty="0">
                <a:ln w="57150">
                  <a:solidFill>
                    <a:sysClr val="windowText" lastClr="000000"/>
                  </a:solidFill>
                </a:ln>
                <a:solidFill>
                  <a:srgbClr val="00B050"/>
                </a:solidFill>
                <a:effectLst>
                  <a:reflection blurRad="6350" stA="53000" endA="300" endPos="35500" dir="5400000" sy="-90000" algn="bl" rotWithShape="0"/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!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EE67413-2406-441B-89DC-A1394BD34636}"/>
              </a:ext>
            </a:extLst>
          </p:cNvPr>
          <p:cNvSpPr/>
          <p:nvPr/>
        </p:nvSpPr>
        <p:spPr>
          <a:xfrm>
            <a:off x="-515553" y="2508621"/>
            <a:ext cx="9811954" cy="4524315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9600" b="1" i="0" u="none" strike="noStrike" kern="1200" cap="none" spc="0" normalizeH="0" baseline="0" noProof="0" dirty="0">
                <a:ln w="38100">
                  <a:solidFill>
                    <a:sysClr val="windowText" lastClr="000000"/>
                  </a:solidFill>
                </a:ln>
                <a:solidFill>
                  <a:srgbClr val="00B050"/>
                </a:solidFill>
                <a:effectLst>
                  <a:reflection blurRad="6350" stA="53000" endA="300" endPos="35500" dir="5400000" sy="-90000" algn="bl" rotWithShape="0"/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Ондуктарды кошуу жана кемитүү</a:t>
            </a:r>
          </a:p>
        </p:txBody>
      </p:sp>
    </p:spTree>
    <p:extLst>
      <p:ext uri="{BB962C8B-B14F-4D97-AF65-F5344CB8AC3E}">
        <p14:creationId xmlns:p14="http://schemas.microsoft.com/office/powerpoint/2010/main" val="181021494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46030720"/>
              </p:ext>
            </p:extLst>
          </p:nvPr>
        </p:nvGraphicFramePr>
        <p:xfrm>
          <a:off x="292100" y="1544873"/>
          <a:ext cx="9321800" cy="35890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30450">
                  <a:extLst>
                    <a:ext uri="{9D8B030D-6E8A-4147-A177-3AD203B41FA5}">
                      <a16:colId xmlns:a16="http://schemas.microsoft.com/office/drawing/2014/main" val="62045395"/>
                    </a:ext>
                  </a:extLst>
                </a:gridCol>
                <a:gridCol w="2330450">
                  <a:extLst>
                    <a:ext uri="{9D8B030D-6E8A-4147-A177-3AD203B41FA5}">
                      <a16:colId xmlns:a16="http://schemas.microsoft.com/office/drawing/2014/main" val="2161216684"/>
                    </a:ext>
                  </a:extLst>
                </a:gridCol>
                <a:gridCol w="2330450">
                  <a:extLst>
                    <a:ext uri="{9D8B030D-6E8A-4147-A177-3AD203B41FA5}">
                      <a16:colId xmlns:a16="http://schemas.microsoft.com/office/drawing/2014/main" val="2924408573"/>
                    </a:ext>
                  </a:extLst>
                </a:gridCol>
                <a:gridCol w="2330450">
                  <a:extLst>
                    <a:ext uri="{9D8B030D-6E8A-4147-A177-3AD203B41FA5}">
                      <a16:colId xmlns:a16="http://schemas.microsoft.com/office/drawing/2014/main" val="2772295460"/>
                    </a:ext>
                  </a:extLst>
                </a:gridCol>
              </a:tblGrid>
              <a:tr h="897258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4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0,46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4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1,06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4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13,09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4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5,43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44658278"/>
                  </a:ext>
                </a:extLst>
              </a:tr>
              <a:tr h="897258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4000" dirty="0"/>
                        <a:t>5,01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4000" dirty="0"/>
                        <a:t>309,62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4000" dirty="0"/>
                        <a:t>2,82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4000" dirty="0"/>
                        <a:t>188,78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20458257"/>
                  </a:ext>
                </a:extLst>
              </a:tr>
              <a:tr h="897258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4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70,37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4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2,63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4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33,72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4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9,78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32040813"/>
                  </a:ext>
                </a:extLst>
              </a:tr>
              <a:tr h="897258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4000" dirty="0"/>
                        <a:t>13,86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4000" dirty="0"/>
                        <a:t>83,08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4000" dirty="0"/>
                        <a:t>2,49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4000" dirty="0"/>
                        <a:t>115,92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28986472"/>
                  </a:ext>
                </a:extLst>
              </a:tr>
            </a:tbl>
          </a:graphicData>
        </a:graphic>
      </p:graphicFrame>
      <p:sp>
        <p:nvSpPr>
          <p:cNvPr id="3" name="Rectangle 2"/>
          <p:cNvSpPr/>
          <p:nvPr/>
        </p:nvSpPr>
        <p:spPr>
          <a:xfrm>
            <a:off x="726618" y="19616"/>
            <a:ext cx="8452763" cy="1107996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ru-RU" sz="6600" b="1" cap="none" spc="0" dirty="0">
                <a:ln w="9525">
                  <a:solidFill>
                    <a:sysClr val="windowText" lastClr="000000"/>
                  </a:solidFill>
                </a:ln>
                <a:solidFill>
                  <a:srgbClr val="00B050"/>
                </a:solidFill>
                <a:effectLst>
                  <a:reflection blurRad="6350" stA="53000" endA="300" endPos="35500" dir="5400000" sy="-90000" algn="bl" rotWithShape="0"/>
                </a:effectLst>
              </a:rPr>
              <a:t>Сандарды тандаңыз…</a:t>
            </a:r>
            <a:endParaRPr lang="en-US" sz="6600" b="1" cap="none" spc="0" dirty="0">
              <a:ln w="9525">
                <a:solidFill>
                  <a:sysClr val="windowText" lastClr="000000"/>
                </a:solidFill>
              </a:ln>
              <a:solidFill>
                <a:srgbClr val="00B050"/>
              </a:solidFill>
              <a:effectLst>
                <a:reflection blurRad="6350" stA="53000" endA="300" endPos="35500" dir="5400000" sy="-90000" algn="bl" rotWithShape="0"/>
              </a:effectLst>
            </a:endParaRP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75F6707C-594E-4BE7-9A2A-69EC69C30D4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98246953"/>
              </p:ext>
            </p:extLst>
          </p:nvPr>
        </p:nvGraphicFramePr>
        <p:xfrm>
          <a:off x="5530918" y="5786675"/>
          <a:ext cx="879027" cy="87902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3009">
                  <a:extLst>
                    <a:ext uri="{9D8B030D-6E8A-4147-A177-3AD203B41FA5}">
                      <a16:colId xmlns:a16="http://schemas.microsoft.com/office/drawing/2014/main" val="62045395"/>
                    </a:ext>
                  </a:extLst>
                </a:gridCol>
                <a:gridCol w="293009">
                  <a:extLst>
                    <a:ext uri="{9D8B030D-6E8A-4147-A177-3AD203B41FA5}">
                      <a16:colId xmlns:a16="http://schemas.microsoft.com/office/drawing/2014/main" val="2161216684"/>
                    </a:ext>
                  </a:extLst>
                </a:gridCol>
                <a:gridCol w="293009">
                  <a:extLst>
                    <a:ext uri="{9D8B030D-6E8A-4147-A177-3AD203B41FA5}">
                      <a16:colId xmlns:a16="http://schemas.microsoft.com/office/drawing/2014/main" val="2924408573"/>
                    </a:ext>
                  </a:extLst>
                </a:gridCol>
              </a:tblGrid>
              <a:tr h="293009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55818" marR="55818" marT="27909" marB="27909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55818" marR="55818" marT="27909" marB="27909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55818" marR="55818" marT="27909" marB="27909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44658278"/>
                  </a:ext>
                </a:extLst>
              </a:tr>
              <a:tr h="293009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GB" sz="1100" dirty="0"/>
                    </a:p>
                  </a:txBody>
                  <a:tcPr marL="55818" marR="55818" marT="27909" marB="27909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GB" sz="1100" dirty="0"/>
                    </a:p>
                  </a:txBody>
                  <a:tcPr marL="55818" marR="55818" marT="27909" marB="27909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GB" sz="1100" dirty="0"/>
                    </a:p>
                  </a:txBody>
                  <a:tcPr marL="55818" marR="55818" marT="27909" marB="27909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20458257"/>
                  </a:ext>
                </a:extLst>
              </a:tr>
              <a:tr h="293009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55818" marR="55818" marT="27909" marB="27909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55818" marR="55818" marT="27909" marB="27909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55818" marR="55818" marT="27909" marB="27909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32040813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8EDEA543-F1EE-4312-B1A0-843C76004B58}"/>
              </a:ext>
            </a:extLst>
          </p:cNvPr>
          <p:cNvSpPr txBox="1"/>
          <p:nvPr/>
        </p:nvSpPr>
        <p:spPr>
          <a:xfrm>
            <a:off x="1525719" y="6041522"/>
            <a:ext cx="40051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/>
              <a:t>Китепке/дептерге 3х3 торчо тартыңыз.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94368852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Rectangle: Rounded Corners 40">
            <a:extLst>
              <a:ext uri="{FF2B5EF4-FFF2-40B4-BE49-F238E27FC236}">
                <a16:creationId xmlns:a16="http://schemas.microsoft.com/office/drawing/2014/main" id="{8095B61E-8390-44AA-99CA-44D3D00A51FA}"/>
              </a:ext>
            </a:extLst>
          </p:cNvPr>
          <p:cNvSpPr/>
          <p:nvPr/>
        </p:nvSpPr>
        <p:spPr>
          <a:xfrm>
            <a:off x="93617" y="84853"/>
            <a:ext cx="9718766" cy="6733039"/>
          </a:xfrm>
          <a:prstGeom prst="roundRect">
            <a:avLst>
              <a:gd name="adj" fmla="val 8376"/>
            </a:avLst>
          </a:prstGeom>
          <a:solidFill>
            <a:schemeClr val="accent4">
              <a:lumMod val="60000"/>
              <a:lumOff val="4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697A8A0-106E-4B23-A801-9049A03E7927}"/>
              </a:ext>
            </a:extLst>
          </p:cNvPr>
          <p:cNvSpPr txBox="1"/>
          <p:nvPr/>
        </p:nvSpPr>
        <p:spPr>
          <a:xfrm>
            <a:off x="3147389" y="84853"/>
            <a:ext cx="361124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800" dirty="0"/>
              <a:t>Амалдарды аткаргыла</a:t>
            </a:r>
            <a:endParaRPr lang="en-GB" sz="28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43216E8-761C-49FA-9740-7498430D89FC}"/>
              </a:ext>
            </a:extLst>
          </p:cNvPr>
          <p:cNvSpPr txBox="1"/>
          <p:nvPr/>
        </p:nvSpPr>
        <p:spPr>
          <a:xfrm>
            <a:off x="2765542" y="747207"/>
            <a:ext cx="4374916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6000" dirty="0"/>
              <a:t>0,45 + 0,61 = </a:t>
            </a: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1F11374C-214A-4F2D-91ED-A687BE6CD27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57746293"/>
              </p:ext>
            </p:extLst>
          </p:nvPr>
        </p:nvGraphicFramePr>
        <p:xfrm>
          <a:off x="1007374" y="3415823"/>
          <a:ext cx="6604000" cy="244644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20800">
                  <a:extLst>
                    <a:ext uri="{9D8B030D-6E8A-4147-A177-3AD203B41FA5}">
                      <a16:colId xmlns:a16="http://schemas.microsoft.com/office/drawing/2014/main" val="2580091449"/>
                    </a:ext>
                  </a:extLst>
                </a:gridCol>
                <a:gridCol w="1320800">
                  <a:extLst>
                    <a:ext uri="{9D8B030D-6E8A-4147-A177-3AD203B41FA5}">
                      <a16:colId xmlns:a16="http://schemas.microsoft.com/office/drawing/2014/main" val="1589164730"/>
                    </a:ext>
                  </a:extLst>
                </a:gridCol>
                <a:gridCol w="1320800">
                  <a:extLst>
                    <a:ext uri="{9D8B030D-6E8A-4147-A177-3AD203B41FA5}">
                      <a16:colId xmlns:a16="http://schemas.microsoft.com/office/drawing/2014/main" val="3711312769"/>
                    </a:ext>
                  </a:extLst>
                </a:gridCol>
                <a:gridCol w="1320800">
                  <a:extLst>
                    <a:ext uri="{9D8B030D-6E8A-4147-A177-3AD203B41FA5}">
                      <a16:colId xmlns:a16="http://schemas.microsoft.com/office/drawing/2014/main" val="988856245"/>
                    </a:ext>
                  </a:extLst>
                </a:gridCol>
                <a:gridCol w="1320800">
                  <a:extLst>
                    <a:ext uri="{9D8B030D-6E8A-4147-A177-3AD203B41FA5}">
                      <a16:colId xmlns:a16="http://schemas.microsoft.com/office/drawing/2014/main" val="1122046327"/>
                    </a:ext>
                  </a:extLst>
                </a:gridCol>
              </a:tblGrid>
              <a:tr h="815482">
                <a:tc>
                  <a:txBody>
                    <a:bodyPr/>
                    <a:lstStyle/>
                    <a:p>
                      <a:pPr algn="ctr"/>
                      <a:endParaRPr lang="en-GB" sz="4400" b="0" dirty="0">
                        <a:solidFill>
                          <a:schemeClr val="tx1"/>
                        </a:solidFill>
                      </a:endParaRPr>
                    </a:p>
                  </a:txBody>
                  <a:tcPr marL="45720" marR="45720" anchor="ctr"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GB" sz="4000" b="0" dirty="0">
                        <a:solidFill>
                          <a:schemeClr val="tx1"/>
                        </a:solidFill>
                      </a:endParaRPr>
                    </a:p>
                  </a:txBody>
                  <a:tcPr marL="45720" marR="45720" anchor="ctr"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4400" b="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 marL="45720" marR="45720" anchor="ctr"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4000" b="0" dirty="0">
                          <a:solidFill>
                            <a:schemeClr val="tx1"/>
                          </a:solidFill>
                        </a:rPr>
                        <a:t>4</a:t>
                      </a:r>
                    </a:p>
                  </a:txBody>
                  <a:tcPr marL="45720" marR="45720" anchor="ctr"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4400" b="0" dirty="0">
                          <a:solidFill>
                            <a:schemeClr val="tx1"/>
                          </a:solidFill>
                        </a:rPr>
                        <a:t>5</a:t>
                      </a:r>
                    </a:p>
                  </a:txBody>
                  <a:tcPr marL="45720" marR="45720" anchor="ctr"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97239473"/>
                  </a:ext>
                </a:extLst>
              </a:tr>
              <a:tr h="815482">
                <a:tc>
                  <a:txBody>
                    <a:bodyPr/>
                    <a:lstStyle/>
                    <a:p>
                      <a:pPr algn="ctr"/>
                      <a:endParaRPr lang="en-GB" sz="4400" b="0" dirty="0">
                        <a:solidFill>
                          <a:schemeClr val="tx1"/>
                        </a:solidFill>
                      </a:endParaRPr>
                    </a:p>
                  </a:txBody>
                  <a:tcPr marL="45720" marR="45720" anchor="ctr"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GB" sz="4000" b="0" dirty="0">
                        <a:solidFill>
                          <a:schemeClr val="tx1"/>
                        </a:solidFill>
                      </a:endParaRPr>
                    </a:p>
                  </a:txBody>
                  <a:tcPr marL="45720" marR="45720" anchor="ctr"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4400" b="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 marL="45720" marR="45720" anchor="ctr"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4000" b="0" dirty="0">
                          <a:solidFill>
                            <a:schemeClr val="tx1"/>
                          </a:solidFill>
                        </a:rPr>
                        <a:t>6</a:t>
                      </a:r>
                    </a:p>
                  </a:txBody>
                  <a:tcPr marL="45720" marR="45720" anchor="ctr"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4400" b="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marL="45720" marR="45720" anchor="ctr"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39714703"/>
                  </a:ext>
                </a:extLst>
              </a:tr>
              <a:tr h="815482">
                <a:tc>
                  <a:txBody>
                    <a:bodyPr/>
                    <a:lstStyle/>
                    <a:p>
                      <a:pPr algn="ctr"/>
                      <a:endParaRPr lang="en-GB" sz="4400" b="0" dirty="0">
                        <a:solidFill>
                          <a:schemeClr val="tx1"/>
                        </a:solidFill>
                      </a:endParaRPr>
                    </a:p>
                  </a:txBody>
                  <a:tcPr marL="45720" marR="45720" anchor="ctr"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GB" sz="4000" b="0" dirty="0">
                        <a:solidFill>
                          <a:schemeClr val="tx1"/>
                        </a:solidFill>
                      </a:endParaRPr>
                    </a:p>
                  </a:txBody>
                  <a:tcPr marL="45720" marR="45720" anchor="ctr"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4400" b="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marL="45720" marR="45720" anchor="ctr"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4000" b="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 marL="45720" marR="45720" anchor="ctr"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4400" b="0" dirty="0">
                          <a:solidFill>
                            <a:schemeClr val="tx1"/>
                          </a:solidFill>
                        </a:rPr>
                        <a:t>6</a:t>
                      </a:r>
                    </a:p>
                  </a:txBody>
                  <a:tcPr marL="45720" marR="45720" anchor="ctr"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22367911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37F36018-51E0-4C35-94F4-1482A0D9B069}"/>
              </a:ext>
            </a:extLst>
          </p:cNvPr>
          <p:cNvSpPr txBox="1"/>
          <p:nvPr/>
        </p:nvSpPr>
        <p:spPr>
          <a:xfrm rot="18800925">
            <a:off x="1532784" y="2485950"/>
            <a:ext cx="135992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800" dirty="0"/>
              <a:t>Жүздөр</a:t>
            </a:r>
            <a:endParaRPr lang="en-GB" sz="28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6E482F2-906E-4A5E-82B8-42F4C1F94F3A}"/>
              </a:ext>
            </a:extLst>
          </p:cNvPr>
          <p:cNvSpPr txBox="1"/>
          <p:nvPr/>
        </p:nvSpPr>
        <p:spPr>
          <a:xfrm rot="18800925">
            <a:off x="2483737" y="2723342"/>
            <a:ext cx="118942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2800" dirty="0"/>
              <a:t>Ондор</a:t>
            </a:r>
            <a:endParaRPr lang="en-GB" sz="280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C2D257D-7602-4149-8DB4-4A8786EB6B85}"/>
              </a:ext>
            </a:extLst>
          </p:cNvPr>
          <p:cNvSpPr txBox="1"/>
          <p:nvPr/>
        </p:nvSpPr>
        <p:spPr>
          <a:xfrm rot="18800925">
            <a:off x="4969188" y="2556290"/>
            <a:ext cx="164044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2800" dirty="0"/>
              <a:t>Ондуктар</a:t>
            </a:r>
            <a:endParaRPr lang="en-GB" sz="280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4A023BA-0973-4EF2-92CB-6FE7806C1EA2}"/>
              </a:ext>
            </a:extLst>
          </p:cNvPr>
          <p:cNvSpPr txBox="1"/>
          <p:nvPr/>
        </p:nvSpPr>
        <p:spPr>
          <a:xfrm rot="18800925">
            <a:off x="6507002" y="2310103"/>
            <a:ext cx="182800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800" dirty="0"/>
              <a:t>Жүздүктөр</a:t>
            </a:r>
            <a:endParaRPr lang="en-GB" sz="2800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4199AFA-ED21-4B09-9CA3-2E594EF577AA}"/>
              </a:ext>
            </a:extLst>
          </p:cNvPr>
          <p:cNvSpPr txBox="1"/>
          <p:nvPr/>
        </p:nvSpPr>
        <p:spPr>
          <a:xfrm rot="18800925">
            <a:off x="3536282" y="2635419"/>
            <a:ext cx="181581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2800" dirty="0"/>
              <a:t>Бирдиктер</a:t>
            </a:r>
            <a:endParaRPr lang="en-GB" sz="2800" dirty="0"/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57A3C43F-938D-43EF-8C38-02AB6B856331}"/>
              </a:ext>
            </a:extLst>
          </p:cNvPr>
          <p:cNvCxnSpPr>
            <a:cxnSpLocks/>
          </p:cNvCxnSpPr>
          <p:nvPr/>
        </p:nvCxnSpPr>
        <p:spPr>
          <a:xfrm>
            <a:off x="2329961" y="3400361"/>
            <a:ext cx="0" cy="2461908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1CFFC753-5751-46E6-B1CC-CDD23BB4F96C}"/>
              </a:ext>
            </a:extLst>
          </p:cNvPr>
          <p:cNvCxnSpPr>
            <a:cxnSpLocks/>
          </p:cNvCxnSpPr>
          <p:nvPr/>
        </p:nvCxnSpPr>
        <p:spPr>
          <a:xfrm>
            <a:off x="3651738" y="3400361"/>
            <a:ext cx="0" cy="2461908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831A7241-C2ED-4952-93FA-330A1DD58B9C}"/>
              </a:ext>
            </a:extLst>
          </p:cNvPr>
          <p:cNvCxnSpPr>
            <a:cxnSpLocks/>
          </p:cNvCxnSpPr>
          <p:nvPr/>
        </p:nvCxnSpPr>
        <p:spPr>
          <a:xfrm>
            <a:off x="4964722" y="3400361"/>
            <a:ext cx="0" cy="2461908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BCA7BA55-2F06-4570-8757-2DD6E55A2909}"/>
              </a:ext>
            </a:extLst>
          </p:cNvPr>
          <p:cNvCxnSpPr>
            <a:cxnSpLocks/>
          </p:cNvCxnSpPr>
          <p:nvPr/>
        </p:nvCxnSpPr>
        <p:spPr>
          <a:xfrm>
            <a:off x="6286499" y="3400361"/>
            <a:ext cx="0" cy="2461908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Oval 17">
            <a:extLst>
              <a:ext uri="{FF2B5EF4-FFF2-40B4-BE49-F238E27FC236}">
                <a16:creationId xmlns:a16="http://schemas.microsoft.com/office/drawing/2014/main" id="{34B3E96D-EB38-4B23-BC5B-E46D1B6CEAEC}"/>
              </a:ext>
            </a:extLst>
          </p:cNvPr>
          <p:cNvSpPr/>
          <p:nvPr/>
        </p:nvSpPr>
        <p:spPr>
          <a:xfrm>
            <a:off x="4826977" y="3667922"/>
            <a:ext cx="278589" cy="278589"/>
          </a:xfrm>
          <a:prstGeom prst="ellipse">
            <a:avLst/>
          </a:prstGeom>
          <a:solidFill>
            <a:schemeClr val="tx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C755FCA3-1A1E-4638-BA4C-4EE9784813F1}"/>
              </a:ext>
            </a:extLst>
          </p:cNvPr>
          <p:cNvSpPr/>
          <p:nvPr/>
        </p:nvSpPr>
        <p:spPr>
          <a:xfrm>
            <a:off x="4812324" y="4514915"/>
            <a:ext cx="278589" cy="278589"/>
          </a:xfrm>
          <a:prstGeom prst="ellipse">
            <a:avLst/>
          </a:prstGeom>
          <a:solidFill>
            <a:schemeClr val="tx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188A3B2C-1E5B-43E8-9F3F-7DF5DF6891D7}"/>
              </a:ext>
            </a:extLst>
          </p:cNvPr>
          <p:cNvSpPr/>
          <p:nvPr/>
        </p:nvSpPr>
        <p:spPr>
          <a:xfrm>
            <a:off x="4841632" y="5309154"/>
            <a:ext cx="278589" cy="278589"/>
          </a:xfrm>
          <a:prstGeom prst="ellipse">
            <a:avLst/>
          </a:prstGeom>
          <a:solidFill>
            <a:schemeClr val="tx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1CE0F476-BC6D-467D-9E7E-31DDEB766636}"/>
              </a:ext>
            </a:extLst>
          </p:cNvPr>
          <p:cNvSpPr/>
          <p:nvPr/>
        </p:nvSpPr>
        <p:spPr>
          <a:xfrm>
            <a:off x="826477" y="5025020"/>
            <a:ext cx="6809385" cy="1035490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97B3BFB5-A1A4-49DD-A2AC-57019150A591}"/>
              </a:ext>
            </a:extLst>
          </p:cNvPr>
          <p:cNvSpPr/>
          <p:nvPr/>
        </p:nvSpPr>
        <p:spPr>
          <a:xfrm>
            <a:off x="689137" y="3999265"/>
            <a:ext cx="644728" cy="120032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sz="7200" dirty="0"/>
              <a:t>+</a:t>
            </a:r>
          </a:p>
        </p:txBody>
      </p:sp>
      <p:pic>
        <p:nvPicPr>
          <p:cNvPr id="23" name="Picture 22">
            <a:extLst>
              <a:ext uri="{FF2B5EF4-FFF2-40B4-BE49-F238E27FC236}">
                <a16:creationId xmlns:a16="http://schemas.microsoft.com/office/drawing/2014/main" id="{EB86AE90-B8EE-44D1-AD3B-15EE48EA400D}"/>
              </a:ext>
            </a:extLst>
          </p:cNvPr>
          <p:cNvPicPr>
            <a:picLocks noChangeAspect="1"/>
          </p:cNvPicPr>
          <p:nvPr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6153" y="425506"/>
            <a:ext cx="1313412" cy="14760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564392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9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0"/>
      <p:bldP spid="8" grpId="0"/>
      <p:bldP spid="9" grpId="0"/>
      <p:bldP spid="10" grpId="0"/>
      <p:bldP spid="18" grpId="0" animBg="1"/>
      <p:bldP spid="19" grpId="0" animBg="1"/>
      <p:bldP spid="20" grpId="0" animBg="1"/>
      <p:bldP spid="21" grpId="0" animBg="1"/>
      <p:bldP spid="21" grpId="1" animBg="1"/>
      <p:bldP spid="22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16956573-3B2D-4896-A0C6-E09166EC09E4}"/>
              </a:ext>
            </a:extLst>
          </p:cNvPr>
          <p:cNvSpPr/>
          <p:nvPr/>
        </p:nvSpPr>
        <p:spPr>
          <a:xfrm>
            <a:off x="95797" y="69669"/>
            <a:ext cx="9718766" cy="6733039"/>
          </a:xfrm>
          <a:prstGeom prst="roundRect">
            <a:avLst>
              <a:gd name="adj" fmla="val 8376"/>
            </a:avLst>
          </a:prstGeom>
          <a:solidFill>
            <a:schemeClr val="accent6">
              <a:lumMod val="60000"/>
              <a:lumOff val="4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697A8A0-106E-4B23-A801-9049A03E7927}"/>
              </a:ext>
            </a:extLst>
          </p:cNvPr>
          <p:cNvSpPr txBox="1"/>
          <p:nvPr/>
        </p:nvSpPr>
        <p:spPr>
          <a:xfrm>
            <a:off x="3147389" y="84853"/>
            <a:ext cx="361124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800" dirty="0"/>
              <a:t>Амалдарды аткаргыла</a:t>
            </a:r>
            <a:endParaRPr lang="en-GB" sz="28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43216E8-761C-49FA-9740-7498430D89FC}"/>
              </a:ext>
            </a:extLst>
          </p:cNvPr>
          <p:cNvSpPr txBox="1"/>
          <p:nvPr/>
        </p:nvSpPr>
        <p:spPr>
          <a:xfrm>
            <a:off x="2765542" y="747207"/>
            <a:ext cx="4374916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6000" dirty="0"/>
              <a:t>7,76 </a:t>
            </a:r>
            <a:r>
              <a:rPr lang="en-GB" sz="6000" dirty="0">
                <a:latin typeface="Calibri" panose="020F0502020204030204" pitchFamily="34" charset="0"/>
                <a:cs typeface="Calibri" panose="020F0502020204030204" pitchFamily="34" charset="0"/>
              </a:rPr>
              <a:t>−</a:t>
            </a:r>
            <a:r>
              <a:rPr lang="en-GB" sz="6000" dirty="0"/>
              <a:t> 2,75 = </a:t>
            </a: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1F11374C-214A-4F2D-91ED-A687BE6CD27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83566514"/>
              </p:ext>
            </p:extLst>
          </p:nvPr>
        </p:nvGraphicFramePr>
        <p:xfrm>
          <a:off x="1007374" y="3415823"/>
          <a:ext cx="6604000" cy="244644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20800">
                  <a:extLst>
                    <a:ext uri="{9D8B030D-6E8A-4147-A177-3AD203B41FA5}">
                      <a16:colId xmlns:a16="http://schemas.microsoft.com/office/drawing/2014/main" val="2580091449"/>
                    </a:ext>
                  </a:extLst>
                </a:gridCol>
                <a:gridCol w="1320800">
                  <a:extLst>
                    <a:ext uri="{9D8B030D-6E8A-4147-A177-3AD203B41FA5}">
                      <a16:colId xmlns:a16="http://schemas.microsoft.com/office/drawing/2014/main" val="1589164730"/>
                    </a:ext>
                  </a:extLst>
                </a:gridCol>
                <a:gridCol w="1320800">
                  <a:extLst>
                    <a:ext uri="{9D8B030D-6E8A-4147-A177-3AD203B41FA5}">
                      <a16:colId xmlns:a16="http://schemas.microsoft.com/office/drawing/2014/main" val="3711312769"/>
                    </a:ext>
                  </a:extLst>
                </a:gridCol>
                <a:gridCol w="1320800">
                  <a:extLst>
                    <a:ext uri="{9D8B030D-6E8A-4147-A177-3AD203B41FA5}">
                      <a16:colId xmlns:a16="http://schemas.microsoft.com/office/drawing/2014/main" val="988856245"/>
                    </a:ext>
                  </a:extLst>
                </a:gridCol>
                <a:gridCol w="1320800">
                  <a:extLst>
                    <a:ext uri="{9D8B030D-6E8A-4147-A177-3AD203B41FA5}">
                      <a16:colId xmlns:a16="http://schemas.microsoft.com/office/drawing/2014/main" val="1122046327"/>
                    </a:ext>
                  </a:extLst>
                </a:gridCol>
              </a:tblGrid>
              <a:tr h="815482">
                <a:tc>
                  <a:txBody>
                    <a:bodyPr/>
                    <a:lstStyle/>
                    <a:p>
                      <a:pPr algn="ctr"/>
                      <a:endParaRPr lang="en-GB" sz="4400" b="0" dirty="0">
                        <a:solidFill>
                          <a:schemeClr val="tx1"/>
                        </a:solidFill>
                      </a:endParaRPr>
                    </a:p>
                  </a:txBody>
                  <a:tcPr marL="45720" marR="45720" anchor="ctr"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GB" sz="4000" b="0" dirty="0">
                        <a:solidFill>
                          <a:schemeClr val="tx1"/>
                        </a:solidFill>
                      </a:endParaRPr>
                    </a:p>
                  </a:txBody>
                  <a:tcPr marL="45720" marR="45720" anchor="ctr"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4400" b="0" dirty="0">
                          <a:solidFill>
                            <a:schemeClr val="tx1"/>
                          </a:solidFill>
                        </a:rPr>
                        <a:t>7</a:t>
                      </a:r>
                    </a:p>
                  </a:txBody>
                  <a:tcPr marL="45720" marR="45720" anchor="ctr"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4000" b="0" dirty="0">
                          <a:solidFill>
                            <a:schemeClr val="tx1"/>
                          </a:solidFill>
                        </a:rPr>
                        <a:t>7</a:t>
                      </a:r>
                    </a:p>
                  </a:txBody>
                  <a:tcPr marL="45720" marR="45720" anchor="ctr"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4400" b="0" dirty="0">
                          <a:solidFill>
                            <a:schemeClr val="tx1"/>
                          </a:solidFill>
                        </a:rPr>
                        <a:t>6</a:t>
                      </a:r>
                    </a:p>
                  </a:txBody>
                  <a:tcPr marL="45720" marR="45720" anchor="ctr"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97239473"/>
                  </a:ext>
                </a:extLst>
              </a:tr>
              <a:tr h="815482">
                <a:tc>
                  <a:txBody>
                    <a:bodyPr/>
                    <a:lstStyle/>
                    <a:p>
                      <a:pPr algn="ctr"/>
                      <a:endParaRPr lang="en-GB" sz="4400" b="0" dirty="0">
                        <a:solidFill>
                          <a:schemeClr val="tx1"/>
                        </a:solidFill>
                      </a:endParaRPr>
                    </a:p>
                  </a:txBody>
                  <a:tcPr marL="45720" marR="45720" anchor="ctr"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GB" sz="4000" b="0" dirty="0">
                        <a:solidFill>
                          <a:schemeClr val="tx1"/>
                        </a:solidFill>
                      </a:endParaRPr>
                    </a:p>
                  </a:txBody>
                  <a:tcPr marL="45720" marR="45720" anchor="ctr"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4400" b="0" dirty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 marL="45720" marR="45720" anchor="ctr"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4000" b="0" dirty="0">
                          <a:solidFill>
                            <a:schemeClr val="tx1"/>
                          </a:solidFill>
                        </a:rPr>
                        <a:t>7</a:t>
                      </a:r>
                    </a:p>
                  </a:txBody>
                  <a:tcPr marL="45720" marR="45720" anchor="ctr"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4400" b="0" dirty="0">
                          <a:solidFill>
                            <a:schemeClr val="tx1"/>
                          </a:solidFill>
                        </a:rPr>
                        <a:t>5</a:t>
                      </a:r>
                    </a:p>
                  </a:txBody>
                  <a:tcPr marL="45720" marR="45720" anchor="ctr"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39714703"/>
                  </a:ext>
                </a:extLst>
              </a:tr>
              <a:tr h="815482">
                <a:tc>
                  <a:txBody>
                    <a:bodyPr/>
                    <a:lstStyle/>
                    <a:p>
                      <a:pPr algn="ctr"/>
                      <a:endParaRPr lang="en-GB" sz="4400" b="0" dirty="0">
                        <a:solidFill>
                          <a:schemeClr val="tx1"/>
                        </a:solidFill>
                      </a:endParaRPr>
                    </a:p>
                  </a:txBody>
                  <a:tcPr marL="45720" marR="45720" anchor="ctr"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GB" sz="4000" b="0" dirty="0">
                        <a:solidFill>
                          <a:schemeClr val="tx1"/>
                        </a:solidFill>
                      </a:endParaRPr>
                    </a:p>
                  </a:txBody>
                  <a:tcPr marL="45720" marR="45720" anchor="ctr"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4400" b="0" dirty="0">
                          <a:solidFill>
                            <a:schemeClr val="tx1"/>
                          </a:solidFill>
                        </a:rPr>
                        <a:t>5</a:t>
                      </a:r>
                    </a:p>
                  </a:txBody>
                  <a:tcPr marL="45720" marR="45720" anchor="ctr"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4000" b="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 marL="45720" marR="45720" anchor="ctr"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4400" b="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marL="45720" marR="45720" anchor="ctr"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22367911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37F36018-51E0-4C35-94F4-1482A0D9B069}"/>
              </a:ext>
            </a:extLst>
          </p:cNvPr>
          <p:cNvSpPr txBox="1"/>
          <p:nvPr/>
        </p:nvSpPr>
        <p:spPr>
          <a:xfrm rot="18800925">
            <a:off x="1532785" y="2485950"/>
            <a:ext cx="135992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800" dirty="0"/>
              <a:t>Жүздөр</a:t>
            </a:r>
            <a:endParaRPr lang="en-GB" sz="28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6E482F2-906E-4A5E-82B8-42F4C1F94F3A}"/>
              </a:ext>
            </a:extLst>
          </p:cNvPr>
          <p:cNvSpPr txBox="1"/>
          <p:nvPr/>
        </p:nvSpPr>
        <p:spPr>
          <a:xfrm rot="18800925">
            <a:off x="2786343" y="2528963"/>
            <a:ext cx="118942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2800" dirty="0"/>
              <a:t>Ондор</a:t>
            </a:r>
            <a:endParaRPr lang="en-GB" sz="280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C2D257D-7602-4149-8DB4-4A8786EB6B85}"/>
              </a:ext>
            </a:extLst>
          </p:cNvPr>
          <p:cNvSpPr txBox="1"/>
          <p:nvPr/>
        </p:nvSpPr>
        <p:spPr>
          <a:xfrm rot="18800925">
            <a:off x="4969188" y="2556290"/>
            <a:ext cx="164044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2800" dirty="0"/>
              <a:t>Ондуктар</a:t>
            </a:r>
            <a:endParaRPr lang="en-GB" sz="280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4A023BA-0973-4EF2-92CB-6FE7806C1EA2}"/>
              </a:ext>
            </a:extLst>
          </p:cNvPr>
          <p:cNvSpPr txBox="1"/>
          <p:nvPr/>
        </p:nvSpPr>
        <p:spPr>
          <a:xfrm rot="18800925">
            <a:off x="6507003" y="2310103"/>
            <a:ext cx="182800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800" dirty="0"/>
              <a:t>Жүздүктөр</a:t>
            </a:r>
            <a:endParaRPr lang="en-GB" sz="2800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4199AFA-ED21-4B09-9CA3-2E594EF577AA}"/>
              </a:ext>
            </a:extLst>
          </p:cNvPr>
          <p:cNvSpPr txBox="1"/>
          <p:nvPr/>
        </p:nvSpPr>
        <p:spPr>
          <a:xfrm rot="18800925">
            <a:off x="3813818" y="2424456"/>
            <a:ext cx="181581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2800" dirty="0"/>
              <a:t>Бирдиктер</a:t>
            </a:r>
            <a:endParaRPr lang="en-GB" sz="2800" dirty="0"/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57A3C43F-938D-43EF-8C38-02AB6B856331}"/>
              </a:ext>
            </a:extLst>
          </p:cNvPr>
          <p:cNvCxnSpPr>
            <a:cxnSpLocks/>
          </p:cNvCxnSpPr>
          <p:nvPr/>
        </p:nvCxnSpPr>
        <p:spPr>
          <a:xfrm>
            <a:off x="2329961" y="3400361"/>
            <a:ext cx="0" cy="2461908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1CFFC753-5751-46E6-B1CC-CDD23BB4F96C}"/>
              </a:ext>
            </a:extLst>
          </p:cNvPr>
          <p:cNvCxnSpPr>
            <a:cxnSpLocks/>
          </p:cNvCxnSpPr>
          <p:nvPr/>
        </p:nvCxnSpPr>
        <p:spPr>
          <a:xfrm>
            <a:off x="3651738" y="3400361"/>
            <a:ext cx="0" cy="2461908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831A7241-C2ED-4952-93FA-330A1DD58B9C}"/>
              </a:ext>
            </a:extLst>
          </p:cNvPr>
          <p:cNvCxnSpPr>
            <a:cxnSpLocks/>
          </p:cNvCxnSpPr>
          <p:nvPr/>
        </p:nvCxnSpPr>
        <p:spPr>
          <a:xfrm>
            <a:off x="4964722" y="3400361"/>
            <a:ext cx="0" cy="2461908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BCA7BA55-2F06-4570-8757-2DD6E55A2909}"/>
              </a:ext>
            </a:extLst>
          </p:cNvPr>
          <p:cNvCxnSpPr>
            <a:cxnSpLocks/>
          </p:cNvCxnSpPr>
          <p:nvPr/>
        </p:nvCxnSpPr>
        <p:spPr>
          <a:xfrm>
            <a:off x="6286499" y="3400361"/>
            <a:ext cx="0" cy="2461908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Oval 17">
            <a:extLst>
              <a:ext uri="{FF2B5EF4-FFF2-40B4-BE49-F238E27FC236}">
                <a16:creationId xmlns:a16="http://schemas.microsoft.com/office/drawing/2014/main" id="{34B3E96D-EB38-4B23-BC5B-E46D1B6CEAEC}"/>
              </a:ext>
            </a:extLst>
          </p:cNvPr>
          <p:cNvSpPr/>
          <p:nvPr/>
        </p:nvSpPr>
        <p:spPr>
          <a:xfrm>
            <a:off x="4826977" y="3667922"/>
            <a:ext cx="278589" cy="278589"/>
          </a:xfrm>
          <a:prstGeom prst="ellipse">
            <a:avLst/>
          </a:prstGeom>
          <a:solidFill>
            <a:schemeClr val="tx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C755FCA3-1A1E-4638-BA4C-4EE9784813F1}"/>
              </a:ext>
            </a:extLst>
          </p:cNvPr>
          <p:cNvSpPr/>
          <p:nvPr/>
        </p:nvSpPr>
        <p:spPr>
          <a:xfrm>
            <a:off x="4812324" y="4514915"/>
            <a:ext cx="278589" cy="278589"/>
          </a:xfrm>
          <a:prstGeom prst="ellipse">
            <a:avLst/>
          </a:prstGeom>
          <a:solidFill>
            <a:schemeClr val="tx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188A3B2C-1E5B-43E8-9F3F-7DF5DF6891D7}"/>
              </a:ext>
            </a:extLst>
          </p:cNvPr>
          <p:cNvSpPr/>
          <p:nvPr/>
        </p:nvSpPr>
        <p:spPr>
          <a:xfrm>
            <a:off x="4841632" y="5309154"/>
            <a:ext cx="278589" cy="278589"/>
          </a:xfrm>
          <a:prstGeom prst="ellipse">
            <a:avLst/>
          </a:prstGeom>
          <a:solidFill>
            <a:schemeClr val="tx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D1478A9A-BE42-4D03-A157-7F034796AF06}"/>
              </a:ext>
            </a:extLst>
          </p:cNvPr>
          <p:cNvSpPr/>
          <p:nvPr/>
        </p:nvSpPr>
        <p:spPr>
          <a:xfrm>
            <a:off x="689137" y="3999265"/>
            <a:ext cx="644728" cy="120032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sz="7200" dirty="0">
                <a:latin typeface="Calibri" panose="020F0502020204030204" pitchFamily="34" charset="0"/>
                <a:cs typeface="Calibri" panose="020F0502020204030204" pitchFamily="34" charset="0"/>
              </a:rPr>
              <a:t>−</a:t>
            </a:r>
            <a:endParaRPr lang="en-GB" sz="7200" dirty="0"/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7EF88E45-0D29-46CB-B9F6-D5920EA90A7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4105" y="424884"/>
            <a:ext cx="1291825" cy="1477691"/>
          </a:xfrm>
          <a:prstGeom prst="rect">
            <a:avLst/>
          </a:prstGeom>
        </p:spPr>
      </p:pic>
      <p:sp>
        <p:nvSpPr>
          <p:cNvPr id="24" name="Rectangle 23">
            <a:extLst>
              <a:ext uri="{FF2B5EF4-FFF2-40B4-BE49-F238E27FC236}">
                <a16:creationId xmlns:a16="http://schemas.microsoft.com/office/drawing/2014/main" id="{2957F4B6-EB83-499B-8910-655AD6F4C2EC}"/>
              </a:ext>
            </a:extLst>
          </p:cNvPr>
          <p:cNvSpPr/>
          <p:nvPr/>
        </p:nvSpPr>
        <p:spPr>
          <a:xfrm>
            <a:off x="826477" y="5025020"/>
            <a:ext cx="6809385" cy="1035490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</p:spTree>
    <p:extLst>
      <p:ext uri="{BB962C8B-B14F-4D97-AF65-F5344CB8AC3E}">
        <p14:creationId xmlns:p14="http://schemas.microsoft.com/office/powerpoint/2010/main" val="8031030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2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0"/>
      <p:bldP spid="8" grpId="0"/>
      <p:bldP spid="9" grpId="0"/>
      <p:bldP spid="10" grpId="0"/>
      <p:bldP spid="18" grpId="0" animBg="1"/>
      <p:bldP spid="19" grpId="0" animBg="1"/>
      <p:bldP spid="20" grpId="0" animBg="1"/>
      <p:bldP spid="11" grpId="0"/>
      <p:bldP spid="24" grpId="0" animBg="1"/>
      <p:bldP spid="24" grpId="1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Rectangle: Rounded Corners 23">
            <a:extLst>
              <a:ext uri="{FF2B5EF4-FFF2-40B4-BE49-F238E27FC236}">
                <a16:creationId xmlns:a16="http://schemas.microsoft.com/office/drawing/2014/main" id="{BAE60193-80FE-4445-924C-FEE9FB0B927E}"/>
              </a:ext>
            </a:extLst>
          </p:cNvPr>
          <p:cNvSpPr/>
          <p:nvPr/>
        </p:nvSpPr>
        <p:spPr>
          <a:xfrm>
            <a:off x="95797" y="69669"/>
            <a:ext cx="9718766" cy="6733039"/>
          </a:xfrm>
          <a:prstGeom prst="roundRect">
            <a:avLst>
              <a:gd name="adj" fmla="val 8376"/>
            </a:avLst>
          </a:prstGeom>
          <a:solidFill>
            <a:schemeClr val="accent5">
              <a:lumMod val="60000"/>
              <a:lumOff val="4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697A8A0-106E-4B23-A801-9049A03E7927}"/>
              </a:ext>
            </a:extLst>
          </p:cNvPr>
          <p:cNvSpPr txBox="1"/>
          <p:nvPr/>
        </p:nvSpPr>
        <p:spPr>
          <a:xfrm>
            <a:off x="3147389" y="84853"/>
            <a:ext cx="361124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800" dirty="0"/>
              <a:t>Амалдарды аткаргыла</a:t>
            </a:r>
            <a:endParaRPr lang="en-GB" sz="28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43216E8-761C-49FA-9740-7498430D89FC}"/>
              </a:ext>
            </a:extLst>
          </p:cNvPr>
          <p:cNvSpPr txBox="1"/>
          <p:nvPr/>
        </p:nvSpPr>
        <p:spPr>
          <a:xfrm>
            <a:off x="2765542" y="747207"/>
            <a:ext cx="4374916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6000" dirty="0"/>
              <a:t>0,39 + 2,24 = </a:t>
            </a: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1F11374C-214A-4F2D-91ED-A687BE6CD27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7745742"/>
              </p:ext>
            </p:extLst>
          </p:nvPr>
        </p:nvGraphicFramePr>
        <p:xfrm>
          <a:off x="1007374" y="3415823"/>
          <a:ext cx="6604000" cy="244644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20800">
                  <a:extLst>
                    <a:ext uri="{9D8B030D-6E8A-4147-A177-3AD203B41FA5}">
                      <a16:colId xmlns:a16="http://schemas.microsoft.com/office/drawing/2014/main" val="2580091449"/>
                    </a:ext>
                  </a:extLst>
                </a:gridCol>
                <a:gridCol w="1320800">
                  <a:extLst>
                    <a:ext uri="{9D8B030D-6E8A-4147-A177-3AD203B41FA5}">
                      <a16:colId xmlns:a16="http://schemas.microsoft.com/office/drawing/2014/main" val="1589164730"/>
                    </a:ext>
                  </a:extLst>
                </a:gridCol>
                <a:gridCol w="1320800">
                  <a:extLst>
                    <a:ext uri="{9D8B030D-6E8A-4147-A177-3AD203B41FA5}">
                      <a16:colId xmlns:a16="http://schemas.microsoft.com/office/drawing/2014/main" val="3711312769"/>
                    </a:ext>
                  </a:extLst>
                </a:gridCol>
                <a:gridCol w="1320800">
                  <a:extLst>
                    <a:ext uri="{9D8B030D-6E8A-4147-A177-3AD203B41FA5}">
                      <a16:colId xmlns:a16="http://schemas.microsoft.com/office/drawing/2014/main" val="988856245"/>
                    </a:ext>
                  </a:extLst>
                </a:gridCol>
                <a:gridCol w="1320800">
                  <a:extLst>
                    <a:ext uri="{9D8B030D-6E8A-4147-A177-3AD203B41FA5}">
                      <a16:colId xmlns:a16="http://schemas.microsoft.com/office/drawing/2014/main" val="1122046327"/>
                    </a:ext>
                  </a:extLst>
                </a:gridCol>
              </a:tblGrid>
              <a:tr h="815482">
                <a:tc>
                  <a:txBody>
                    <a:bodyPr/>
                    <a:lstStyle/>
                    <a:p>
                      <a:pPr algn="ctr"/>
                      <a:endParaRPr lang="en-GB" sz="4400" b="0" dirty="0">
                        <a:solidFill>
                          <a:schemeClr val="tx1"/>
                        </a:solidFill>
                      </a:endParaRPr>
                    </a:p>
                  </a:txBody>
                  <a:tcPr marL="45720" marR="45720" anchor="ctr"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GB" sz="4000" b="0" dirty="0">
                        <a:solidFill>
                          <a:schemeClr val="tx1"/>
                        </a:solidFill>
                      </a:endParaRPr>
                    </a:p>
                  </a:txBody>
                  <a:tcPr marL="45720" marR="45720" anchor="ctr"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4400" b="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 marL="45720" marR="45720" anchor="ctr"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4000" b="0" dirty="0">
                          <a:solidFill>
                            <a:schemeClr val="tx1"/>
                          </a:solidFill>
                        </a:rPr>
                        <a:t>3</a:t>
                      </a:r>
                    </a:p>
                  </a:txBody>
                  <a:tcPr marL="45720" marR="45720" anchor="ctr"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4400" b="0" dirty="0">
                          <a:solidFill>
                            <a:schemeClr val="tx1"/>
                          </a:solidFill>
                        </a:rPr>
                        <a:t>9</a:t>
                      </a:r>
                    </a:p>
                  </a:txBody>
                  <a:tcPr marL="45720" marR="45720" anchor="ctr"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97239473"/>
                  </a:ext>
                </a:extLst>
              </a:tr>
              <a:tr h="815482">
                <a:tc>
                  <a:txBody>
                    <a:bodyPr/>
                    <a:lstStyle/>
                    <a:p>
                      <a:pPr algn="ctr"/>
                      <a:endParaRPr lang="en-GB" sz="4400" b="0" dirty="0">
                        <a:solidFill>
                          <a:schemeClr val="tx1"/>
                        </a:solidFill>
                      </a:endParaRPr>
                    </a:p>
                  </a:txBody>
                  <a:tcPr marL="45720" marR="45720" anchor="ctr"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GB" sz="4000" b="0" dirty="0">
                        <a:solidFill>
                          <a:schemeClr val="tx1"/>
                        </a:solidFill>
                      </a:endParaRPr>
                    </a:p>
                  </a:txBody>
                  <a:tcPr marL="45720" marR="45720" anchor="ctr"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4400" b="0" dirty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 marL="45720" marR="45720" anchor="ctr"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4000" b="0" dirty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 marL="45720" marR="45720" anchor="ctr"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4400" b="0" dirty="0">
                          <a:solidFill>
                            <a:schemeClr val="tx1"/>
                          </a:solidFill>
                        </a:rPr>
                        <a:t>4</a:t>
                      </a:r>
                    </a:p>
                  </a:txBody>
                  <a:tcPr marL="45720" marR="45720" anchor="ctr"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39714703"/>
                  </a:ext>
                </a:extLst>
              </a:tr>
              <a:tr h="815482">
                <a:tc>
                  <a:txBody>
                    <a:bodyPr/>
                    <a:lstStyle/>
                    <a:p>
                      <a:pPr algn="ctr"/>
                      <a:endParaRPr lang="en-GB" sz="4400" b="0" dirty="0">
                        <a:solidFill>
                          <a:schemeClr val="tx1"/>
                        </a:solidFill>
                      </a:endParaRPr>
                    </a:p>
                  </a:txBody>
                  <a:tcPr marL="45720" marR="45720" anchor="ctr"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GB" sz="4000" b="0" dirty="0">
                        <a:solidFill>
                          <a:schemeClr val="tx1"/>
                        </a:solidFill>
                      </a:endParaRPr>
                    </a:p>
                  </a:txBody>
                  <a:tcPr marL="45720" marR="45720" anchor="ctr"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4400" b="0" dirty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 marL="45720" marR="45720" anchor="ctr"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4000" b="0" dirty="0">
                          <a:solidFill>
                            <a:schemeClr val="tx1"/>
                          </a:solidFill>
                        </a:rPr>
                        <a:t>6</a:t>
                      </a:r>
                    </a:p>
                  </a:txBody>
                  <a:tcPr marL="45720" marR="45720" anchor="ctr"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4400" b="0" dirty="0">
                          <a:solidFill>
                            <a:schemeClr val="tx1"/>
                          </a:solidFill>
                        </a:rPr>
                        <a:t>3</a:t>
                      </a:r>
                    </a:p>
                  </a:txBody>
                  <a:tcPr marL="45720" marR="45720" anchor="ctr"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22367911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37F36018-51E0-4C35-94F4-1482A0D9B069}"/>
              </a:ext>
            </a:extLst>
          </p:cNvPr>
          <p:cNvSpPr txBox="1"/>
          <p:nvPr/>
        </p:nvSpPr>
        <p:spPr>
          <a:xfrm rot="18800925">
            <a:off x="1532785" y="2485950"/>
            <a:ext cx="135992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800" dirty="0"/>
              <a:t>Жүздөр</a:t>
            </a:r>
            <a:endParaRPr lang="en-GB" sz="28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6E482F2-906E-4A5E-82B8-42F4C1F94F3A}"/>
              </a:ext>
            </a:extLst>
          </p:cNvPr>
          <p:cNvSpPr txBox="1"/>
          <p:nvPr/>
        </p:nvSpPr>
        <p:spPr>
          <a:xfrm rot="18800925">
            <a:off x="2483736" y="2723342"/>
            <a:ext cx="118942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2800" dirty="0"/>
              <a:t>Ондор</a:t>
            </a:r>
            <a:endParaRPr lang="en-GB" sz="280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C2D257D-7602-4149-8DB4-4A8786EB6B85}"/>
              </a:ext>
            </a:extLst>
          </p:cNvPr>
          <p:cNvSpPr txBox="1"/>
          <p:nvPr/>
        </p:nvSpPr>
        <p:spPr>
          <a:xfrm rot="18800925">
            <a:off x="4969188" y="2556290"/>
            <a:ext cx="164044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2800" dirty="0"/>
              <a:t>Ондуктар</a:t>
            </a:r>
            <a:endParaRPr lang="en-GB" sz="280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4A023BA-0973-4EF2-92CB-6FE7806C1EA2}"/>
              </a:ext>
            </a:extLst>
          </p:cNvPr>
          <p:cNvSpPr txBox="1"/>
          <p:nvPr/>
        </p:nvSpPr>
        <p:spPr>
          <a:xfrm rot="18800925">
            <a:off x="6507003" y="2310103"/>
            <a:ext cx="182800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800" dirty="0"/>
              <a:t>Жүздүктөр</a:t>
            </a:r>
            <a:endParaRPr lang="en-GB" sz="2800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4199AFA-ED21-4B09-9CA3-2E594EF577AA}"/>
              </a:ext>
            </a:extLst>
          </p:cNvPr>
          <p:cNvSpPr txBox="1"/>
          <p:nvPr/>
        </p:nvSpPr>
        <p:spPr>
          <a:xfrm rot="18800925">
            <a:off x="3536282" y="2635419"/>
            <a:ext cx="181581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2800" dirty="0"/>
              <a:t>Бирдиктер</a:t>
            </a:r>
            <a:endParaRPr lang="en-GB" sz="2800" dirty="0"/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57A3C43F-938D-43EF-8C38-02AB6B856331}"/>
              </a:ext>
            </a:extLst>
          </p:cNvPr>
          <p:cNvCxnSpPr>
            <a:cxnSpLocks/>
          </p:cNvCxnSpPr>
          <p:nvPr/>
        </p:nvCxnSpPr>
        <p:spPr>
          <a:xfrm>
            <a:off x="2329961" y="3400361"/>
            <a:ext cx="0" cy="2461908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1CFFC753-5751-46E6-B1CC-CDD23BB4F96C}"/>
              </a:ext>
            </a:extLst>
          </p:cNvPr>
          <p:cNvCxnSpPr>
            <a:cxnSpLocks/>
          </p:cNvCxnSpPr>
          <p:nvPr/>
        </p:nvCxnSpPr>
        <p:spPr>
          <a:xfrm>
            <a:off x="3651738" y="3400361"/>
            <a:ext cx="0" cy="2461908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831A7241-C2ED-4952-93FA-330A1DD58B9C}"/>
              </a:ext>
            </a:extLst>
          </p:cNvPr>
          <p:cNvCxnSpPr>
            <a:cxnSpLocks/>
          </p:cNvCxnSpPr>
          <p:nvPr/>
        </p:nvCxnSpPr>
        <p:spPr>
          <a:xfrm>
            <a:off x="4964722" y="3400361"/>
            <a:ext cx="0" cy="2461908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BCA7BA55-2F06-4570-8757-2DD6E55A2909}"/>
              </a:ext>
            </a:extLst>
          </p:cNvPr>
          <p:cNvCxnSpPr>
            <a:cxnSpLocks/>
          </p:cNvCxnSpPr>
          <p:nvPr/>
        </p:nvCxnSpPr>
        <p:spPr>
          <a:xfrm>
            <a:off x="6286499" y="3400361"/>
            <a:ext cx="0" cy="2461908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Oval 17">
            <a:extLst>
              <a:ext uri="{FF2B5EF4-FFF2-40B4-BE49-F238E27FC236}">
                <a16:creationId xmlns:a16="http://schemas.microsoft.com/office/drawing/2014/main" id="{34B3E96D-EB38-4B23-BC5B-E46D1B6CEAEC}"/>
              </a:ext>
            </a:extLst>
          </p:cNvPr>
          <p:cNvSpPr/>
          <p:nvPr/>
        </p:nvSpPr>
        <p:spPr>
          <a:xfrm>
            <a:off x="4826977" y="3667922"/>
            <a:ext cx="278589" cy="278589"/>
          </a:xfrm>
          <a:prstGeom prst="ellipse">
            <a:avLst/>
          </a:prstGeom>
          <a:solidFill>
            <a:schemeClr val="tx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C755FCA3-1A1E-4638-BA4C-4EE9784813F1}"/>
              </a:ext>
            </a:extLst>
          </p:cNvPr>
          <p:cNvSpPr/>
          <p:nvPr/>
        </p:nvSpPr>
        <p:spPr>
          <a:xfrm>
            <a:off x="4812324" y="4514915"/>
            <a:ext cx="278589" cy="278589"/>
          </a:xfrm>
          <a:prstGeom prst="ellipse">
            <a:avLst/>
          </a:prstGeom>
          <a:solidFill>
            <a:schemeClr val="tx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188A3B2C-1E5B-43E8-9F3F-7DF5DF6891D7}"/>
              </a:ext>
            </a:extLst>
          </p:cNvPr>
          <p:cNvSpPr/>
          <p:nvPr/>
        </p:nvSpPr>
        <p:spPr>
          <a:xfrm>
            <a:off x="4841632" y="5309154"/>
            <a:ext cx="278589" cy="278589"/>
          </a:xfrm>
          <a:prstGeom prst="ellipse">
            <a:avLst/>
          </a:prstGeom>
          <a:solidFill>
            <a:schemeClr val="tx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D1478A9A-BE42-4D03-A157-7F034796AF06}"/>
              </a:ext>
            </a:extLst>
          </p:cNvPr>
          <p:cNvSpPr/>
          <p:nvPr/>
        </p:nvSpPr>
        <p:spPr>
          <a:xfrm>
            <a:off x="689137" y="3999265"/>
            <a:ext cx="644728" cy="120032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sz="7200" dirty="0"/>
              <a:t>+</a:t>
            </a:r>
          </a:p>
        </p:txBody>
      </p:sp>
      <p:pic>
        <p:nvPicPr>
          <p:cNvPr id="22" name="Picture 21">
            <a:extLst>
              <a:ext uri="{FF2B5EF4-FFF2-40B4-BE49-F238E27FC236}">
                <a16:creationId xmlns:a16="http://schemas.microsoft.com/office/drawing/2014/main" id="{8BDA9053-C281-47ED-B7D1-35B50C51E9DE}"/>
              </a:ext>
            </a:extLst>
          </p:cNvPr>
          <p:cNvPicPr>
            <a:picLocks noChangeAspect="1"/>
          </p:cNvPicPr>
          <p:nvPr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7290" y="370594"/>
            <a:ext cx="1446036" cy="1625045"/>
          </a:xfrm>
          <a:prstGeom prst="rect">
            <a:avLst/>
          </a:prstGeom>
        </p:spPr>
      </p:pic>
      <p:sp>
        <p:nvSpPr>
          <p:cNvPr id="25" name="Rectangle 24">
            <a:extLst>
              <a:ext uri="{FF2B5EF4-FFF2-40B4-BE49-F238E27FC236}">
                <a16:creationId xmlns:a16="http://schemas.microsoft.com/office/drawing/2014/main" id="{60923FC8-4EDF-4C77-A1CA-8A49972942B9}"/>
              </a:ext>
            </a:extLst>
          </p:cNvPr>
          <p:cNvSpPr/>
          <p:nvPr/>
        </p:nvSpPr>
        <p:spPr>
          <a:xfrm>
            <a:off x="826477" y="5025020"/>
            <a:ext cx="6809385" cy="1035490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</p:spTree>
    <p:extLst>
      <p:ext uri="{BB962C8B-B14F-4D97-AF65-F5344CB8AC3E}">
        <p14:creationId xmlns:p14="http://schemas.microsoft.com/office/powerpoint/2010/main" val="33595033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2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0"/>
      <p:bldP spid="8" grpId="0"/>
      <p:bldP spid="9" grpId="0"/>
      <p:bldP spid="10" grpId="0"/>
      <p:bldP spid="18" grpId="0" animBg="1"/>
      <p:bldP spid="19" grpId="0" animBg="1"/>
      <p:bldP spid="20" grpId="0" animBg="1"/>
      <p:bldP spid="11" grpId="0"/>
      <p:bldP spid="25" grpId="0" animBg="1"/>
      <p:bldP spid="25" grpId="1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9D87CE1F-9D9F-427F-87B9-A621EFFA51F6}"/>
              </a:ext>
            </a:extLst>
          </p:cNvPr>
          <p:cNvSpPr/>
          <p:nvPr/>
        </p:nvSpPr>
        <p:spPr>
          <a:xfrm>
            <a:off x="95797" y="69669"/>
            <a:ext cx="9718766" cy="6733039"/>
          </a:xfrm>
          <a:prstGeom prst="roundRect">
            <a:avLst>
              <a:gd name="adj" fmla="val 8376"/>
            </a:avLst>
          </a:prstGeom>
          <a:solidFill>
            <a:schemeClr val="accent2">
              <a:lumMod val="60000"/>
              <a:lumOff val="4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697A8A0-106E-4B23-A801-9049A03E7927}"/>
              </a:ext>
            </a:extLst>
          </p:cNvPr>
          <p:cNvSpPr txBox="1"/>
          <p:nvPr/>
        </p:nvSpPr>
        <p:spPr>
          <a:xfrm>
            <a:off x="3147389" y="84853"/>
            <a:ext cx="361124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800" dirty="0"/>
              <a:t>Амалдарды аткаргыла</a:t>
            </a:r>
            <a:endParaRPr lang="en-GB" sz="28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43216E8-761C-49FA-9740-7498430D89FC}"/>
              </a:ext>
            </a:extLst>
          </p:cNvPr>
          <p:cNvSpPr txBox="1"/>
          <p:nvPr/>
        </p:nvSpPr>
        <p:spPr>
          <a:xfrm>
            <a:off x="2765542" y="747207"/>
            <a:ext cx="4374916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6000" dirty="0"/>
              <a:t>2,78 </a:t>
            </a:r>
            <a:r>
              <a:rPr lang="en-GB" sz="6000" dirty="0">
                <a:latin typeface="Calibri" panose="020F0502020204030204" pitchFamily="34" charset="0"/>
                <a:cs typeface="Calibri" panose="020F0502020204030204" pitchFamily="34" charset="0"/>
              </a:rPr>
              <a:t>−</a:t>
            </a:r>
            <a:r>
              <a:rPr lang="en-GB" sz="6000" dirty="0"/>
              <a:t> 0,29 = </a:t>
            </a: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1F11374C-214A-4F2D-91ED-A687BE6CD27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88232951"/>
              </p:ext>
            </p:extLst>
          </p:nvPr>
        </p:nvGraphicFramePr>
        <p:xfrm>
          <a:off x="1007374" y="3415823"/>
          <a:ext cx="6604000" cy="244644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20800">
                  <a:extLst>
                    <a:ext uri="{9D8B030D-6E8A-4147-A177-3AD203B41FA5}">
                      <a16:colId xmlns:a16="http://schemas.microsoft.com/office/drawing/2014/main" val="2580091449"/>
                    </a:ext>
                  </a:extLst>
                </a:gridCol>
                <a:gridCol w="1320800">
                  <a:extLst>
                    <a:ext uri="{9D8B030D-6E8A-4147-A177-3AD203B41FA5}">
                      <a16:colId xmlns:a16="http://schemas.microsoft.com/office/drawing/2014/main" val="1589164730"/>
                    </a:ext>
                  </a:extLst>
                </a:gridCol>
                <a:gridCol w="1320800">
                  <a:extLst>
                    <a:ext uri="{9D8B030D-6E8A-4147-A177-3AD203B41FA5}">
                      <a16:colId xmlns:a16="http://schemas.microsoft.com/office/drawing/2014/main" val="3711312769"/>
                    </a:ext>
                  </a:extLst>
                </a:gridCol>
                <a:gridCol w="1320800">
                  <a:extLst>
                    <a:ext uri="{9D8B030D-6E8A-4147-A177-3AD203B41FA5}">
                      <a16:colId xmlns:a16="http://schemas.microsoft.com/office/drawing/2014/main" val="988856245"/>
                    </a:ext>
                  </a:extLst>
                </a:gridCol>
                <a:gridCol w="1320800">
                  <a:extLst>
                    <a:ext uri="{9D8B030D-6E8A-4147-A177-3AD203B41FA5}">
                      <a16:colId xmlns:a16="http://schemas.microsoft.com/office/drawing/2014/main" val="1122046327"/>
                    </a:ext>
                  </a:extLst>
                </a:gridCol>
              </a:tblGrid>
              <a:tr h="815482">
                <a:tc>
                  <a:txBody>
                    <a:bodyPr/>
                    <a:lstStyle/>
                    <a:p>
                      <a:pPr algn="ctr"/>
                      <a:endParaRPr lang="en-GB" sz="4400" b="0" dirty="0">
                        <a:solidFill>
                          <a:schemeClr val="tx1"/>
                        </a:solidFill>
                      </a:endParaRPr>
                    </a:p>
                  </a:txBody>
                  <a:tcPr marL="45720" marR="45720" anchor="ctr"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GB" sz="4000" b="0" dirty="0">
                        <a:solidFill>
                          <a:schemeClr val="tx1"/>
                        </a:solidFill>
                      </a:endParaRPr>
                    </a:p>
                  </a:txBody>
                  <a:tcPr marL="45720" marR="45720" anchor="ctr"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4400" b="0" dirty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 marL="45720" marR="45720" anchor="ctr"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4000" b="0" dirty="0">
                          <a:solidFill>
                            <a:schemeClr val="tx1"/>
                          </a:solidFill>
                        </a:rPr>
                        <a:t>7</a:t>
                      </a:r>
                    </a:p>
                  </a:txBody>
                  <a:tcPr marL="45720" marR="45720" anchor="ctr"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4400" b="0" dirty="0">
                          <a:solidFill>
                            <a:schemeClr val="tx1"/>
                          </a:solidFill>
                        </a:rPr>
                        <a:t>8</a:t>
                      </a:r>
                    </a:p>
                  </a:txBody>
                  <a:tcPr marL="45720" marR="45720" anchor="ctr"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97239473"/>
                  </a:ext>
                </a:extLst>
              </a:tr>
              <a:tr h="815482">
                <a:tc>
                  <a:txBody>
                    <a:bodyPr/>
                    <a:lstStyle/>
                    <a:p>
                      <a:pPr algn="ctr"/>
                      <a:endParaRPr lang="en-GB" sz="4400" b="0" dirty="0">
                        <a:solidFill>
                          <a:schemeClr val="tx1"/>
                        </a:solidFill>
                      </a:endParaRPr>
                    </a:p>
                  </a:txBody>
                  <a:tcPr marL="45720" marR="45720" anchor="ctr"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GB" sz="4000" b="0" dirty="0">
                        <a:solidFill>
                          <a:schemeClr val="tx1"/>
                        </a:solidFill>
                      </a:endParaRPr>
                    </a:p>
                  </a:txBody>
                  <a:tcPr marL="45720" marR="45720" anchor="ctr"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4400" b="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 marL="45720" marR="45720" anchor="ctr"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4000" b="0" dirty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 marL="45720" marR="45720" anchor="ctr"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4400" b="0" dirty="0">
                          <a:solidFill>
                            <a:schemeClr val="tx1"/>
                          </a:solidFill>
                        </a:rPr>
                        <a:t>9</a:t>
                      </a:r>
                    </a:p>
                  </a:txBody>
                  <a:tcPr marL="45720" marR="45720" anchor="ctr"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39714703"/>
                  </a:ext>
                </a:extLst>
              </a:tr>
              <a:tr h="815482">
                <a:tc>
                  <a:txBody>
                    <a:bodyPr/>
                    <a:lstStyle/>
                    <a:p>
                      <a:pPr algn="ctr"/>
                      <a:endParaRPr lang="en-GB" sz="4400" b="0" dirty="0">
                        <a:solidFill>
                          <a:schemeClr val="tx1"/>
                        </a:solidFill>
                      </a:endParaRPr>
                    </a:p>
                  </a:txBody>
                  <a:tcPr marL="45720" marR="45720" anchor="ctr"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GB" sz="4000" b="0" dirty="0">
                        <a:solidFill>
                          <a:schemeClr val="tx1"/>
                        </a:solidFill>
                      </a:endParaRPr>
                    </a:p>
                  </a:txBody>
                  <a:tcPr marL="45720" marR="45720" anchor="ctr"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4400" b="0" dirty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 marL="45720" marR="45720" anchor="ctr"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4000" b="0" dirty="0">
                          <a:solidFill>
                            <a:schemeClr val="tx1"/>
                          </a:solidFill>
                        </a:rPr>
                        <a:t>4</a:t>
                      </a:r>
                    </a:p>
                  </a:txBody>
                  <a:tcPr marL="45720" marR="45720" anchor="ctr"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4400" b="0" dirty="0">
                          <a:solidFill>
                            <a:schemeClr val="tx1"/>
                          </a:solidFill>
                        </a:rPr>
                        <a:t>9</a:t>
                      </a:r>
                    </a:p>
                  </a:txBody>
                  <a:tcPr marL="45720" marR="45720" anchor="ctr"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22367911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37F36018-51E0-4C35-94F4-1482A0D9B069}"/>
              </a:ext>
            </a:extLst>
          </p:cNvPr>
          <p:cNvSpPr txBox="1"/>
          <p:nvPr/>
        </p:nvSpPr>
        <p:spPr>
          <a:xfrm rot="18800925">
            <a:off x="1532785" y="2485950"/>
            <a:ext cx="135992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800" dirty="0"/>
              <a:t>Жүздөр</a:t>
            </a:r>
            <a:endParaRPr lang="en-GB" sz="28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6E482F2-906E-4A5E-82B8-42F4C1F94F3A}"/>
              </a:ext>
            </a:extLst>
          </p:cNvPr>
          <p:cNvSpPr txBox="1"/>
          <p:nvPr/>
        </p:nvSpPr>
        <p:spPr>
          <a:xfrm rot="18800925">
            <a:off x="2483736" y="2723342"/>
            <a:ext cx="118942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2800" dirty="0"/>
              <a:t>Ондор</a:t>
            </a:r>
            <a:endParaRPr lang="en-GB" sz="280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C2D257D-7602-4149-8DB4-4A8786EB6B85}"/>
              </a:ext>
            </a:extLst>
          </p:cNvPr>
          <p:cNvSpPr txBox="1"/>
          <p:nvPr/>
        </p:nvSpPr>
        <p:spPr>
          <a:xfrm rot="18800925">
            <a:off x="4969188" y="2556290"/>
            <a:ext cx="164044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2800" dirty="0"/>
              <a:t>Ондуктар</a:t>
            </a:r>
            <a:endParaRPr lang="en-GB" sz="280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4A023BA-0973-4EF2-92CB-6FE7806C1EA2}"/>
              </a:ext>
            </a:extLst>
          </p:cNvPr>
          <p:cNvSpPr txBox="1"/>
          <p:nvPr/>
        </p:nvSpPr>
        <p:spPr>
          <a:xfrm rot="18800925">
            <a:off x="6507003" y="2310103"/>
            <a:ext cx="182800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800" dirty="0"/>
              <a:t>Жүздүктөр</a:t>
            </a:r>
            <a:endParaRPr lang="en-GB" sz="2800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4199AFA-ED21-4B09-9CA3-2E594EF577AA}"/>
              </a:ext>
            </a:extLst>
          </p:cNvPr>
          <p:cNvSpPr txBox="1"/>
          <p:nvPr/>
        </p:nvSpPr>
        <p:spPr>
          <a:xfrm rot="18800925">
            <a:off x="3536282" y="2635419"/>
            <a:ext cx="181581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2800" dirty="0"/>
              <a:t>Бирдиктер</a:t>
            </a:r>
            <a:endParaRPr lang="en-GB" sz="2800" dirty="0"/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57A3C43F-938D-43EF-8C38-02AB6B856331}"/>
              </a:ext>
            </a:extLst>
          </p:cNvPr>
          <p:cNvCxnSpPr>
            <a:cxnSpLocks/>
          </p:cNvCxnSpPr>
          <p:nvPr/>
        </p:nvCxnSpPr>
        <p:spPr>
          <a:xfrm>
            <a:off x="2329961" y="3400361"/>
            <a:ext cx="0" cy="2461908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1CFFC753-5751-46E6-B1CC-CDD23BB4F96C}"/>
              </a:ext>
            </a:extLst>
          </p:cNvPr>
          <p:cNvCxnSpPr>
            <a:cxnSpLocks/>
          </p:cNvCxnSpPr>
          <p:nvPr/>
        </p:nvCxnSpPr>
        <p:spPr>
          <a:xfrm>
            <a:off x="3651738" y="3400361"/>
            <a:ext cx="0" cy="2461908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831A7241-C2ED-4952-93FA-330A1DD58B9C}"/>
              </a:ext>
            </a:extLst>
          </p:cNvPr>
          <p:cNvCxnSpPr>
            <a:cxnSpLocks/>
          </p:cNvCxnSpPr>
          <p:nvPr/>
        </p:nvCxnSpPr>
        <p:spPr>
          <a:xfrm>
            <a:off x="4964722" y="3400361"/>
            <a:ext cx="0" cy="2461908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BCA7BA55-2F06-4570-8757-2DD6E55A2909}"/>
              </a:ext>
            </a:extLst>
          </p:cNvPr>
          <p:cNvCxnSpPr>
            <a:cxnSpLocks/>
          </p:cNvCxnSpPr>
          <p:nvPr/>
        </p:nvCxnSpPr>
        <p:spPr>
          <a:xfrm>
            <a:off x="6286499" y="3400361"/>
            <a:ext cx="0" cy="2461908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Oval 17">
            <a:extLst>
              <a:ext uri="{FF2B5EF4-FFF2-40B4-BE49-F238E27FC236}">
                <a16:creationId xmlns:a16="http://schemas.microsoft.com/office/drawing/2014/main" id="{34B3E96D-EB38-4B23-BC5B-E46D1B6CEAEC}"/>
              </a:ext>
            </a:extLst>
          </p:cNvPr>
          <p:cNvSpPr/>
          <p:nvPr/>
        </p:nvSpPr>
        <p:spPr>
          <a:xfrm>
            <a:off x="4826977" y="3667922"/>
            <a:ext cx="278589" cy="278589"/>
          </a:xfrm>
          <a:prstGeom prst="ellipse">
            <a:avLst/>
          </a:prstGeom>
          <a:solidFill>
            <a:schemeClr val="tx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C755FCA3-1A1E-4638-BA4C-4EE9784813F1}"/>
              </a:ext>
            </a:extLst>
          </p:cNvPr>
          <p:cNvSpPr/>
          <p:nvPr/>
        </p:nvSpPr>
        <p:spPr>
          <a:xfrm>
            <a:off x="4812324" y="4514915"/>
            <a:ext cx="278589" cy="278589"/>
          </a:xfrm>
          <a:prstGeom prst="ellipse">
            <a:avLst/>
          </a:prstGeom>
          <a:solidFill>
            <a:schemeClr val="tx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188A3B2C-1E5B-43E8-9F3F-7DF5DF6891D7}"/>
              </a:ext>
            </a:extLst>
          </p:cNvPr>
          <p:cNvSpPr/>
          <p:nvPr/>
        </p:nvSpPr>
        <p:spPr>
          <a:xfrm>
            <a:off x="4841632" y="5309154"/>
            <a:ext cx="278589" cy="278589"/>
          </a:xfrm>
          <a:prstGeom prst="ellipse">
            <a:avLst/>
          </a:prstGeom>
          <a:solidFill>
            <a:schemeClr val="tx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D1478A9A-BE42-4D03-A157-7F034796AF06}"/>
              </a:ext>
            </a:extLst>
          </p:cNvPr>
          <p:cNvSpPr/>
          <p:nvPr/>
        </p:nvSpPr>
        <p:spPr>
          <a:xfrm>
            <a:off x="689137" y="3999265"/>
            <a:ext cx="644728" cy="120032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sz="7200" dirty="0">
                <a:latin typeface="Calibri" panose="020F0502020204030204" pitchFamily="34" charset="0"/>
                <a:cs typeface="Calibri" panose="020F0502020204030204" pitchFamily="34" charset="0"/>
              </a:rPr>
              <a:t>−</a:t>
            </a:r>
            <a:endParaRPr lang="en-GB" sz="7200" dirty="0"/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81912559-D6B3-486A-A3DD-3BC042342AE9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3973"/>
          <a:stretch/>
        </p:blipFill>
        <p:spPr>
          <a:xfrm>
            <a:off x="587045" y="451315"/>
            <a:ext cx="1229566" cy="1405949"/>
          </a:xfrm>
          <a:prstGeom prst="rect">
            <a:avLst/>
          </a:prstGeom>
        </p:spPr>
      </p:pic>
      <p:sp>
        <p:nvSpPr>
          <p:cNvPr id="24" name="Rectangle 23">
            <a:extLst>
              <a:ext uri="{FF2B5EF4-FFF2-40B4-BE49-F238E27FC236}">
                <a16:creationId xmlns:a16="http://schemas.microsoft.com/office/drawing/2014/main" id="{738069A4-D743-44E5-A0F9-944100A456EA}"/>
              </a:ext>
            </a:extLst>
          </p:cNvPr>
          <p:cNvSpPr/>
          <p:nvPr/>
        </p:nvSpPr>
        <p:spPr>
          <a:xfrm>
            <a:off x="826477" y="5025020"/>
            <a:ext cx="6809385" cy="1035490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</p:spTree>
    <p:extLst>
      <p:ext uri="{BB962C8B-B14F-4D97-AF65-F5344CB8AC3E}">
        <p14:creationId xmlns:p14="http://schemas.microsoft.com/office/powerpoint/2010/main" val="41077001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2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0"/>
      <p:bldP spid="8" grpId="0"/>
      <p:bldP spid="9" grpId="0"/>
      <p:bldP spid="10" grpId="0"/>
      <p:bldP spid="18" grpId="0" animBg="1"/>
      <p:bldP spid="19" grpId="0" animBg="1"/>
      <p:bldP spid="20" grpId="0" animBg="1"/>
      <p:bldP spid="11" grpId="0"/>
      <p:bldP spid="24" grpId="0" animBg="1"/>
      <p:bldP spid="24" grpId="1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FD3DAE25-3A0E-49ED-95D8-7874D9C8D146}"/>
              </a:ext>
            </a:extLst>
          </p:cNvPr>
          <p:cNvSpPr/>
          <p:nvPr/>
        </p:nvSpPr>
        <p:spPr>
          <a:xfrm>
            <a:off x="95797" y="69669"/>
            <a:ext cx="9718766" cy="6733039"/>
          </a:xfrm>
          <a:prstGeom prst="roundRect">
            <a:avLst>
              <a:gd name="adj" fmla="val 8376"/>
            </a:avLst>
          </a:prstGeom>
          <a:solidFill>
            <a:schemeClr val="accent4">
              <a:lumMod val="60000"/>
              <a:lumOff val="4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697A8A0-106E-4B23-A801-9049A03E7927}"/>
              </a:ext>
            </a:extLst>
          </p:cNvPr>
          <p:cNvSpPr txBox="1"/>
          <p:nvPr/>
        </p:nvSpPr>
        <p:spPr>
          <a:xfrm>
            <a:off x="3147389" y="84853"/>
            <a:ext cx="361124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800" dirty="0"/>
              <a:t>Амалдарды аткаргыла</a:t>
            </a:r>
            <a:endParaRPr lang="en-GB" sz="28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43216E8-761C-49FA-9740-7498430D89FC}"/>
              </a:ext>
            </a:extLst>
          </p:cNvPr>
          <p:cNvSpPr txBox="1"/>
          <p:nvPr/>
        </p:nvSpPr>
        <p:spPr>
          <a:xfrm>
            <a:off x="2765541" y="747207"/>
            <a:ext cx="4374916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6000" dirty="0"/>
              <a:t>14,4 </a:t>
            </a:r>
            <a:r>
              <a:rPr lang="en-GB" sz="6000" dirty="0">
                <a:latin typeface="Calibri" panose="020F0502020204030204" pitchFamily="34" charset="0"/>
                <a:cs typeface="Calibri" panose="020F0502020204030204" pitchFamily="34" charset="0"/>
              </a:rPr>
              <a:t>−</a:t>
            </a:r>
            <a:r>
              <a:rPr lang="en-GB" sz="6000" dirty="0"/>
              <a:t> 4,62 = </a:t>
            </a: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1F11374C-214A-4F2D-91ED-A687BE6CD27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00405463"/>
              </p:ext>
            </p:extLst>
          </p:nvPr>
        </p:nvGraphicFramePr>
        <p:xfrm>
          <a:off x="1007374" y="3415823"/>
          <a:ext cx="6604000" cy="244644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20800">
                  <a:extLst>
                    <a:ext uri="{9D8B030D-6E8A-4147-A177-3AD203B41FA5}">
                      <a16:colId xmlns:a16="http://schemas.microsoft.com/office/drawing/2014/main" val="2580091449"/>
                    </a:ext>
                  </a:extLst>
                </a:gridCol>
                <a:gridCol w="1320800">
                  <a:extLst>
                    <a:ext uri="{9D8B030D-6E8A-4147-A177-3AD203B41FA5}">
                      <a16:colId xmlns:a16="http://schemas.microsoft.com/office/drawing/2014/main" val="1589164730"/>
                    </a:ext>
                  </a:extLst>
                </a:gridCol>
                <a:gridCol w="1320800">
                  <a:extLst>
                    <a:ext uri="{9D8B030D-6E8A-4147-A177-3AD203B41FA5}">
                      <a16:colId xmlns:a16="http://schemas.microsoft.com/office/drawing/2014/main" val="3711312769"/>
                    </a:ext>
                  </a:extLst>
                </a:gridCol>
                <a:gridCol w="1320800">
                  <a:extLst>
                    <a:ext uri="{9D8B030D-6E8A-4147-A177-3AD203B41FA5}">
                      <a16:colId xmlns:a16="http://schemas.microsoft.com/office/drawing/2014/main" val="988856245"/>
                    </a:ext>
                  </a:extLst>
                </a:gridCol>
                <a:gridCol w="1320800">
                  <a:extLst>
                    <a:ext uri="{9D8B030D-6E8A-4147-A177-3AD203B41FA5}">
                      <a16:colId xmlns:a16="http://schemas.microsoft.com/office/drawing/2014/main" val="1122046327"/>
                    </a:ext>
                  </a:extLst>
                </a:gridCol>
              </a:tblGrid>
              <a:tr h="815482">
                <a:tc>
                  <a:txBody>
                    <a:bodyPr/>
                    <a:lstStyle/>
                    <a:p>
                      <a:pPr algn="ctr"/>
                      <a:endParaRPr lang="en-GB" sz="4400" b="0" dirty="0">
                        <a:solidFill>
                          <a:schemeClr val="tx1"/>
                        </a:solidFill>
                      </a:endParaRPr>
                    </a:p>
                  </a:txBody>
                  <a:tcPr marL="45720" marR="45720" anchor="ctr"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4000" b="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marL="45720" marR="45720" anchor="ctr"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4400" b="0" dirty="0">
                          <a:solidFill>
                            <a:schemeClr val="tx1"/>
                          </a:solidFill>
                        </a:rPr>
                        <a:t>4</a:t>
                      </a:r>
                    </a:p>
                  </a:txBody>
                  <a:tcPr marL="45720" marR="45720" anchor="ctr"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4000" b="0" dirty="0">
                          <a:solidFill>
                            <a:schemeClr val="tx1"/>
                          </a:solidFill>
                        </a:rPr>
                        <a:t>4</a:t>
                      </a:r>
                    </a:p>
                  </a:txBody>
                  <a:tcPr marL="45720" marR="45720" anchor="ctr"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4400" b="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 marL="45720" marR="45720" anchor="ctr"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97239473"/>
                  </a:ext>
                </a:extLst>
              </a:tr>
              <a:tr h="815482">
                <a:tc>
                  <a:txBody>
                    <a:bodyPr/>
                    <a:lstStyle/>
                    <a:p>
                      <a:pPr algn="ctr"/>
                      <a:endParaRPr lang="en-GB" sz="4400" b="0" dirty="0">
                        <a:solidFill>
                          <a:schemeClr val="tx1"/>
                        </a:solidFill>
                      </a:endParaRPr>
                    </a:p>
                  </a:txBody>
                  <a:tcPr marL="45720" marR="45720" anchor="ctr"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4000" b="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 marL="45720" marR="45720" anchor="ctr"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4400" b="0" dirty="0">
                          <a:solidFill>
                            <a:schemeClr val="tx1"/>
                          </a:solidFill>
                        </a:rPr>
                        <a:t>4</a:t>
                      </a:r>
                    </a:p>
                  </a:txBody>
                  <a:tcPr marL="45720" marR="45720" anchor="ctr"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4000" b="0" dirty="0">
                          <a:solidFill>
                            <a:schemeClr val="tx1"/>
                          </a:solidFill>
                        </a:rPr>
                        <a:t>6</a:t>
                      </a:r>
                    </a:p>
                  </a:txBody>
                  <a:tcPr marL="45720" marR="45720" anchor="ctr"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4400" b="0" dirty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 marL="45720" marR="45720" anchor="ctr"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39714703"/>
                  </a:ext>
                </a:extLst>
              </a:tr>
              <a:tr h="815482">
                <a:tc>
                  <a:txBody>
                    <a:bodyPr/>
                    <a:lstStyle/>
                    <a:p>
                      <a:pPr algn="ctr"/>
                      <a:endParaRPr lang="en-GB" sz="4400" b="0" dirty="0">
                        <a:solidFill>
                          <a:schemeClr val="tx1"/>
                        </a:solidFill>
                      </a:endParaRPr>
                    </a:p>
                  </a:txBody>
                  <a:tcPr marL="45720" marR="45720" anchor="ctr"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4000" b="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 marL="45720" marR="45720" anchor="ctr"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4400" b="0" dirty="0">
                          <a:solidFill>
                            <a:schemeClr val="tx1"/>
                          </a:solidFill>
                        </a:rPr>
                        <a:t>9</a:t>
                      </a:r>
                    </a:p>
                  </a:txBody>
                  <a:tcPr marL="45720" marR="45720" anchor="ctr"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4000" b="0" dirty="0">
                          <a:solidFill>
                            <a:schemeClr val="tx1"/>
                          </a:solidFill>
                        </a:rPr>
                        <a:t>7</a:t>
                      </a:r>
                    </a:p>
                  </a:txBody>
                  <a:tcPr marL="45720" marR="45720" anchor="ctr"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4400" b="0" dirty="0">
                          <a:solidFill>
                            <a:schemeClr val="tx1"/>
                          </a:solidFill>
                        </a:rPr>
                        <a:t>8</a:t>
                      </a:r>
                    </a:p>
                  </a:txBody>
                  <a:tcPr marL="45720" marR="45720" anchor="ctr"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22367911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37F36018-51E0-4C35-94F4-1482A0D9B069}"/>
              </a:ext>
            </a:extLst>
          </p:cNvPr>
          <p:cNvSpPr txBox="1"/>
          <p:nvPr/>
        </p:nvSpPr>
        <p:spPr>
          <a:xfrm rot="18800925">
            <a:off x="1532785" y="2485950"/>
            <a:ext cx="135992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800" dirty="0"/>
              <a:t>Жүздөр</a:t>
            </a:r>
            <a:endParaRPr lang="en-GB" sz="28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6E482F2-906E-4A5E-82B8-42F4C1F94F3A}"/>
              </a:ext>
            </a:extLst>
          </p:cNvPr>
          <p:cNvSpPr txBox="1"/>
          <p:nvPr/>
        </p:nvSpPr>
        <p:spPr>
          <a:xfrm rot="18800925">
            <a:off x="2483736" y="2723342"/>
            <a:ext cx="118942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2800" dirty="0"/>
              <a:t>Ондор</a:t>
            </a:r>
            <a:endParaRPr lang="en-GB" sz="280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C2D257D-7602-4149-8DB4-4A8786EB6B85}"/>
              </a:ext>
            </a:extLst>
          </p:cNvPr>
          <p:cNvSpPr txBox="1"/>
          <p:nvPr/>
        </p:nvSpPr>
        <p:spPr>
          <a:xfrm rot="18800925">
            <a:off x="4969188" y="2556290"/>
            <a:ext cx="164044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2800" dirty="0"/>
              <a:t>Ондуктар</a:t>
            </a:r>
            <a:endParaRPr lang="en-GB" sz="280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4A023BA-0973-4EF2-92CB-6FE7806C1EA2}"/>
              </a:ext>
            </a:extLst>
          </p:cNvPr>
          <p:cNvSpPr txBox="1"/>
          <p:nvPr/>
        </p:nvSpPr>
        <p:spPr>
          <a:xfrm rot="18800925">
            <a:off x="6507003" y="2310103"/>
            <a:ext cx="182800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800" dirty="0"/>
              <a:t>Жүздүктөр</a:t>
            </a:r>
            <a:endParaRPr lang="en-GB" sz="2800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4199AFA-ED21-4B09-9CA3-2E594EF577AA}"/>
              </a:ext>
            </a:extLst>
          </p:cNvPr>
          <p:cNvSpPr txBox="1"/>
          <p:nvPr/>
        </p:nvSpPr>
        <p:spPr>
          <a:xfrm rot="18800925">
            <a:off x="3536282" y="2635419"/>
            <a:ext cx="181581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2800" dirty="0"/>
              <a:t>Бирдиктер</a:t>
            </a:r>
            <a:endParaRPr lang="en-GB" sz="2800" dirty="0"/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57A3C43F-938D-43EF-8C38-02AB6B856331}"/>
              </a:ext>
            </a:extLst>
          </p:cNvPr>
          <p:cNvCxnSpPr>
            <a:cxnSpLocks/>
          </p:cNvCxnSpPr>
          <p:nvPr/>
        </p:nvCxnSpPr>
        <p:spPr>
          <a:xfrm>
            <a:off x="2329961" y="3400361"/>
            <a:ext cx="0" cy="2461908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1CFFC753-5751-46E6-B1CC-CDD23BB4F96C}"/>
              </a:ext>
            </a:extLst>
          </p:cNvPr>
          <p:cNvCxnSpPr>
            <a:cxnSpLocks/>
          </p:cNvCxnSpPr>
          <p:nvPr/>
        </p:nvCxnSpPr>
        <p:spPr>
          <a:xfrm>
            <a:off x="3651738" y="3400361"/>
            <a:ext cx="0" cy="2461908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831A7241-C2ED-4952-93FA-330A1DD58B9C}"/>
              </a:ext>
            </a:extLst>
          </p:cNvPr>
          <p:cNvCxnSpPr>
            <a:cxnSpLocks/>
          </p:cNvCxnSpPr>
          <p:nvPr/>
        </p:nvCxnSpPr>
        <p:spPr>
          <a:xfrm>
            <a:off x="4964722" y="3400361"/>
            <a:ext cx="0" cy="2461908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BCA7BA55-2F06-4570-8757-2DD6E55A2909}"/>
              </a:ext>
            </a:extLst>
          </p:cNvPr>
          <p:cNvCxnSpPr>
            <a:cxnSpLocks/>
          </p:cNvCxnSpPr>
          <p:nvPr/>
        </p:nvCxnSpPr>
        <p:spPr>
          <a:xfrm>
            <a:off x="6286499" y="3400361"/>
            <a:ext cx="0" cy="2461908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Oval 17">
            <a:extLst>
              <a:ext uri="{FF2B5EF4-FFF2-40B4-BE49-F238E27FC236}">
                <a16:creationId xmlns:a16="http://schemas.microsoft.com/office/drawing/2014/main" id="{34B3E96D-EB38-4B23-BC5B-E46D1B6CEAEC}"/>
              </a:ext>
            </a:extLst>
          </p:cNvPr>
          <p:cNvSpPr/>
          <p:nvPr/>
        </p:nvSpPr>
        <p:spPr>
          <a:xfrm>
            <a:off x="4826977" y="3667922"/>
            <a:ext cx="278589" cy="278589"/>
          </a:xfrm>
          <a:prstGeom prst="ellipse">
            <a:avLst/>
          </a:prstGeom>
          <a:solidFill>
            <a:schemeClr val="tx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C755FCA3-1A1E-4638-BA4C-4EE9784813F1}"/>
              </a:ext>
            </a:extLst>
          </p:cNvPr>
          <p:cNvSpPr/>
          <p:nvPr/>
        </p:nvSpPr>
        <p:spPr>
          <a:xfrm>
            <a:off x="4812324" y="4514915"/>
            <a:ext cx="278589" cy="278589"/>
          </a:xfrm>
          <a:prstGeom prst="ellipse">
            <a:avLst/>
          </a:prstGeom>
          <a:solidFill>
            <a:schemeClr val="tx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188A3B2C-1E5B-43E8-9F3F-7DF5DF6891D7}"/>
              </a:ext>
            </a:extLst>
          </p:cNvPr>
          <p:cNvSpPr/>
          <p:nvPr/>
        </p:nvSpPr>
        <p:spPr>
          <a:xfrm>
            <a:off x="4841632" y="5309154"/>
            <a:ext cx="278589" cy="278589"/>
          </a:xfrm>
          <a:prstGeom prst="ellipse">
            <a:avLst/>
          </a:prstGeom>
          <a:solidFill>
            <a:schemeClr val="tx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D1478A9A-BE42-4D03-A157-7F034796AF06}"/>
              </a:ext>
            </a:extLst>
          </p:cNvPr>
          <p:cNvSpPr/>
          <p:nvPr/>
        </p:nvSpPr>
        <p:spPr>
          <a:xfrm>
            <a:off x="689137" y="3999265"/>
            <a:ext cx="644728" cy="120032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sz="7200" dirty="0">
                <a:latin typeface="Calibri" panose="020F0502020204030204" pitchFamily="34" charset="0"/>
                <a:cs typeface="Calibri" panose="020F0502020204030204" pitchFamily="34" charset="0"/>
              </a:rPr>
              <a:t>−</a:t>
            </a:r>
            <a:endParaRPr lang="en-GB" sz="7200" dirty="0"/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8F41B2C7-69E6-4F2B-A874-8E121C8D2DE0}"/>
              </a:ext>
            </a:extLst>
          </p:cNvPr>
          <p:cNvPicPr>
            <a:picLocks noChangeAspect="1"/>
          </p:cNvPicPr>
          <p:nvPr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0122" y="489042"/>
            <a:ext cx="1139788" cy="1303550"/>
          </a:xfrm>
          <a:prstGeom prst="rect">
            <a:avLst/>
          </a:prstGeom>
        </p:spPr>
      </p:pic>
      <p:sp>
        <p:nvSpPr>
          <p:cNvPr id="24" name="Rectangle 23">
            <a:extLst>
              <a:ext uri="{FF2B5EF4-FFF2-40B4-BE49-F238E27FC236}">
                <a16:creationId xmlns:a16="http://schemas.microsoft.com/office/drawing/2014/main" id="{033057E2-3007-4147-8D61-81C136A3EB9A}"/>
              </a:ext>
            </a:extLst>
          </p:cNvPr>
          <p:cNvSpPr/>
          <p:nvPr/>
        </p:nvSpPr>
        <p:spPr>
          <a:xfrm>
            <a:off x="801989" y="5065533"/>
            <a:ext cx="6809385" cy="1035490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</p:spTree>
    <p:extLst>
      <p:ext uri="{BB962C8B-B14F-4D97-AF65-F5344CB8AC3E}">
        <p14:creationId xmlns:p14="http://schemas.microsoft.com/office/powerpoint/2010/main" val="21539150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2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0"/>
      <p:bldP spid="8" grpId="0"/>
      <p:bldP spid="9" grpId="0"/>
      <p:bldP spid="10" grpId="0"/>
      <p:bldP spid="18" grpId="0" animBg="1"/>
      <p:bldP spid="19" grpId="0" animBg="1"/>
      <p:bldP spid="20" grpId="0" animBg="1"/>
      <p:bldP spid="11" grpId="0"/>
      <p:bldP spid="24" grpId="0" animBg="1"/>
      <p:bldP spid="24" grpId="1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4FBDD8B2-D430-4F13-BB38-2532A231CCCF}"/>
              </a:ext>
            </a:extLst>
          </p:cNvPr>
          <p:cNvSpPr/>
          <p:nvPr/>
        </p:nvSpPr>
        <p:spPr>
          <a:xfrm>
            <a:off x="95797" y="69669"/>
            <a:ext cx="9718766" cy="6733039"/>
          </a:xfrm>
          <a:prstGeom prst="roundRect">
            <a:avLst>
              <a:gd name="adj" fmla="val 8376"/>
            </a:avLst>
          </a:prstGeom>
          <a:solidFill>
            <a:schemeClr val="accent6">
              <a:lumMod val="60000"/>
              <a:lumOff val="4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697A8A0-106E-4B23-A801-9049A03E7927}"/>
              </a:ext>
            </a:extLst>
          </p:cNvPr>
          <p:cNvSpPr txBox="1"/>
          <p:nvPr/>
        </p:nvSpPr>
        <p:spPr>
          <a:xfrm>
            <a:off x="3147389" y="84853"/>
            <a:ext cx="361124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800" dirty="0"/>
              <a:t>Амалдарды аткаргыла</a:t>
            </a:r>
            <a:endParaRPr lang="en-GB" sz="28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43216E8-761C-49FA-9740-7498430D89FC}"/>
              </a:ext>
            </a:extLst>
          </p:cNvPr>
          <p:cNvSpPr txBox="1"/>
          <p:nvPr/>
        </p:nvSpPr>
        <p:spPr>
          <a:xfrm>
            <a:off x="2960307" y="747207"/>
            <a:ext cx="3985386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6000" dirty="0"/>
              <a:t>5,19 + 7,9 = </a:t>
            </a: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1F11374C-214A-4F2D-91ED-A687BE6CD27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60691422"/>
              </p:ext>
            </p:extLst>
          </p:nvPr>
        </p:nvGraphicFramePr>
        <p:xfrm>
          <a:off x="1007374" y="3415823"/>
          <a:ext cx="6604000" cy="244644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20800">
                  <a:extLst>
                    <a:ext uri="{9D8B030D-6E8A-4147-A177-3AD203B41FA5}">
                      <a16:colId xmlns:a16="http://schemas.microsoft.com/office/drawing/2014/main" val="2580091449"/>
                    </a:ext>
                  </a:extLst>
                </a:gridCol>
                <a:gridCol w="1320800">
                  <a:extLst>
                    <a:ext uri="{9D8B030D-6E8A-4147-A177-3AD203B41FA5}">
                      <a16:colId xmlns:a16="http://schemas.microsoft.com/office/drawing/2014/main" val="1589164730"/>
                    </a:ext>
                  </a:extLst>
                </a:gridCol>
                <a:gridCol w="1320800">
                  <a:extLst>
                    <a:ext uri="{9D8B030D-6E8A-4147-A177-3AD203B41FA5}">
                      <a16:colId xmlns:a16="http://schemas.microsoft.com/office/drawing/2014/main" val="3711312769"/>
                    </a:ext>
                  </a:extLst>
                </a:gridCol>
                <a:gridCol w="1320800">
                  <a:extLst>
                    <a:ext uri="{9D8B030D-6E8A-4147-A177-3AD203B41FA5}">
                      <a16:colId xmlns:a16="http://schemas.microsoft.com/office/drawing/2014/main" val="988856245"/>
                    </a:ext>
                  </a:extLst>
                </a:gridCol>
                <a:gridCol w="1320800">
                  <a:extLst>
                    <a:ext uri="{9D8B030D-6E8A-4147-A177-3AD203B41FA5}">
                      <a16:colId xmlns:a16="http://schemas.microsoft.com/office/drawing/2014/main" val="1122046327"/>
                    </a:ext>
                  </a:extLst>
                </a:gridCol>
              </a:tblGrid>
              <a:tr h="815482">
                <a:tc>
                  <a:txBody>
                    <a:bodyPr/>
                    <a:lstStyle/>
                    <a:p>
                      <a:pPr algn="ctr"/>
                      <a:endParaRPr lang="en-GB" sz="4400" b="0" dirty="0">
                        <a:solidFill>
                          <a:schemeClr val="tx1"/>
                        </a:solidFill>
                      </a:endParaRPr>
                    </a:p>
                  </a:txBody>
                  <a:tcPr marL="45720" marR="45720" anchor="ctr"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GB" sz="4000" b="0" dirty="0">
                        <a:solidFill>
                          <a:schemeClr val="tx1"/>
                        </a:solidFill>
                      </a:endParaRPr>
                    </a:p>
                  </a:txBody>
                  <a:tcPr marL="45720" marR="45720" anchor="ctr"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4400" b="0" dirty="0">
                          <a:solidFill>
                            <a:schemeClr val="tx1"/>
                          </a:solidFill>
                        </a:rPr>
                        <a:t>5</a:t>
                      </a:r>
                    </a:p>
                  </a:txBody>
                  <a:tcPr marL="45720" marR="45720" anchor="ctr"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4000" b="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marL="45720" marR="45720" anchor="ctr"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4400" b="0" dirty="0">
                          <a:solidFill>
                            <a:schemeClr val="tx1"/>
                          </a:solidFill>
                        </a:rPr>
                        <a:t>9</a:t>
                      </a:r>
                    </a:p>
                  </a:txBody>
                  <a:tcPr marL="45720" marR="45720" anchor="ctr"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97239473"/>
                  </a:ext>
                </a:extLst>
              </a:tr>
              <a:tr h="815482">
                <a:tc>
                  <a:txBody>
                    <a:bodyPr/>
                    <a:lstStyle/>
                    <a:p>
                      <a:pPr algn="ctr"/>
                      <a:endParaRPr lang="en-GB" sz="4400" b="0" dirty="0">
                        <a:solidFill>
                          <a:schemeClr val="tx1"/>
                        </a:solidFill>
                      </a:endParaRPr>
                    </a:p>
                  </a:txBody>
                  <a:tcPr marL="45720" marR="45720" anchor="ctr"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GB" sz="4000" b="0" dirty="0">
                        <a:solidFill>
                          <a:schemeClr val="tx1"/>
                        </a:solidFill>
                      </a:endParaRPr>
                    </a:p>
                  </a:txBody>
                  <a:tcPr marL="45720" marR="45720" anchor="ctr"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4400" b="0" dirty="0">
                          <a:solidFill>
                            <a:schemeClr val="tx1"/>
                          </a:solidFill>
                        </a:rPr>
                        <a:t>7</a:t>
                      </a:r>
                    </a:p>
                  </a:txBody>
                  <a:tcPr marL="45720" marR="45720" anchor="ctr"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4000" b="0" dirty="0">
                          <a:solidFill>
                            <a:schemeClr val="tx1"/>
                          </a:solidFill>
                        </a:rPr>
                        <a:t>9</a:t>
                      </a:r>
                    </a:p>
                  </a:txBody>
                  <a:tcPr marL="45720" marR="45720" anchor="ctr"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4400" b="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 marL="45720" marR="45720" anchor="ctr"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39714703"/>
                  </a:ext>
                </a:extLst>
              </a:tr>
              <a:tr h="815482">
                <a:tc>
                  <a:txBody>
                    <a:bodyPr/>
                    <a:lstStyle/>
                    <a:p>
                      <a:pPr algn="ctr"/>
                      <a:endParaRPr lang="en-GB" sz="4400" b="0" dirty="0">
                        <a:solidFill>
                          <a:schemeClr val="tx1"/>
                        </a:solidFill>
                      </a:endParaRPr>
                    </a:p>
                  </a:txBody>
                  <a:tcPr marL="45720" marR="45720" anchor="ctr"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4000" b="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marL="45720" marR="45720" anchor="ctr"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4400" b="0" dirty="0">
                          <a:solidFill>
                            <a:schemeClr val="tx1"/>
                          </a:solidFill>
                        </a:rPr>
                        <a:t>3</a:t>
                      </a:r>
                    </a:p>
                  </a:txBody>
                  <a:tcPr marL="45720" marR="45720" anchor="ctr"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4000" b="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 marL="45720" marR="45720" anchor="ctr"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4400" b="0" dirty="0">
                          <a:solidFill>
                            <a:schemeClr val="tx1"/>
                          </a:solidFill>
                        </a:rPr>
                        <a:t>9</a:t>
                      </a:r>
                    </a:p>
                  </a:txBody>
                  <a:tcPr marL="45720" marR="45720" anchor="ctr"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22367911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37F36018-51E0-4C35-94F4-1482A0D9B069}"/>
              </a:ext>
            </a:extLst>
          </p:cNvPr>
          <p:cNvSpPr txBox="1"/>
          <p:nvPr/>
        </p:nvSpPr>
        <p:spPr>
          <a:xfrm rot="18800925">
            <a:off x="1532785" y="2485950"/>
            <a:ext cx="135992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800" dirty="0"/>
              <a:t>Жүздөр</a:t>
            </a:r>
            <a:endParaRPr lang="en-GB" sz="28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6E482F2-906E-4A5E-82B8-42F4C1F94F3A}"/>
              </a:ext>
            </a:extLst>
          </p:cNvPr>
          <p:cNvSpPr txBox="1"/>
          <p:nvPr/>
        </p:nvSpPr>
        <p:spPr>
          <a:xfrm rot="18800925">
            <a:off x="2483736" y="2723342"/>
            <a:ext cx="118942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2800" dirty="0"/>
              <a:t>Ондор</a:t>
            </a:r>
            <a:endParaRPr lang="en-GB" sz="280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C2D257D-7602-4149-8DB4-4A8786EB6B85}"/>
              </a:ext>
            </a:extLst>
          </p:cNvPr>
          <p:cNvSpPr txBox="1"/>
          <p:nvPr/>
        </p:nvSpPr>
        <p:spPr>
          <a:xfrm rot="18800925">
            <a:off x="4969188" y="2556290"/>
            <a:ext cx="164044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2800" dirty="0"/>
              <a:t>Ондуктар</a:t>
            </a:r>
            <a:endParaRPr lang="en-GB" sz="280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4A023BA-0973-4EF2-92CB-6FE7806C1EA2}"/>
              </a:ext>
            </a:extLst>
          </p:cNvPr>
          <p:cNvSpPr txBox="1"/>
          <p:nvPr/>
        </p:nvSpPr>
        <p:spPr>
          <a:xfrm rot="18800925">
            <a:off x="6507003" y="2310103"/>
            <a:ext cx="182800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800" dirty="0"/>
              <a:t>Жүздүктөр</a:t>
            </a:r>
            <a:endParaRPr lang="en-GB" sz="2800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4199AFA-ED21-4B09-9CA3-2E594EF577AA}"/>
              </a:ext>
            </a:extLst>
          </p:cNvPr>
          <p:cNvSpPr txBox="1"/>
          <p:nvPr/>
        </p:nvSpPr>
        <p:spPr>
          <a:xfrm rot="18800925">
            <a:off x="3536282" y="2635419"/>
            <a:ext cx="181581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2800" dirty="0"/>
              <a:t>Бирдиктер</a:t>
            </a:r>
            <a:endParaRPr lang="en-GB" sz="2800" dirty="0"/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57A3C43F-938D-43EF-8C38-02AB6B856331}"/>
              </a:ext>
            </a:extLst>
          </p:cNvPr>
          <p:cNvCxnSpPr>
            <a:cxnSpLocks/>
          </p:cNvCxnSpPr>
          <p:nvPr/>
        </p:nvCxnSpPr>
        <p:spPr>
          <a:xfrm>
            <a:off x="2329961" y="3400361"/>
            <a:ext cx="0" cy="2461908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1CFFC753-5751-46E6-B1CC-CDD23BB4F96C}"/>
              </a:ext>
            </a:extLst>
          </p:cNvPr>
          <p:cNvCxnSpPr>
            <a:cxnSpLocks/>
          </p:cNvCxnSpPr>
          <p:nvPr/>
        </p:nvCxnSpPr>
        <p:spPr>
          <a:xfrm>
            <a:off x="3651738" y="3400361"/>
            <a:ext cx="0" cy="2461908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831A7241-C2ED-4952-93FA-330A1DD58B9C}"/>
              </a:ext>
            </a:extLst>
          </p:cNvPr>
          <p:cNvCxnSpPr>
            <a:cxnSpLocks/>
          </p:cNvCxnSpPr>
          <p:nvPr/>
        </p:nvCxnSpPr>
        <p:spPr>
          <a:xfrm>
            <a:off x="4964722" y="3400361"/>
            <a:ext cx="0" cy="2461908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BCA7BA55-2F06-4570-8757-2DD6E55A2909}"/>
              </a:ext>
            </a:extLst>
          </p:cNvPr>
          <p:cNvCxnSpPr>
            <a:cxnSpLocks/>
          </p:cNvCxnSpPr>
          <p:nvPr/>
        </p:nvCxnSpPr>
        <p:spPr>
          <a:xfrm>
            <a:off x="6286499" y="3400361"/>
            <a:ext cx="0" cy="2461908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Oval 17">
            <a:extLst>
              <a:ext uri="{FF2B5EF4-FFF2-40B4-BE49-F238E27FC236}">
                <a16:creationId xmlns:a16="http://schemas.microsoft.com/office/drawing/2014/main" id="{34B3E96D-EB38-4B23-BC5B-E46D1B6CEAEC}"/>
              </a:ext>
            </a:extLst>
          </p:cNvPr>
          <p:cNvSpPr/>
          <p:nvPr/>
        </p:nvSpPr>
        <p:spPr>
          <a:xfrm>
            <a:off x="4826977" y="3667922"/>
            <a:ext cx="278589" cy="278589"/>
          </a:xfrm>
          <a:prstGeom prst="ellipse">
            <a:avLst/>
          </a:prstGeom>
          <a:solidFill>
            <a:schemeClr val="tx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C755FCA3-1A1E-4638-BA4C-4EE9784813F1}"/>
              </a:ext>
            </a:extLst>
          </p:cNvPr>
          <p:cNvSpPr/>
          <p:nvPr/>
        </p:nvSpPr>
        <p:spPr>
          <a:xfrm>
            <a:off x="4812324" y="4514915"/>
            <a:ext cx="278589" cy="278589"/>
          </a:xfrm>
          <a:prstGeom prst="ellipse">
            <a:avLst/>
          </a:prstGeom>
          <a:solidFill>
            <a:schemeClr val="tx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188A3B2C-1E5B-43E8-9F3F-7DF5DF6891D7}"/>
              </a:ext>
            </a:extLst>
          </p:cNvPr>
          <p:cNvSpPr/>
          <p:nvPr/>
        </p:nvSpPr>
        <p:spPr>
          <a:xfrm>
            <a:off x="4841632" y="5309154"/>
            <a:ext cx="278589" cy="278589"/>
          </a:xfrm>
          <a:prstGeom prst="ellipse">
            <a:avLst/>
          </a:prstGeom>
          <a:solidFill>
            <a:schemeClr val="tx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D1478A9A-BE42-4D03-A157-7F034796AF06}"/>
              </a:ext>
            </a:extLst>
          </p:cNvPr>
          <p:cNvSpPr/>
          <p:nvPr/>
        </p:nvSpPr>
        <p:spPr>
          <a:xfrm>
            <a:off x="689137" y="3999265"/>
            <a:ext cx="644728" cy="120032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sz="7200" dirty="0"/>
              <a:t>+</a:t>
            </a:r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2EDE5A75-A98B-44A5-A80B-D01C572ABA50}"/>
              </a:ext>
            </a:extLst>
          </p:cNvPr>
          <p:cNvPicPr>
            <a:picLocks noChangeAspect="1"/>
          </p:cNvPicPr>
          <p:nvPr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6646" y="467038"/>
            <a:ext cx="1719202" cy="1363273"/>
          </a:xfrm>
          <a:prstGeom prst="rect">
            <a:avLst/>
          </a:prstGeom>
        </p:spPr>
      </p:pic>
      <p:sp>
        <p:nvSpPr>
          <p:cNvPr id="24" name="Rectangle 23">
            <a:extLst>
              <a:ext uri="{FF2B5EF4-FFF2-40B4-BE49-F238E27FC236}">
                <a16:creationId xmlns:a16="http://schemas.microsoft.com/office/drawing/2014/main" id="{AE5030F2-2593-4B24-9F3C-E3DD4FC1FD7C}"/>
              </a:ext>
            </a:extLst>
          </p:cNvPr>
          <p:cNvSpPr/>
          <p:nvPr/>
        </p:nvSpPr>
        <p:spPr>
          <a:xfrm>
            <a:off x="826477" y="5025020"/>
            <a:ext cx="6809385" cy="1035490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</p:spTree>
    <p:extLst>
      <p:ext uri="{BB962C8B-B14F-4D97-AF65-F5344CB8AC3E}">
        <p14:creationId xmlns:p14="http://schemas.microsoft.com/office/powerpoint/2010/main" val="18042082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2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0"/>
      <p:bldP spid="8" grpId="0"/>
      <p:bldP spid="9" grpId="0"/>
      <p:bldP spid="10" grpId="0"/>
      <p:bldP spid="18" grpId="0" animBg="1"/>
      <p:bldP spid="19" grpId="0" animBg="1"/>
      <p:bldP spid="20" grpId="0" animBg="1"/>
      <p:bldP spid="11" grpId="0"/>
      <p:bldP spid="24" grpId="0" animBg="1"/>
      <p:bldP spid="24" grpId="1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1726D418-57C1-4180-A660-19005216BA1A}"/>
              </a:ext>
            </a:extLst>
          </p:cNvPr>
          <p:cNvSpPr/>
          <p:nvPr/>
        </p:nvSpPr>
        <p:spPr>
          <a:xfrm>
            <a:off x="95797" y="69669"/>
            <a:ext cx="9718766" cy="6733039"/>
          </a:xfrm>
          <a:prstGeom prst="roundRect">
            <a:avLst>
              <a:gd name="adj" fmla="val 8376"/>
            </a:avLst>
          </a:prstGeom>
          <a:solidFill>
            <a:schemeClr val="accent5">
              <a:lumMod val="60000"/>
              <a:lumOff val="4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697A8A0-106E-4B23-A801-9049A03E7927}"/>
              </a:ext>
            </a:extLst>
          </p:cNvPr>
          <p:cNvSpPr txBox="1"/>
          <p:nvPr/>
        </p:nvSpPr>
        <p:spPr>
          <a:xfrm>
            <a:off x="3147389" y="84853"/>
            <a:ext cx="361124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800" dirty="0"/>
              <a:t>Амалдарды аткаргыла</a:t>
            </a:r>
            <a:endParaRPr lang="en-GB" sz="28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43216E8-761C-49FA-9740-7498430D89FC}"/>
              </a:ext>
            </a:extLst>
          </p:cNvPr>
          <p:cNvSpPr txBox="1"/>
          <p:nvPr/>
        </p:nvSpPr>
        <p:spPr>
          <a:xfrm>
            <a:off x="2960307" y="747207"/>
            <a:ext cx="3985386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6000" dirty="0"/>
              <a:t>0,8 </a:t>
            </a:r>
            <a:r>
              <a:rPr lang="en-GB" sz="6000" dirty="0">
                <a:latin typeface="Calibri" panose="020F0502020204030204" pitchFamily="34" charset="0"/>
                <a:cs typeface="Calibri" panose="020F0502020204030204" pitchFamily="34" charset="0"/>
              </a:rPr>
              <a:t>−</a:t>
            </a:r>
            <a:r>
              <a:rPr lang="en-GB" sz="6000" dirty="0"/>
              <a:t> 0,34 = </a:t>
            </a: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1F11374C-214A-4F2D-91ED-A687BE6CD27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34493682"/>
              </p:ext>
            </p:extLst>
          </p:nvPr>
        </p:nvGraphicFramePr>
        <p:xfrm>
          <a:off x="1007374" y="3415823"/>
          <a:ext cx="6604000" cy="244644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20800">
                  <a:extLst>
                    <a:ext uri="{9D8B030D-6E8A-4147-A177-3AD203B41FA5}">
                      <a16:colId xmlns:a16="http://schemas.microsoft.com/office/drawing/2014/main" val="2580091449"/>
                    </a:ext>
                  </a:extLst>
                </a:gridCol>
                <a:gridCol w="1320800">
                  <a:extLst>
                    <a:ext uri="{9D8B030D-6E8A-4147-A177-3AD203B41FA5}">
                      <a16:colId xmlns:a16="http://schemas.microsoft.com/office/drawing/2014/main" val="1589164730"/>
                    </a:ext>
                  </a:extLst>
                </a:gridCol>
                <a:gridCol w="1320800">
                  <a:extLst>
                    <a:ext uri="{9D8B030D-6E8A-4147-A177-3AD203B41FA5}">
                      <a16:colId xmlns:a16="http://schemas.microsoft.com/office/drawing/2014/main" val="3711312769"/>
                    </a:ext>
                  </a:extLst>
                </a:gridCol>
                <a:gridCol w="1320800">
                  <a:extLst>
                    <a:ext uri="{9D8B030D-6E8A-4147-A177-3AD203B41FA5}">
                      <a16:colId xmlns:a16="http://schemas.microsoft.com/office/drawing/2014/main" val="988856245"/>
                    </a:ext>
                  </a:extLst>
                </a:gridCol>
                <a:gridCol w="1320800">
                  <a:extLst>
                    <a:ext uri="{9D8B030D-6E8A-4147-A177-3AD203B41FA5}">
                      <a16:colId xmlns:a16="http://schemas.microsoft.com/office/drawing/2014/main" val="1122046327"/>
                    </a:ext>
                  </a:extLst>
                </a:gridCol>
              </a:tblGrid>
              <a:tr h="815482">
                <a:tc>
                  <a:txBody>
                    <a:bodyPr/>
                    <a:lstStyle/>
                    <a:p>
                      <a:pPr algn="ctr"/>
                      <a:endParaRPr lang="en-GB" sz="4400" b="0" dirty="0">
                        <a:solidFill>
                          <a:schemeClr val="tx1"/>
                        </a:solidFill>
                      </a:endParaRPr>
                    </a:p>
                  </a:txBody>
                  <a:tcPr marL="45720" marR="45720" anchor="ctr"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GB" sz="4000" b="0" dirty="0">
                        <a:solidFill>
                          <a:schemeClr val="tx1"/>
                        </a:solidFill>
                      </a:endParaRPr>
                    </a:p>
                  </a:txBody>
                  <a:tcPr marL="45720" marR="45720" anchor="ctr"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4400" b="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 marL="45720" marR="45720" anchor="ctr"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4000" b="0" dirty="0">
                          <a:solidFill>
                            <a:schemeClr val="tx1"/>
                          </a:solidFill>
                        </a:rPr>
                        <a:t>8</a:t>
                      </a:r>
                    </a:p>
                  </a:txBody>
                  <a:tcPr marL="45720" marR="45720" anchor="ctr"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4400" b="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 marL="45720" marR="45720" anchor="ctr"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97239473"/>
                  </a:ext>
                </a:extLst>
              </a:tr>
              <a:tr h="815482">
                <a:tc>
                  <a:txBody>
                    <a:bodyPr/>
                    <a:lstStyle/>
                    <a:p>
                      <a:pPr algn="ctr"/>
                      <a:endParaRPr lang="en-GB" sz="4400" b="0" dirty="0">
                        <a:solidFill>
                          <a:schemeClr val="tx1"/>
                        </a:solidFill>
                      </a:endParaRPr>
                    </a:p>
                  </a:txBody>
                  <a:tcPr marL="45720" marR="45720" anchor="ctr"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GB" sz="4000" b="0" dirty="0">
                        <a:solidFill>
                          <a:schemeClr val="tx1"/>
                        </a:solidFill>
                      </a:endParaRPr>
                    </a:p>
                  </a:txBody>
                  <a:tcPr marL="45720" marR="45720" anchor="ctr"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4400" b="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 marL="45720" marR="45720" anchor="ctr"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4000" b="0" dirty="0">
                          <a:solidFill>
                            <a:schemeClr val="tx1"/>
                          </a:solidFill>
                        </a:rPr>
                        <a:t>3</a:t>
                      </a:r>
                    </a:p>
                  </a:txBody>
                  <a:tcPr marL="45720" marR="45720" anchor="ctr"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4400" b="0" dirty="0">
                          <a:solidFill>
                            <a:schemeClr val="tx1"/>
                          </a:solidFill>
                        </a:rPr>
                        <a:t>4</a:t>
                      </a:r>
                    </a:p>
                  </a:txBody>
                  <a:tcPr marL="45720" marR="45720" anchor="ctr"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39714703"/>
                  </a:ext>
                </a:extLst>
              </a:tr>
              <a:tr h="815482">
                <a:tc>
                  <a:txBody>
                    <a:bodyPr/>
                    <a:lstStyle/>
                    <a:p>
                      <a:pPr algn="ctr"/>
                      <a:endParaRPr lang="en-GB" sz="4400" b="0" dirty="0">
                        <a:solidFill>
                          <a:schemeClr val="tx1"/>
                        </a:solidFill>
                      </a:endParaRPr>
                    </a:p>
                  </a:txBody>
                  <a:tcPr marL="45720" marR="45720" anchor="ctr"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GB" sz="4000" b="0" dirty="0">
                        <a:solidFill>
                          <a:schemeClr val="tx1"/>
                        </a:solidFill>
                      </a:endParaRPr>
                    </a:p>
                  </a:txBody>
                  <a:tcPr marL="45720" marR="45720" anchor="ctr"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4400" b="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 marL="45720" marR="45720" anchor="ctr"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4000" b="0" dirty="0">
                          <a:solidFill>
                            <a:schemeClr val="tx1"/>
                          </a:solidFill>
                        </a:rPr>
                        <a:t>4</a:t>
                      </a:r>
                    </a:p>
                  </a:txBody>
                  <a:tcPr marL="45720" marR="45720" anchor="ctr"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4400" b="0" dirty="0">
                          <a:solidFill>
                            <a:schemeClr val="tx1"/>
                          </a:solidFill>
                        </a:rPr>
                        <a:t>6</a:t>
                      </a:r>
                    </a:p>
                  </a:txBody>
                  <a:tcPr marL="45720" marR="45720" anchor="ctr"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22367911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37F36018-51E0-4C35-94F4-1482A0D9B069}"/>
              </a:ext>
            </a:extLst>
          </p:cNvPr>
          <p:cNvSpPr txBox="1"/>
          <p:nvPr/>
        </p:nvSpPr>
        <p:spPr>
          <a:xfrm rot="18800925">
            <a:off x="1532785" y="2485950"/>
            <a:ext cx="135992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800" dirty="0"/>
              <a:t>Жүздөр</a:t>
            </a:r>
            <a:endParaRPr lang="en-GB" sz="28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6E482F2-906E-4A5E-82B8-42F4C1F94F3A}"/>
              </a:ext>
            </a:extLst>
          </p:cNvPr>
          <p:cNvSpPr txBox="1"/>
          <p:nvPr/>
        </p:nvSpPr>
        <p:spPr>
          <a:xfrm rot="18800925">
            <a:off x="2483736" y="2723342"/>
            <a:ext cx="118942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2800" dirty="0"/>
              <a:t>Ондор</a:t>
            </a:r>
            <a:endParaRPr lang="en-GB" sz="280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C2D257D-7602-4149-8DB4-4A8786EB6B85}"/>
              </a:ext>
            </a:extLst>
          </p:cNvPr>
          <p:cNvSpPr txBox="1"/>
          <p:nvPr/>
        </p:nvSpPr>
        <p:spPr>
          <a:xfrm rot="18800925">
            <a:off x="4969188" y="2556290"/>
            <a:ext cx="164044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2800" dirty="0"/>
              <a:t>Ондуктар</a:t>
            </a:r>
            <a:endParaRPr lang="en-GB" sz="280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4A023BA-0973-4EF2-92CB-6FE7806C1EA2}"/>
              </a:ext>
            </a:extLst>
          </p:cNvPr>
          <p:cNvSpPr txBox="1"/>
          <p:nvPr/>
        </p:nvSpPr>
        <p:spPr>
          <a:xfrm rot="18800925">
            <a:off x="6507003" y="2310103"/>
            <a:ext cx="182800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800" dirty="0"/>
              <a:t>Жүздүктөр</a:t>
            </a:r>
            <a:endParaRPr lang="en-GB" sz="2800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4199AFA-ED21-4B09-9CA3-2E594EF577AA}"/>
              </a:ext>
            </a:extLst>
          </p:cNvPr>
          <p:cNvSpPr txBox="1"/>
          <p:nvPr/>
        </p:nvSpPr>
        <p:spPr>
          <a:xfrm rot="18800925">
            <a:off x="3536282" y="2635419"/>
            <a:ext cx="181581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2800" dirty="0"/>
              <a:t>Бирдиктер</a:t>
            </a:r>
            <a:endParaRPr lang="en-GB" sz="2800" dirty="0"/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57A3C43F-938D-43EF-8C38-02AB6B856331}"/>
              </a:ext>
            </a:extLst>
          </p:cNvPr>
          <p:cNvCxnSpPr>
            <a:cxnSpLocks/>
          </p:cNvCxnSpPr>
          <p:nvPr/>
        </p:nvCxnSpPr>
        <p:spPr>
          <a:xfrm>
            <a:off x="2329961" y="3400361"/>
            <a:ext cx="0" cy="2461908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1CFFC753-5751-46E6-B1CC-CDD23BB4F96C}"/>
              </a:ext>
            </a:extLst>
          </p:cNvPr>
          <p:cNvCxnSpPr>
            <a:cxnSpLocks/>
          </p:cNvCxnSpPr>
          <p:nvPr/>
        </p:nvCxnSpPr>
        <p:spPr>
          <a:xfrm>
            <a:off x="3651738" y="3400361"/>
            <a:ext cx="0" cy="2461908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831A7241-C2ED-4952-93FA-330A1DD58B9C}"/>
              </a:ext>
            </a:extLst>
          </p:cNvPr>
          <p:cNvCxnSpPr>
            <a:cxnSpLocks/>
          </p:cNvCxnSpPr>
          <p:nvPr/>
        </p:nvCxnSpPr>
        <p:spPr>
          <a:xfrm>
            <a:off x="4964722" y="3400361"/>
            <a:ext cx="0" cy="2461908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BCA7BA55-2F06-4570-8757-2DD6E55A2909}"/>
              </a:ext>
            </a:extLst>
          </p:cNvPr>
          <p:cNvCxnSpPr>
            <a:cxnSpLocks/>
          </p:cNvCxnSpPr>
          <p:nvPr/>
        </p:nvCxnSpPr>
        <p:spPr>
          <a:xfrm>
            <a:off x="6286499" y="3400361"/>
            <a:ext cx="0" cy="2461908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Oval 17">
            <a:extLst>
              <a:ext uri="{FF2B5EF4-FFF2-40B4-BE49-F238E27FC236}">
                <a16:creationId xmlns:a16="http://schemas.microsoft.com/office/drawing/2014/main" id="{34B3E96D-EB38-4B23-BC5B-E46D1B6CEAEC}"/>
              </a:ext>
            </a:extLst>
          </p:cNvPr>
          <p:cNvSpPr/>
          <p:nvPr/>
        </p:nvSpPr>
        <p:spPr>
          <a:xfrm>
            <a:off x="4826977" y="3667922"/>
            <a:ext cx="278589" cy="278589"/>
          </a:xfrm>
          <a:prstGeom prst="ellipse">
            <a:avLst/>
          </a:prstGeom>
          <a:solidFill>
            <a:schemeClr val="tx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C755FCA3-1A1E-4638-BA4C-4EE9784813F1}"/>
              </a:ext>
            </a:extLst>
          </p:cNvPr>
          <p:cNvSpPr/>
          <p:nvPr/>
        </p:nvSpPr>
        <p:spPr>
          <a:xfrm>
            <a:off x="4812324" y="4514915"/>
            <a:ext cx="278589" cy="278589"/>
          </a:xfrm>
          <a:prstGeom prst="ellipse">
            <a:avLst/>
          </a:prstGeom>
          <a:solidFill>
            <a:schemeClr val="tx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188A3B2C-1E5B-43E8-9F3F-7DF5DF6891D7}"/>
              </a:ext>
            </a:extLst>
          </p:cNvPr>
          <p:cNvSpPr/>
          <p:nvPr/>
        </p:nvSpPr>
        <p:spPr>
          <a:xfrm>
            <a:off x="4841632" y="5309154"/>
            <a:ext cx="278589" cy="278589"/>
          </a:xfrm>
          <a:prstGeom prst="ellipse">
            <a:avLst/>
          </a:prstGeom>
          <a:solidFill>
            <a:schemeClr val="tx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D1478A9A-BE42-4D03-A157-7F034796AF06}"/>
              </a:ext>
            </a:extLst>
          </p:cNvPr>
          <p:cNvSpPr/>
          <p:nvPr/>
        </p:nvSpPr>
        <p:spPr>
          <a:xfrm>
            <a:off x="689137" y="3999265"/>
            <a:ext cx="644728" cy="120032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sz="7200" dirty="0">
                <a:latin typeface="Calibri" panose="020F0502020204030204" pitchFamily="34" charset="0"/>
                <a:cs typeface="Calibri" panose="020F0502020204030204" pitchFamily="34" charset="0"/>
              </a:rPr>
              <a:t>−</a:t>
            </a:r>
            <a:endParaRPr lang="en-GB" sz="7200" dirty="0"/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57123AD3-840D-4A58-A504-0D12C5AF0564}"/>
              </a:ext>
            </a:extLst>
          </p:cNvPr>
          <p:cNvPicPr>
            <a:picLocks noChangeAspect="1"/>
          </p:cNvPicPr>
          <p:nvPr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3416" y="452057"/>
            <a:ext cx="1239411" cy="1403934"/>
          </a:xfrm>
          <a:prstGeom prst="rect">
            <a:avLst/>
          </a:prstGeom>
        </p:spPr>
      </p:pic>
      <p:sp>
        <p:nvSpPr>
          <p:cNvPr id="24" name="Rectangle 23">
            <a:extLst>
              <a:ext uri="{FF2B5EF4-FFF2-40B4-BE49-F238E27FC236}">
                <a16:creationId xmlns:a16="http://schemas.microsoft.com/office/drawing/2014/main" id="{CBDB17C6-691B-4FDB-92EE-459D26D75279}"/>
              </a:ext>
            </a:extLst>
          </p:cNvPr>
          <p:cNvSpPr/>
          <p:nvPr/>
        </p:nvSpPr>
        <p:spPr>
          <a:xfrm>
            <a:off x="826477" y="5025020"/>
            <a:ext cx="6809385" cy="1035490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</p:spTree>
    <p:extLst>
      <p:ext uri="{BB962C8B-B14F-4D97-AF65-F5344CB8AC3E}">
        <p14:creationId xmlns:p14="http://schemas.microsoft.com/office/powerpoint/2010/main" val="318312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2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0"/>
      <p:bldP spid="8" grpId="0"/>
      <p:bldP spid="9" grpId="0"/>
      <p:bldP spid="10" grpId="0"/>
      <p:bldP spid="18" grpId="0" animBg="1"/>
      <p:bldP spid="19" grpId="0" animBg="1"/>
      <p:bldP spid="20" grpId="0" animBg="1"/>
      <p:bldP spid="11" grpId="0"/>
      <p:bldP spid="24" grpId="0" animBg="1"/>
      <p:bldP spid="24" grpId="1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0ED1758F-C79F-446F-BF9C-78E14374CCF6}"/>
              </a:ext>
            </a:extLst>
          </p:cNvPr>
          <p:cNvSpPr/>
          <p:nvPr/>
        </p:nvSpPr>
        <p:spPr>
          <a:xfrm>
            <a:off x="95797" y="69669"/>
            <a:ext cx="9718766" cy="6733039"/>
          </a:xfrm>
          <a:prstGeom prst="roundRect">
            <a:avLst>
              <a:gd name="adj" fmla="val 8376"/>
            </a:avLst>
          </a:prstGeom>
          <a:solidFill>
            <a:schemeClr val="accent2">
              <a:lumMod val="60000"/>
              <a:lumOff val="4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697A8A0-106E-4B23-A801-9049A03E7927}"/>
              </a:ext>
            </a:extLst>
          </p:cNvPr>
          <p:cNvSpPr txBox="1"/>
          <p:nvPr/>
        </p:nvSpPr>
        <p:spPr>
          <a:xfrm>
            <a:off x="3147389" y="84853"/>
            <a:ext cx="361124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800" dirty="0"/>
              <a:t>Амалдарды аткаргыла</a:t>
            </a:r>
            <a:endParaRPr lang="en-GB" sz="28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43216E8-761C-49FA-9740-7498430D89FC}"/>
              </a:ext>
            </a:extLst>
          </p:cNvPr>
          <p:cNvSpPr txBox="1"/>
          <p:nvPr/>
        </p:nvSpPr>
        <p:spPr>
          <a:xfrm>
            <a:off x="2570777" y="747207"/>
            <a:ext cx="4764445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6000" dirty="0"/>
              <a:t>10,78 + 3,08 = </a:t>
            </a: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1F11374C-214A-4F2D-91ED-A687BE6CD27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50018457"/>
              </p:ext>
            </p:extLst>
          </p:nvPr>
        </p:nvGraphicFramePr>
        <p:xfrm>
          <a:off x="1007374" y="3415823"/>
          <a:ext cx="6604000" cy="244644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20800">
                  <a:extLst>
                    <a:ext uri="{9D8B030D-6E8A-4147-A177-3AD203B41FA5}">
                      <a16:colId xmlns:a16="http://schemas.microsoft.com/office/drawing/2014/main" val="2580091449"/>
                    </a:ext>
                  </a:extLst>
                </a:gridCol>
                <a:gridCol w="1320800">
                  <a:extLst>
                    <a:ext uri="{9D8B030D-6E8A-4147-A177-3AD203B41FA5}">
                      <a16:colId xmlns:a16="http://schemas.microsoft.com/office/drawing/2014/main" val="1589164730"/>
                    </a:ext>
                  </a:extLst>
                </a:gridCol>
                <a:gridCol w="1320800">
                  <a:extLst>
                    <a:ext uri="{9D8B030D-6E8A-4147-A177-3AD203B41FA5}">
                      <a16:colId xmlns:a16="http://schemas.microsoft.com/office/drawing/2014/main" val="3711312769"/>
                    </a:ext>
                  </a:extLst>
                </a:gridCol>
                <a:gridCol w="1320800">
                  <a:extLst>
                    <a:ext uri="{9D8B030D-6E8A-4147-A177-3AD203B41FA5}">
                      <a16:colId xmlns:a16="http://schemas.microsoft.com/office/drawing/2014/main" val="988856245"/>
                    </a:ext>
                  </a:extLst>
                </a:gridCol>
                <a:gridCol w="1320800">
                  <a:extLst>
                    <a:ext uri="{9D8B030D-6E8A-4147-A177-3AD203B41FA5}">
                      <a16:colId xmlns:a16="http://schemas.microsoft.com/office/drawing/2014/main" val="1122046327"/>
                    </a:ext>
                  </a:extLst>
                </a:gridCol>
              </a:tblGrid>
              <a:tr h="815482">
                <a:tc>
                  <a:txBody>
                    <a:bodyPr/>
                    <a:lstStyle/>
                    <a:p>
                      <a:pPr algn="ctr"/>
                      <a:endParaRPr lang="en-GB" sz="4400" b="0" dirty="0">
                        <a:solidFill>
                          <a:schemeClr val="tx1"/>
                        </a:solidFill>
                      </a:endParaRPr>
                    </a:p>
                  </a:txBody>
                  <a:tcPr marL="45720" marR="45720" anchor="ctr"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4000" b="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marL="45720" marR="45720" anchor="ctr"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4400" b="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 marL="45720" marR="45720" anchor="ctr"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4000" b="0" dirty="0">
                          <a:solidFill>
                            <a:schemeClr val="tx1"/>
                          </a:solidFill>
                        </a:rPr>
                        <a:t>7</a:t>
                      </a:r>
                    </a:p>
                  </a:txBody>
                  <a:tcPr marL="45720" marR="45720" anchor="ctr"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4400" b="0" dirty="0">
                          <a:solidFill>
                            <a:schemeClr val="tx1"/>
                          </a:solidFill>
                        </a:rPr>
                        <a:t>8</a:t>
                      </a:r>
                    </a:p>
                  </a:txBody>
                  <a:tcPr marL="45720" marR="45720" anchor="ctr"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97239473"/>
                  </a:ext>
                </a:extLst>
              </a:tr>
              <a:tr h="815482">
                <a:tc>
                  <a:txBody>
                    <a:bodyPr/>
                    <a:lstStyle/>
                    <a:p>
                      <a:pPr algn="ctr"/>
                      <a:endParaRPr lang="en-GB" sz="4400" b="0" dirty="0">
                        <a:solidFill>
                          <a:schemeClr val="tx1"/>
                        </a:solidFill>
                      </a:endParaRPr>
                    </a:p>
                  </a:txBody>
                  <a:tcPr marL="45720" marR="45720" anchor="ctr"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4000" b="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 marL="45720" marR="45720" anchor="ctr"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4400" b="0" dirty="0">
                          <a:solidFill>
                            <a:schemeClr val="tx1"/>
                          </a:solidFill>
                        </a:rPr>
                        <a:t>3</a:t>
                      </a:r>
                    </a:p>
                  </a:txBody>
                  <a:tcPr marL="45720" marR="45720" anchor="ctr"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4000" b="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 marL="45720" marR="45720" anchor="ctr"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4400" b="0" dirty="0">
                          <a:solidFill>
                            <a:schemeClr val="tx1"/>
                          </a:solidFill>
                        </a:rPr>
                        <a:t>8</a:t>
                      </a:r>
                    </a:p>
                  </a:txBody>
                  <a:tcPr marL="45720" marR="45720" anchor="ctr"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39714703"/>
                  </a:ext>
                </a:extLst>
              </a:tr>
              <a:tr h="815482">
                <a:tc>
                  <a:txBody>
                    <a:bodyPr/>
                    <a:lstStyle/>
                    <a:p>
                      <a:pPr algn="ctr"/>
                      <a:endParaRPr lang="en-GB" sz="4400" b="0" dirty="0">
                        <a:solidFill>
                          <a:schemeClr val="tx1"/>
                        </a:solidFill>
                      </a:endParaRPr>
                    </a:p>
                  </a:txBody>
                  <a:tcPr marL="45720" marR="45720" anchor="ctr"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4000" b="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marL="45720" marR="45720" anchor="ctr"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4400" b="0" dirty="0">
                          <a:solidFill>
                            <a:schemeClr val="tx1"/>
                          </a:solidFill>
                        </a:rPr>
                        <a:t>3</a:t>
                      </a:r>
                    </a:p>
                  </a:txBody>
                  <a:tcPr marL="45720" marR="45720" anchor="ctr"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4000" b="0" dirty="0">
                          <a:solidFill>
                            <a:schemeClr val="tx1"/>
                          </a:solidFill>
                        </a:rPr>
                        <a:t>8</a:t>
                      </a:r>
                    </a:p>
                  </a:txBody>
                  <a:tcPr marL="45720" marR="45720" anchor="ctr"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4400" b="0" dirty="0">
                          <a:solidFill>
                            <a:schemeClr val="tx1"/>
                          </a:solidFill>
                        </a:rPr>
                        <a:t>6</a:t>
                      </a:r>
                    </a:p>
                  </a:txBody>
                  <a:tcPr marL="45720" marR="45720" anchor="ctr"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22367911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37F36018-51E0-4C35-94F4-1482A0D9B069}"/>
              </a:ext>
            </a:extLst>
          </p:cNvPr>
          <p:cNvSpPr txBox="1"/>
          <p:nvPr/>
        </p:nvSpPr>
        <p:spPr>
          <a:xfrm rot="18800925">
            <a:off x="1532785" y="2485950"/>
            <a:ext cx="135992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800" dirty="0"/>
              <a:t>Жүздөр</a:t>
            </a:r>
            <a:endParaRPr lang="en-GB" sz="28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6E482F2-906E-4A5E-82B8-42F4C1F94F3A}"/>
              </a:ext>
            </a:extLst>
          </p:cNvPr>
          <p:cNvSpPr txBox="1"/>
          <p:nvPr/>
        </p:nvSpPr>
        <p:spPr>
          <a:xfrm rot="18800925">
            <a:off x="2483736" y="2723342"/>
            <a:ext cx="118942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2800" dirty="0"/>
              <a:t>Ондор</a:t>
            </a:r>
            <a:endParaRPr lang="en-GB" sz="280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C2D257D-7602-4149-8DB4-4A8786EB6B85}"/>
              </a:ext>
            </a:extLst>
          </p:cNvPr>
          <p:cNvSpPr txBox="1"/>
          <p:nvPr/>
        </p:nvSpPr>
        <p:spPr>
          <a:xfrm rot="18800925">
            <a:off x="4969188" y="2556290"/>
            <a:ext cx="164044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2800" dirty="0"/>
              <a:t>Ондуктар</a:t>
            </a:r>
            <a:endParaRPr lang="en-GB" sz="280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4A023BA-0973-4EF2-92CB-6FE7806C1EA2}"/>
              </a:ext>
            </a:extLst>
          </p:cNvPr>
          <p:cNvSpPr txBox="1"/>
          <p:nvPr/>
        </p:nvSpPr>
        <p:spPr>
          <a:xfrm rot="18800925">
            <a:off x="6507003" y="2310103"/>
            <a:ext cx="182800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800" dirty="0"/>
              <a:t>Жүздүктөр</a:t>
            </a:r>
            <a:endParaRPr lang="en-GB" sz="2800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4199AFA-ED21-4B09-9CA3-2E594EF577AA}"/>
              </a:ext>
            </a:extLst>
          </p:cNvPr>
          <p:cNvSpPr txBox="1"/>
          <p:nvPr/>
        </p:nvSpPr>
        <p:spPr>
          <a:xfrm rot="18800925">
            <a:off x="3536282" y="2635419"/>
            <a:ext cx="181581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2800" dirty="0"/>
              <a:t>Бирдиктер</a:t>
            </a:r>
            <a:endParaRPr lang="en-GB" sz="2800" dirty="0"/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57A3C43F-938D-43EF-8C38-02AB6B856331}"/>
              </a:ext>
            </a:extLst>
          </p:cNvPr>
          <p:cNvCxnSpPr>
            <a:cxnSpLocks/>
          </p:cNvCxnSpPr>
          <p:nvPr/>
        </p:nvCxnSpPr>
        <p:spPr>
          <a:xfrm>
            <a:off x="2329961" y="3400361"/>
            <a:ext cx="0" cy="2461908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1CFFC753-5751-46E6-B1CC-CDD23BB4F96C}"/>
              </a:ext>
            </a:extLst>
          </p:cNvPr>
          <p:cNvCxnSpPr>
            <a:cxnSpLocks/>
          </p:cNvCxnSpPr>
          <p:nvPr/>
        </p:nvCxnSpPr>
        <p:spPr>
          <a:xfrm>
            <a:off x="3651738" y="3400361"/>
            <a:ext cx="0" cy="2461908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831A7241-C2ED-4952-93FA-330A1DD58B9C}"/>
              </a:ext>
            </a:extLst>
          </p:cNvPr>
          <p:cNvCxnSpPr>
            <a:cxnSpLocks/>
          </p:cNvCxnSpPr>
          <p:nvPr/>
        </p:nvCxnSpPr>
        <p:spPr>
          <a:xfrm>
            <a:off x="4964722" y="3400361"/>
            <a:ext cx="0" cy="2461908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BCA7BA55-2F06-4570-8757-2DD6E55A2909}"/>
              </a:ext>
            </a:extLst>
          </p:cNvPr>
          <p:cNvCxnSpPr>
            <a:cxnSpLocks/>
          </p:cNvCxnSpPr>
          <p:nvPr/>
        </p:nvCxnSpPr>
        <p:spPr>
          <a:xfrm>
            <a:off x="6286499" y="3400361"/>
            <a:ext cx="0" cy="2461908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Oval 17">
            <a:extLst>
              <a:ext uri="{FF2B5EF4-FFF2-40B4-BE49-F238E27FC236}">
                <a16:creationId xmlns:a16="http://schemas.microsoft.com/office/drawing/2014/main" id="{34B3E96D-EB38-4B23-BC5B-E46D1B6CEAEC}"/>
              </a:ext>
            </a:extLst>
          </p:cNvPr>
          <p:cNvSpPr/>
          <p:nvPr/>
        </p:nvSpPr>
        <p:spPr>
          <a:xfrm>
            <a:off x="4826977" y="3667922"/>
            <a:ext cx="278589" cy="278589"/>
          </a:xfrm>
          <a:prstGeom prst="ellipse">
            <a:avLst/>
          </a:prstGeom>
          <a:solidFill>
            <a:schemeClr val="tx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C755FCA3-1A1E-4638-BA4C-4EE9784813F1}"/>
              </a:ext>
            </a:extLst>
          </p:cNvPr>
          <p:cNvSpPr/>
          <p:nvPr/>
        </p:nvSpPr>
        <p:spPr>
          <a:xfrm>
            <a:off x="4812324" y="4514915"/>
            <a:ext cx="278589" cy="278589"/>
          </a:xfrm>
          <a:prstGeom prst="ellipse">
            <a:avLst/>
          </a:prstGeom>
          <a:solidFill>
            <a:schemeClr val="tx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188A3B2C-1E5B-43E8-9F3F-7DF5DF6891D7}"/>
              </a:ext>
            </a:extLst>
          </p:cNvPr>
          <p:cNvSpPr/>
          <p:nvPr/>
        </p:nvSpPr>
        <p:spPr>
          <a:xfrm>
            <a:off x="4841632" y="5309154"/>
            <a:ext cx="278589" cy="278589"/>
          </a:xfrm>
          <a:prstGeom prst="ellipse">
            <a:avLst/>
          </a:prstGeom>
          <a:solidFill>
            <a:schemeClr val="tx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D1478A9A-BE42-4D03-A157-7F034796AF06}"/>
              </a:ext>
            </a:extLst>
          </p:cNvPr>
          <p:cNvSpPr/>
          <p:nvPr/>
        </p:nvSpPr>
        <p:spPr>
          <a:xfrm>
            <a:off x="689137" y="3999265"/>
            <a:ext cx="644728" cy="120032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sz="7200" dirty="0"/>
              <a:t>+</a:t>
            </a:r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1F036D77-DE7B-41E2-B61E-40BB83ABB75A}"/>
              </a:ext>
            </a:extLst>
          </p:cNvPr>
          <p:cNvPicPr>
            <a:picLocks noChangeAspect="1"/>
          </p:cNvPicPr>
          <p:nvPr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4928" y="344821"/>
            <a:ext cx="2429554" cy="1694993"/>
          </a:xfrm>
          <a:prstGeom prst="rect">
            <a:avLst/>
          </a:prstGeom>
        </p:spPr>
      </p:pic>
      <p:sp>
        <p:nvSpPr>
          <p:cNvPr id="24" name="Rectangle 23">
            <a:extLst>
              <a:ext uri="{FF2B5EF4-FFF2-40B4-BE49-F238E27FC236}">
                <a16:creationId xmlns:a16="http://schemas.microsoft.com/office/drawing/2014/main" id="{160C6831-1DFE-4F91-B4CE-7A5243301AEE}"/>
              </a:ext>
            </a:extLst>
          </p:cNvPr>
          <p:cNvSpPr/>
          <p:nvPr/>
        </p:nvSpPr>
        <p:spPr>
          <a:xfrm>
            <a:off x="826477" y="5025020"/>
            <a:ext cx="6809385" cy="1035490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</p:spTree>
    <p:extLst>
      <p:ext uri="{BB962C8B-B14F-4D97-AF65-F5344CB8AC3E}">
        <p14:creationId xmlns:p14="http://schemas.microsoft.com/office/powerpoint/2010/main" val="18563403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2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0"/>
      <p:bldP spid="8" grpId="0"/>
      <p:bldP spid="9" grpId="0"/>
      <p:bldP spid="10" grpId="0"/>
      <p:bldP spid="18" grpId="0" animBg="1"/>
      <p:bldP spid="19" grpId="0" animBg="1"/>
      <p:bldP spid="20" grpId="0" animBg="1"/>
      <p:bldP spid="11" grpId="0"/>
      <p:bldP spid="24" grpId="0" animBg="1"/>
      <p:bldP spid="24" grpId="1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54564305-44D7-4833-B268-096FC0DE7B7A}"/>
              </a:ext>
            </a:extLst>
          </p:cNvPr>
          <p:cNvSpPr/>
          <p:nvPr/>
        </p:nvSpPr>
        <p:spPr>
          <a:xfrm>
            <a:off x="95797" y="69669"/>
            <a:ext cx="9718766" cy="6733039"/>
          </a:xfrm>
          <a:prstGeom prst="roundRect">
            <a:avLst>
              <a:gd name="adj" fmla="val 8376"/>
            </a:avLst>
          </a:prstGeom>
          <a:solidFill>
            <a:schemeClr val="accent4">
              <a:lumMod val="60000"/>
              <a:lumOff val="4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697A8A0-106E-4B23-A801-9049A03E7927}"/>
              </a:ext>
            </a:extLst>
          </p:cNvPr>
          <p:cNvSpPr txBox="1"/>
          <p:nvPr/>
        </p:nvSpPr>
        <p:spPr>
          <a:xfrm>
            <a:off x="3147389" y="84853"/>
            <a:ext cx="361124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800" dirty="0"/>
              <a:t>Амалдарды аткаргыла</a:t>
            </a:r>
            <a:endParaRPr lang="en-GB" sz="28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43216E8-761C-49FA-9740-7498430D89FC}"/>
              </a:ext>
            </a:extLst>
          </p:cNvPr>
          <p:cNvSpPr txBox="1"/>
          <p:nvPr/>
        </p:nvSpPr>
        <p:spPr>
          <a:xfrm>
            <a:off x="2960307" y="747207"/>
            <a:ext cx="3985386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6000" dirty="0"/>
              <a:t>7,42 </a:t>
            </a:r>
            <a:r>
              <a:rPr lang="en-GB" sz="6000" dirty="0">
                <a:latin typeface="Calibri" panose="020F0502020204030204" pitchFamily="34" charset="0"/>
                <a:cs typeface="Calibri" panose="020F0502020204030204" pitchFamily="34" charset="0"/>
              </a:rPr>
              <a:t>−</a:t>
            </a:r>
            <a:r>
              <a:rPr lang="en-GB" sz="6000" dirty="0"/>
              <a:t> 4,6 = </a:t>
            </a: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1F11374C-214A-4F2D-91ED-A687BE6CD27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20901376"/>
              </p:ext>
            </p:extLst>
          </p:nvPr>
        </p:nvGraphicFramePr>
        <p:xfrm>
          <a:off x="1007374" y="3415823"/>
          <a:ext cx="6604000" cy="244644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20800">
                  <a:extLst>
                    <a:ext uri="{9D8B030D-6E8A-4147-A177-3AD203B41FA5}">
                      <a16:colId xmlns:a16="http://schemas.microsoft.com/office/drawing/2014/main" val="2580091449"/>
                    </a:ext>
                  </a:extLst>
                </a:gridCol>
                <a:gridCol w="1320800">
                  <a:extLst>
                    <a:ext uri="{9D8B030D-6E8A-4147-A177-3AD203B41FA5}">
                      <a16:colId xmlns:a16="http://schemas.microsoft.com/office/drawing/2014/main" val="1589164730"/>
                    </a:ext>
                  </a:extLst>
                </a:gridCol>
                <a:gridCol w="1320800">
                  <a:extLst>
                    <a:ext uri="{9D8B030D-6E8A-4147-A177-3AD203B41FA5}">
                      <a16:colId xmlns:a16="http://schemas.microsoft.com/office/drawing/2014/main" val="3711312769"/>
                    </a:ext>
                  </a:extLst>
                </a:gridCol>
                <a:gridCol w="1320800">
                  <a:extLst>
                    <a:ext uri="{9D8B030D-6E8A-4147-A177-3AD203B41FA5}">
                      <a16:colId xmlns:a16="http://schemas.microsoft.com/office/drawing/2014/main" val="988856245"/>
                    </a:ext>
                  </a:extLst>
                </a:gridCol>
                <a:gridCol w="1320800">
                  <a:extLst>
                    <a:ext uri="{9D8B030D-6E8A-4147-A177-3AD203B41FA5}">
                      <a16:colId xmlns:a16="http://schemas.microsoft.com/office/drawing/2014/main" val="1122046327"/>
                    </a:ext>
                  </a:extLst>
                </a:gridCol>
              </a:tblGrid>
              <a:tr h="815482">
                <a:tc>
                  <a:txBody>
                    <a:bodyPr/>
                    <a:lstStyle/>
                    <a:p>
                      <a:pPr algn="ctr"/>
                      <a:endParaRPr lang="en-GB" sz="4400" b="0" dirty="0">
                        <a:solidFill>
                          <a:schemeClr val="tx1"/>
                        </a:solidFill>
                      </a:endParaRPr>
                    </a:p>
                  </a:txBody>
                  <a:tcPr marL="45720" marR="45720" anchor="ctr"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GB" sz="4000" b="0" dirty="0">
                        <a:solidFill>
                          <a:schemeClr val="tx1"/>
                        </a:solidFill>
                      </a:endParaRPr>
                    </a:p>
                  </a:txBody>
                  <a:tcPr marL="45720" marR="45720" anchor="ctr"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4400" b="0" dirty="0">
                          <a:solidFill>
                            <a:schemeClr val="tx1"/>
                          </a:solidFill>
                        </a:rPr>
                        <a:t>7</a:t>
                      </a:r>
                    </a:p>
                  </a:txBody>
                  <a:tcPr marL="45720" marR="45720" anchor="ctr"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4000" b="0" dirty="0">
                          <a:solidFill>
                            <a:schemeClr val="tx1"/>
                          </a:solidFill>
                        </a:rPr>
                        <a:t>4</a:t>
                      </a:r>
                    </a:p>
                  </a:txBody>
                  <a:tcPr marL="45720" marR="45720" anchor="ctr"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4400" b="0" dirty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 marL="45720" marR="45720" anchor="ctr"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97239473"/>
                  </a:ext>
                </a:extLst>
              </a:tr>
              <a:tr h="815482">
                <a:tc>
                  <a:txBody>
                    <a:bodyPr/>
                    <a:lstStyle/>
                    <a:p>
                      <a:pPr algn="ctr"/>
                      <a:endParaRPr lang="en-GB" sz="4400" b="0" dirty="0">
                        <a:solidFill>
                          <a:schemeClr val="tx1"/>
                        </a:solidFill>
                      </a:endParaRPr>
                    </a:p>
                  </a:txBody>
                  <a:tcPr marL="45720" marR="45720" anchor="ctr"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GB" sz="4000" b="0" dirty="0">
                        <a:solidFill>
                          <a:schemeClr val="tx1"/>
                        </a:solidFill>
                      </a:endParaRPr>
                    </a:p>
                  </a:txBody>
                  <a:tcPr marL="45720" marR="45720" anchor="ctr"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4400" b="0" dirty="0">
                          <a:solidFill>
                            <a:schemeClr val="tx1"/>
                          </a:solidFill>
                        </a:rPr>
                        <a:t>4</a:t>
                      </a:r>
                    </a:p>
                  </a:txBody>
                  <a:tcPr marL="45720" marR="45720" anchor="ctr"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4000" b="0" dirty="0">
                          <a:solidFill>
                            <a:schemeClr val="tx1"/>
                          </a:solidFill>
                        </a:rPr>
                        <a:t>6</a:t>
                      </a:r>
                    </a:p>
                  </a:txBody>
                  <a:tcPr marL="45720" marR="45720" anchor="ctr"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4400" b="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 marL="45720" marR="45720" anchor="ctr"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39714703"/>
                  </a:ext>
                </a:extLst>
              </a:tr>
              <a:tr h="815482">
                <a:tc>
                  <a:txBody>
                    <a:bodyPr/>
                    <a:lstStyle/>
                    <a:p>
                      <a:pPr algn="ctr"/>
                      <a:endParaRPr lang="en-GB" sz="4400" b="0" dirty="0">
                        <a:solidFill>
                          <a:schemeClr val="tx1"/>
                        </a:solidFill>
                      </a:endParaRPr>
                    </a:p>
                  </a:txBody>
                  <a:tcPr marL="45720" marR="45720" anchor="ctr"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GB" sz="4000" b="0" dirty="0">
                        <a:solidFill>
                          <a:schemeClr val="tx1"/>
                        </a:solidFill>
                      </a:endParaRPr>
                    </a:p>
                  </a:txBody>
                  <a:tcPr marL="45720" marR="45720" anchor="ctr"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4400" b="0" dirty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 marL="45720" marR="45720" anchor="ctr"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4000" b="0" dirty="0">
                          <a:solidFill>
                            <a:schemeClr val="tx1"/>
                          </a:solidFill>
                        </a:rPr>
                        <a:t>8</a:t>
                      </a:r>
                    </a:p>
                  </a:txBody>
                  <a:tcPr marL="45720" marR="45720" anchor="ctr"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4400" b="0" dirty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 marL="45720" marR="45720" anchor="ctr"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22367911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37F36018-51E0-4C35-94F4-1482A0D9B069}"/>
              </a:ext>
            </a:extLst>
          </p:cNvPr>
          <p:cNvSpPr txBox="1"/>
          <p:nvPr/>
        </p:nvSpPr>
        <p:spPr>
          <a:xfrm rot="18800925">
            <a:off x="1532785" y="2485950"/>
            <a:ext cx="135992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800" dirty="0"/>
              <a:t>Жүздөр</a:t>
            </a:r>
            <a:endParaRPr lang="en-GB" sz="28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6E482F2-906E-4A5E-82B8-42F4C1F94F3A}"/>
              </a:ext>
            </a:extLst>
          </p:cNvPr>
          <p:cNvSpPr txBox="1"/>
          <p:nvPr/>
        </p:nvSpPr>
        <p:spPr>
          <a:xfrm rot="18800925">
            <a:off x="2483736" y="2723342"/>
            <a:ext cx="118942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2800" dirty="0"/>
              <a:t>Ондор</a:t>
            </a:r>
            <a:endParaRPr lang="en-GB" sz="280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C2D257D-7602-4149-8DB4-4A8786EB6B85}"/>
              </a:ext>
            </a:extLst>
          </p:cNvPr>
          <p:cNvSpPr txBox="1"/>
          <p:nvPr/>
        </p:nvSpPr>
        <p:spPr>
          <a:xfrm rot="18800925">
            <a:off x="4969188" y="2556290"/>
            <a:ext cx="164044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2800" dirty="0"/>
              <a:t>Ондуктар</a:t>
            </a:r>
            <a:endParaRPr lang="en-GB" sz="280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4A023BA-0973-4EF2-92CB-6FE7806C1EA2}"/>
              </a:ext>
            </a:extLst>
          </p:cNvPr>
          <p:cNvSpPr txBox="1"/>
          <p:nvPr/>
        </p:nvSpPr>
        <p:spPr>
          <a:xfrm rot="18800925">
            <a:off x="6507003" y="2310103"/>
            <a:ext cx="182800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800" dirty="0"/>
              <a:t>Жүздүктөр</a:t>
            </a:r>
            <a:endParaRPr lang="en-GB" sz="2800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4199AFA-ED21-4B09-9CA3-2E594EF577AA}"/>
              </a:ext>
            </a:extLst>
          </p:cNvPr>
          <p:cNvSpPr txBox="1"/>
          <p:nvPr/>
        </p:nvSpPr>
        <p:spPr>
          <a:xfrm rot="18800925">
            <a:off x="3536282" y="2635419"/>
            <a:ext cx="181581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2800" dirty="0"/>
              <a:t>Бирдиктер</a:t>
            </a:r>
            <a:endParaRPr lang="en-GB" sz="2800" dirty="0"/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57A3C43F-938D-43EF-8C38-02AB6B856331}"/>
              </a:ext>
            </a:extLst>
          </p:cNvPr>
          <p:cNvCxnSpPr>
            <a:cxnSpLocks/>
          </p:cNvCxnSpPr>
          <p:nvPr/>
        </p:nvCxnSpPr>
        <p:spPr>
          <a:xfrm>
            <a:off x="2329961" y="3400361"/>
            <a:ext cx="0" cy="2461908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1CFFC753-5751-46E6-B1CC-CDD23BB4F96C}"/>
              </a:ext>
            </a:extLst>
          </p:cNvPr>
          <p:cNvCxnSpPr>
            <a:cxnSpLocks/>
          </p:cNvCxnSpPr>
          <p:nvPr/>
        </p:nvCxnSpPr>
        <p:spPr>
          <a:xfrm>
            <a:off x="3651738" y="3400361"/>
            <a:ext cx="0" cy="2461908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831A7241-C2ED-4952-93FA-330A1DD58B9C}"/>
              </a:ext>
            </a:extLst>
          </p:cNvPr>
          <p:cNvCxnSpPr>
            <a:cxnSpLocks/>
          </p:cNvCxnSpPr>
          <p:nvPr/>
        </p:nvCxnSpPr>
        <p:spPr>
          <a:xfrm>
            <a:off x="4964722" y="3400361"/>
            <a:ext cx="0" cy="2461908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BCA7BA55-2F06-4570-8757-2DD6E55A2909}"/>
              </a:ext>
            </a:extLst>
          </p:cNvPr>
          <p:cNvCxnSpPr>
            <a:cxnSpLocks/>
          </p:cNvCxnSpPr>
          <p:nvPr/>
        </p:nvCxnSpPr>
        <p:spPr>
          <a:xfrm>
            <a:off x="6286499" y="3400361"/>
            <a:ext cx="0" cy="2461908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Oval 17">
            <a:extLst>
              <a:ext uri="{FF2B5EF4-FFF2-40B4-BE49-F238E27FC236}">
                <a16:creationId xmlns:a16="http://schemas.microsoft.com/office/drawing/2014/main" id="{34B3E96D-EB38-4B23-BC5B-E46D1B6CEAEC}"/>
              </a:ext>
            </a:extLst>
          </p:cNvPr>
          <p:cNvSpPr/>
          <p:nvPr/>
        </p:nvSpPr>
        <p:spPr>
          <a:xfrm>
            <a:off x="4826977" y="3667922"/>
            <a:ext cx="278589" cy="278589"/>
          </a:xfrm>
          <a:prstGeom prst="ellipse">
            <a:avLst/>
          </a:prstGeom>
          <a:solidFill>
            <a:schemeClr val="tx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C755FCA3-1A1E-4638-BA4C-4EE9784813F1}"/>
              </a:ext>
            </a:extLst>
          </p:cNvPr>
          <p:cNvSpPr/>
          <p:nvPr/>
        </p:nvSpPr>
        <p:spPr>
          <a:xfrm>
            <a:off x="4812324" y="4514915"/>
            <a:ext cx="278589" cy="278589"/>
          </a:xfrm>
          <a:prstGeom prst="ellipse">
            <a:avLst/>
          </a:prstGeom>
          <a:solidFill>
            <a:schemeClr val="tx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188A3B2C-1E5B-43E8-9F3F-7DF5DF6891D7}"/>
              </a:ext>
            </a:extLst>
          </p:cNvPr>
          <p:cNvSpPr/>
          <p:nvPr/>
        </p:nvSpPr>
        <p:spPr>
          <a:xfrm>
            <a:off x="4841632" y="5309154"/>
            <a:ext cx="278589" cy="278589"/>
          </a:xfrm>
          <a:prstGeom prst="ellipse">
            <a:avLst/>
          </a:prstGeom>
          <a:solidFill>
            <a:schemeClr val="tx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D1478A9A-BE42-4D03-A157-7F034796AF06}"/>
              </a:ext>
            </a:extLst>
          </p:cNvPr>
          <p:cNvSpPr/>
          <p:nvPr/>
        </p:nvSpPr>
        <p:spPr>
          <a:xfrm>
            <a:off x="689137" y="3999265"/>
            <a:ext cx="644728" cy="120032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sz="7200" dirty="0">
                <a:latin typeface="Calibri" panose="020F0502020204030204" pitchFamily="34" charset="0"/>
                <a:cs typeface="Calibri" panose="020F0502020204030204" pitchFamily="34" charset="0"/>
              </a:rPr>
              <a:t>−</a:t>
            </a:r>
            <a:endParaRPr lang="en-GB" sz="7200" dirty="0"/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F55F528B-A601-47C5-9CF1-1B4AC68DB7FF}"/>
              </a:ext>
            </a:extLst>
          </p:cNvPr>
          <p:cNvPicPr>
            <a:picLocks noChangeAspect="1"/>
          </p:cNvPicPr>
          <p:nvPr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5854" y="391457"/>
            <a:ext cx="1395648" cy="1568418"/>
          </a:xfrm>
          <a:prstGeom prst="rect">
            <a:avLst/>
          </a:prstGeom>
        </p:spPr>
      </p:pic>
      <p:sp>
        <p:nvSpPr>
          <p:cNvPr id="24" name="Rectangle 23">
            <a:extLst>
              <a:ext uri="{FF2B5EF4-FFF2-40B4-BE49-F238E27FC236}">
                <a16:creationId xmlns:a16="http://schemas.microsoft.com/office/drawing/2014/main" id="{320FB25B-0E46-4CC0-802A-4A68F23844FC}"/>
              </a:ext>
            </a:extLst>
          </p:cNvPr>
          <p:cNvSpPr/>
          <p:nvPr/>
        </p:nvSpPr>
        <p:spPr>
          <a:xfrm>
            <a:off x="826477" y="5025020"/>
            <a:ext cx="6809385" cy="1035490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</p:spTree>
    <p:extLst>
      <p:ext uri="{BB962C8B-B14F-4D97-AF65-F5344CB8AC3E}">
        <p14:creationId xmlns:p14="http://schemas.microsoft.com/office/powerpoint/2010/main" val="32808668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2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0"/>
      <p:bldP spid="8" grpId="0"/>
      <p:bldP spid="9" grpId="0"/>
      <p:bldP spid="10" grpId="0"/>
      <p:bldP spid="18" grpId="0" animBg="1"/>
      <p:bldP spid="19" grpId="0" animBg="1"/>
      <p:bldP spid="20" grpId="0" animBg="1"/>
      <p:bldP spid="11" grpId="0"/>
      <p:bldP spid="24" grpId="0" animBg="1"/>
      <p:bldP spid="24" grpId="1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2B894A4E-45CF-4899-B977-AAE91A6DE6CE}"/>
              </a:ext>
            </a:extLst>
          </p:cNvPr>
          <p:cNvSpPr/>
          <p:nvPr/>
        </p:nvSpPr>
        <p:spPr>
          <a:xfrm>
            <a:off x="95797" y="69669"/>
            <a:ext cx="9718766" cy="6733039"/>
          </a:xfrm>
          <a:prstGeom prst="roundRect">
            <a:avLst>
              <a:gd name="adj" fmla="val 8376"/>
            </a:avLst>
          </a:prstGeom>
          <a:solidFill>
            <a:schemeClr val="accent6">
              <a:lumMod val="60000"/>
              <a:lumOff val="4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697A8A0-106E-4B23-A801-9049A03E7927}"/>
              </a:ext>
            </a:extLst>
          </p:cNvPr>
          <p:cNvSpPr txBox="1"/>
          <p:nvPr/>
        </p:nvSpPr>
        <p:spPr>
          <a:xfrm>
            <a:off x="3147389" y="84853"/>
            <a:ext cx="361124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800" dirty="0"/>
              <a:t>Амалдарды аткаргыла</a:t>
            </a:r>
            <a:endParaRPr lang="en-GB" sz="28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43216E8-761C-49FA-9740-7498430D89FC}"/>
              </a:ext>
            </a:extLst>
          </p:cNvPr>
          <p:cNvSpPr txBox="1"/>
          <p:nvPr/>
        </p:nvSpPr>
        <p:spPr>
          <a:xfrm>
            <a:off x="2483414" y="747207"/>
            <a:ext cx="4939173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6000" dirty="0"/>
              <a:t>50. 5 + 32,58 = </a:t>
            </a: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1F11374C-214A-4F2D-91ED-A687BE6CD27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98267792"/>
              </p:ext>
            </p:extLst>
          </p:nvPr>
        </p:nvGraphicFramePr>
        <p:xfrm>
          <a:off x="1007374" y="3415823"/>
          <a:ext cx="6604000" cy="244644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20800">
                  <a:extLst>
                    <a:ext uri="{9D8B030D-6E8A-4147-A177-3AD203B41FA5}">
                      <a16:colId xmlns:a16="http://schemas.microsoft.com/office/drawing/2014/main" val="2580091449"/>
                    </a:ext>
                  </a:extLst>
                </a:gridCol>
                <a:gridCol w="1320800">
                  <a:extLst>
                    <a:ext uri="{9D8B030D-6E8A-4147-A177-3AD203B41FA5}">
                      <a16:colId xmlns:a16="http://schemas.microsoft.com/office/drawing/2014/main" val="1589164730"/>
                    </a:ext>
                  </a:extLst>
                </a:gridCol>
                <a:gridCol w="1320800">
                  <a:extLst>
                    <a:ext uri="{9D8B030D-6E8A-4147-A177-3AD203B41FA5}">
                      <a16:colId xmlns:a16="http://schemas.microsoft.com/office/drawing/2014/main" val="3711312769"/>
                    </a:ext>
                  </a:extLst>
                </a:gridCol>
                <a:gridCol w="1320800">
                  <a:extLst>
                    <a:ext uri="{9D8B030D-6E8A-4147-A177-3AD203B41FA5}">
                      <a16:colId xmlns:a16="http://schemas.microsoft.com/office/drawing/2014/main" val="988856245"/>
                    </a:ext>
                  </a:extLst>
                </a:gridCol>
                <a:gridCol w="1320800">
                  <a:extLst>
                    <a:ext uri="{9D8B030D-6E8A-4147-A177-3AD203B41FA5}">
                      <a16:colId xmlns:a16="http://schemas.microsoft.com/office/drawing/2014/main" val="1122046327"/>
                    </a:ext>
                  </a:extLst>
                </a:gridCol>
              </a:tblGrid>
              <a:tr h="815482">
                <a:tc>
                  <a:txBody>
                    <a:bodyPr/>
                    <a:lstStyle/>
                    <a:p>
                      <a:pPr algn="ctr"/>
                      <a:endParaRPr lang="en-GB" sz="4400" b="0" dirty="0">
                        <a:solidFill>
                          <a:schemeClr val="tx1"/>
                        </a:solidFill>
                      </a:endParaRPr>
                    </a:p>
                  </a:txBody>
                  <a:tcPr marL="45720" marR="45720" anchor="ctr"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4000" b="0" dirty="0">
                          <a:solidFill>
                            <a:schemeClr val="tx1"/>
                          </a:solidFill>
                        </a:rPr>
                        <a:t>5</a:t>
                      </a:r>
                    </a:p>
                  </a:txBody>
                  <a:tcPr marL="45720" marR="45720" anchor="ctr"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4400" b="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 marL="45720" marR="45720" anchor="ctr"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4000" b="0" dirty="0">
                          <a:solidFill>
                            <a:schemeClr val="tx1"/>
                          </a:solidFill>
                        </a:rPr>
                        <a:t>5</a:t>
                      </a:r>
                    </a:p>
                  </a:txBody>
                  <a:tcPr marL="45720" marR="45720" anchor="ctr"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4400" b="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 marL="45720" marR="45720" anchor="ctr"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97239473"/>
                  </a:ext>
                </a:extLst>
              </a:tr>
              <a:tr h="815482">
                <a:tc>
                  <a:txBody>
                    <a:bodyPr/>
                    <a:lstStyle/>
                    <a:p>
                      <a:pPr algn="ctr"/>
                      <a:endParaRPr lang="en-GB" sz="4400" b="0" dirty="0">
                        <a:solidFill>
                          <a:schemeClr val="tx1"/>
                        </a:solidFill>
                      </a:endParaRPr>
                    </a:p>
                  </a:txBody>
                  <a:tcPr marL="45720" marR="45720" anchor="ctr"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4000" b="0" dirty="0">
                          <a:solidFill>
                            <a:schemeClr val="tx1"/>
                          </a:solidFill>
                        </a:rPr>
                        <a:t>3</a:t>
                      </a:r>
                    </a:p>
                  </a:txBody>
                  <a:tcPr marL="45720" marR="45720" anchor="ctr"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4400" b="0" dirty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 marL="45720" marR="45720" anchor="ctr"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4000" b="0" dirty="0">
                          <a:solidFill>
                            <a:schemeClr val="tx1"/>
                          </a:solidFill>
                        </a:rPr>
                        <a:t>5</a:t>
                      </a:r>
                    </a:p>
                  </a:txBody>
                  <a:tcPr marL="45720" marR="45720" anchor="ctr"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4400" b="0" dirty="0">
                          <a:solidFill>
                            <a:schemeClr val="tx1"/>
                          </a:solidFill>
                        </a:rPr>
                        <a:t>8</a:t>
                      </a:r>
                    </a:p>
                  </a:txBody>
                  <a:tcPr marL="45720" marR="45720" anchor="ctr"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39714703"/>
                  </a:ext>
                </a:extLst>
              </a:tr>
              <a:tr h="815482">
                <a:tc>
                  <a:txBody>
                    <a:bodyPr/>
                    <a:lstStyle/>
                    <a:p>
                      <a:pPr algn="ctr"/>
                      <a:endParaRPr lang="en-GB" sz="4400" b="0" dirty="0">
                        <a:solidFill>
                          <a:schemeClr val="tx1"/>
                        </a:solidFill>
                      </a:endParaRPr>
                    </a:p>
                  </a:txBody>
                  <a:tcPr marL="45720" marR="45720" anchor="ctr"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4000" b="0" dirty="0">
                          <a:solidFill>
                            <a:schemeClr val="tx1"/>
                          </a:solidFill>
                        </a:rPr>
                        <a:t>8</a:t>
                      </a:r>
                    </a:p>
                  </a:txBody>
                  <a:tcPr marL="45720" marR="45720" anchor="ctr"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4400" b="0" dirty="0">
                          <a:solidFill>
                            <a:schemeClr val="tx1"/>
                          </a:solidFill>
                        </a:rPr>
                        <a:t>3</a:t>
                      </a:r>
                    </a:p>
                  </a:txBody>
                  <a:tcPr marL="45720" marR="45720" anchor="ctr"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4000" b="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 marL="45720" marR="45720" anchor="ctr"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4400" b="0" dirty="0">
                          <a:solidFill>
                            <a:schemeClr val="tx1"/>
                          </a:solidFill>
                        </a:rPr>
                        <a:t>8</a:t>
                      </a:r>
                    </a:p>
                  </a:txBody>
                  <a:tcPr marL="45720" marR="45720" anchor="ctr"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22367911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37F36018-51E0-4C35-94F4-1482A0D9B069}"/>
              </a:ext>
            </a:extLst>
          </p:cNvPr>
          <p:cNvSpPr txBox="1"/>
          <p:nvPr/>
        </p:nvSpPr>
        <p:spPr>
          <a:xfrm rot="18800925">
            <a:off x="1532785" y="2485950"/>
            <a:ext cx="135992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800" dirty="0"/>
              <a:t>Жүздөр</a:t>
            </a:r>
            <a:endParaRPr lang="en-GB" sz="28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6E482F2-906E-4A5E-82B8-42F4C1F94F3A}"/>
              </a:ext>
            </a:extLst>
          </p:cNvPr>
          <p:cNvSpPr txBox="1"/>
          <p:nvPr/>
        </p:nvSpPr>
        <p:spPr>
          <a:xfrm rot="18800925">
            <a:off x="2483736" y="2723342"/>
            <a:ext cx="118942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2800" dirty="0"/>
              <a:t>Ондор</a:t>
            </a:r>
            <a:endParaRPr lang="en-GB" sz="280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C2D257D-7602-4149-8DB4-4A8786EB6B85}"/>
              </a:ext>
            </a:extLst>
          </p:cNvPr>
          <p:cNvSpPr txBox="1"/>
          <p:nvPr/>
        </p:nvSpPr>
        <p:spPr>
          <a:xfrm rot="18800925">
            <a:off x="4969188" y="2556290"/>
            <a:ext cx="164044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2800" dirty="0"/>
              <a:t>Ондуктар</a:t>
            </a:r>
            <a:endParaRPr lang="en-GB" sz="280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4A023BA-0973-4EF2-92CB-6FE7806C1EA2}"/>
              </a:ext>
            </a:extLst>
          </p:cNvPr>
          <p:cNvSpPr txBox="1"/>
          <p:nvPr/>
        </p:nvSpPr>
        <p:spPr>
          <a:xfrm rot="18800925">
            <a:off x="6507003" y="2310103"/>
            <a:ext cx="182800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800" dirty="0"/>
              <a:t>Жүздүктөр</a:t>
            </a:r>
            <a:endParaRPr lang="en-GB" sz="2800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4199AFA-ED21-4B09-9CA3-2E594EF577AA}"/>
              </a:ext>
            </a:extLst>
          </p:cNvPr>
          <p:cNvSpPr txBox="1"/>
          <p:nvPr/>
        </p:nvSpPr>
        <p:spPr>
          <a:xfrm rot="18800925">
            <a:off x="3536282" y="2635419"/>
            <a:ext cx="181581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2800" dirty="0"/>
              <a:t>Бирдиктер</a:t>
            </a:r>
            <a:endParaRPr lang="en-GB" sz="2800" dirty="0"/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57A3C43F-938D-43EF-8C38-02AB6B856331}"/>
              </a:ext>
            </a:extLst>
          </p:cNvPr>
          <p:cNvCxnSpPr>
            <a:cxnSpLocks/>
          </p:cNvCxnSpPr>
          <p:nvPr/>
        </p:nvCxnSpPr>
        <p:spPr>
          <a:xfrm>
            <a:off x="2329961" y="3400361"/>
            <a:ext cx="0" cy="2461908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1CFFC753-5751-46E6-B1CC-CDD23BB4F96C}"/>
              </a:ext>
            </a:extLst>
          </p:cNvPr>
          <p:cNvCxnSpPr>
            <a:cxnSpLocks/>
          </p:cNvCxnSpPr>
          <p:nvPr/>
        </p:nvCxnSpPr>
        <p:spPr>
          <a:xfrm>
            <a:off x="3651738" y="3400361"/>
            <a:ext cx="0" cy="2461908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831A7241-C2ED-4952-93FA-330A1DD58B9C}"/>
              </a:ext>
            </a:extLst>
          </p:cNvPr>
          <p:cNvCxnSpPr>
            <a:cxnSpLocks/>
          </p:cNvCxnSpPr>
          <p:nvPr/>
        </p:nvCxnSpPr>
        <p:spPr>
          <a:xfrm>
            <a:off x="4964722" y="3400361"/>
            <a:ext cx="0" cy="2461908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BCA7BA55-2F06-4570-8757-2DD6E55A2909}"/>
              </a:ext>
            </a:extLst>
          </p:cNvPr>
          <p:cNvCxnSpPr>
            <a:cxnSpLocks/>
          </p:cNvCxnSpPr>
          <p:nvPr/>
        </p:nvCxnSpPr>
        <p:spPr>
          <a:xfrm>
            <a:off x="6286499" y="3400361"/>
            <a:ext cx="0" cy="2461908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Oval 17">
            <a:extLst>
              <a:ext uri="{FF2B5EF4-FFF2-40B4-BE49-F238E27FC236}">
                <a16:creationId xmlns:a16="http://schemas.microsoft.com/office/drawing/2014/main" id="{34B3E96D-EB38-4B23-BC5B-E46D1B6CEAEC}"/>
              </a:ext>
            </a:extLst>
          </p:cNvPr>
          <p:cNvSpPr/>
          <p:nvPr/>
        </p:nvSpPr>
        <p:spPr>
          <a:xfrm>
            <a:off x="4826977" y="3667922"/>
            <a:ext cx="278589" cy="278589"/>
          </a:xfrm>
          <a:prstGeom prst="ellipse">
            <a:avLst/>
          </a:prstGeom>
          <a:solidFill>
            <a:schemeClr val="tx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C755FCA3-1A1E-4638-BA4C-4EE9784813F1}"/>
              </a:ext>
            </a:extLst>
          </p:cNvPr>
          <p:cNvSpPr/>
          <p:nvPr/>
        </p:nvSpPr>
        <p:spPr>
          <a:xfrm>
            <a:off x="4812324" y="4514915"/>
            <a:ext cx="278589" cy="278589"/>
          </a:xfrm>
          <a:prstGeom prst="ellipse">
            <a:avLst/>
          </a:prstGeom>
          <a:solidFill>
            <a:schemeClr val="tx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188A3B2C-1E5B-43E8-9F3F-7DF5DF6891D7}"/>
              </a:ext>
            </a:extLst>
          </p:cNvPr>
          <p:cNvSpPr/>
          <p:nvPr/>
        </p:nvSpPr>
        <p:spPr>
          <a:xfrm>
            <a:off x="4841632" y="5309154"/>
            <a:ext cx="278589" cy="278589"/>
          </a:xfrm>
          <a:prstGeom prst="ellipse">
            <a:avLst/>
          </a:prstGeom>
          <a:solidFill>
            <a:schemeClr val="tx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D1478A9A-BE42-4D03-A157-7F034796AF06}"/>
              </a:ext>
            </a:extLst>
          </p:cNvPr>
          <p:cNvSpPr/>
          <p:nvPr/>
        </p:nvSpPr>
        <p:spPr>
          <a:xfrm>
            <a:off x="689137" y="3999265"/>
            <a:ext cx="644728" cy="120032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sz="7200" dirty="0"/>
              <a:t>+</a:t>
            </a:r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F212B36B-4407-43FC-9D9F-AAFAC94F9E78}"/>
              </a:ext>
            </a:extLst>
          </p:cNvPr>
          <p:cNvPicPr>
            <a:picLocks noChangeAspect="1"/>
          </p:cNvPicPr>
          <p:nvPr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2774" y="483683"/>
            <a:ext cx="1295440" cy="1318095"/>
          </a:xfrm>
          <a:prstGeom prst="rect">
            <a:avLst/>
          </a:prstGeom>
        </p:spPr>
      </p:pic>
      <p:sp>
        <p:nvSpPr>
          <p:cNvPr id="24" name="Rectangle 23">
            <a:extLst>
              <a:ext uri="{FF2B5EF4-FFF2-40B4-BE49-F238E27FC236}">
                <a16:creationId xmlns:a16="http://schemas.microsoft.com/office/drawing/2014/main" id="{AD6BA25C-18FA-46DC-AA3C-34A00ABED451}"/>
              </a:ext>
            </a:extLst>
          </p:cNvPr>
          <p:cNvSpPr/>
          <p:nvPr/>
        </p:nvSpPr>
        <p:spPr>
          <a:xfrm>
            <a:off x="826477" y="5025020"/>
            <a:ext cx="6809385" cy="1035490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</p:spTree>
    <p:extLst>
      <p:ext uri="{BB962C8B-B14F-4D97-AF65-F5344CB8AC3E}">
        <p14:creationId xmlns:p14="http://schemas.microsoft.com/office/powerpoint/2010/main" val="17326446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2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0"/>
      <p:bldP spid="8" grpId="0"/>
      <p:bldP spid="9" grpId="0"/>
      <p:bldP spid="10" grpId="0"/>
      <p:bldP spid="18" grpId="0" animBg="1"/>
      <p:bldP spid="19" grpId="0" animBg="1"/>
      <p:bldP spid="20" grpId="0" animBg="1"/>
      <p:bldP spid="11" grpId="0"/>
      <p:bldP spid="24" grpId="0" animBg="1"/>
      <p:bldP spid="24" grpId="1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A3CF85F4-7888-4B6D-AE95-A55385E26567}"/>
              </a:ext>
            </a:extLst>
          </p:cNvPr>
          <p:cNvSpPr/>
          <p:nvPr/>
        </p:nvSpPr>
        <p:spPr>
          <a:xfrm>
            <a:off x="95797" y="69669"/>
            <a:ext cx="9718766" cy="6733039"/>
          </a:xfrm>
          <a:prstGeom prst="roundRect">
            <a:avLst>
              <a:gd name="adj" fmla="val 8376"/>
            </a:avLst>
          </a:prstGeom>
          <a:solidFill>
            <a:schemeClr val="accent5">
              <a:lumMod val="60000"/>
              <a:lumOff val="4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697A8A0-106E-4B23-A801-9049A03E7927}"/>
              </a:ext>
            </a:extLst>
          </p:cNvPr>
          <p:cNvSpPr txBox="1"/>
          <p:nvPr/>
        </p:nvSpPr>
        <p:spPr>
          <a:xfrm>
            <a:off x="3147389" y="84853"/>
            <a:ext cx="361124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800" dirty="0"/>
              <a:t>Амалдарды аткаргыла</a:t>
            </a:r>
            <a:endParaRPr lang="en-GB" sz="28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43216E8-761C-49FA-9740-7498430D89FC}"/>
              </a:ext>
            </a:extLst>
          </p:cNvPr>
          <p:cNvSpPr txBox="1"/>
          <p:nvPr/>
        </p:nvSpPr>
        <p:spPr>
          <a:xfrm>
            <a:off x="2376013" y="747207"/>
            <a:ext cx="5153975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6000" dirty="0"/>
              <a:t>50,33 </a:t>
            </a:r>
            <a:r>
              <a:rPr lang="en-GB" sz="6000" dirty="0">
                <a:latin typeface="Calibri" panose="020F0502020204030204" pitchFamily="34" charset="0"/>
                <a:cs typeface="Calibri" panose="020F0502020204030204" pitchFamily="34" charset="0"/>
              </a:rPr>
              <a:t>−</a:t>
            </a:r>
            <a:r>
              <a:rPr lang="en-GB" sz="6000" dirty="0"/>
              <a:t> 16,61 = </a:t>
            </a: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1F11374C-214A-4F2D-91ED-A687BE6CD27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15762700"/>
              </p:ext>
            </p:extLst>
          </p:nvPr>
        </p:nvGraphicFramePr>
        <p:xfrm>
          <a:off x="1007374" y="3415823"/>
          <a:ext cx="6604000" cy="244644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20800">
                  <a:extLst>
                    <a:ext uri="{9D8B030D-6E8A-4147-A177-3AD203B41FA5}">
                      <a16:colId xmlns:a16="http://schemas.microsoft.com/office/drawing/2014/main" val="2580091449"/>
                    </a:ext>
                  </a:extLst>
                </a:gridCol>
                <a:gridCol w="1320800">
                  <a:extLst>
                    <a:ext uri="{9D8B030D-6E8A-4147-A177-3AD203B41FA5}">
                      <a16:colId xmlns:a16="http://schemas.microsoft.com/office/drawing/2014/main" val="1589164730"/>
                    </a:ext>
                  </a:extLst>
                </a:gridCol>
                <a:gridCol w="1320800">
                  <a:extLst>
                    <a:ext uri="{9D8B030D-6E8A-4147-A177-3AD203B41FA5}">
                      <a16:colId xmlns:a16="http://schemas.microsoft.com/office/drawing/2014/main" val="3711312769"/>
                    </a:ext>
                  </a:extLst>
                </a:gridCol>
                <a:gridCol w="1320800">
                  <a:extLst>
                    <a:ext uri="{9D8B030D-6E8A-4147-A177-3AD203B41FA5}">
                      <a16:colId xmlns:a16="http://schemas.microsoft.com/office/drawing/2014/main" val="988856245"/>
                    </a:ext>
                  </a:extLst>
                </a:gridCol>
                <a:gridCol w="1320800">
                  <a:extLst>
                    <a:ext uri="{9D8B030D-6E8A-4147-A177-3AD203B41FA5}">
                      <a16:colId xmlns:a16="http://schemas.microsoft.com/office/drawing/2014/main" val="1122046327"/>
                    </a:ext>
                  </a:extLst>
                </a:gridCol>
              </a:tblGrid>
              <a:tr h="815482">
                <a:tc>
                  <a:txBody>
                    <a:bodyPr/>
                    <a:lstStyle/>
                    <a:p>
                      <a:pPr algn="ctr"/>
                      <a:endParaRPr lang="en-GB" sz="4400" b="0" dirty="0">
                        <a:solidFill>
                          <a:schemeClr val="tx1"/>
                        </a:solidFill>
                      </a:endParaRPr>
                    </a:p>
                  </a:txBody>
                  <a:tcPr marL="45720" marR="45720" anchor="ctr"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4000" b="0" dirty="0">
                          <a:solidFill>
                            <a:schemeClr val="tx1"/>
                          </a:solidFill>
                        </a:rPr>
                        <a:t>5</a:t>
                      </a:r>
                    </a:p>
                  </a:txBody>
                  <a:tcPr marL="45720" marR="45720" anchor="ctr"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4400" b="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 marL="45720" marR="45720" anchor="ctr"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4000" b="0" dirty="0">
                          <a:solidFill>
                            <a:schemeClr val="tx1"/>
                          </a:solidFill>
                        </a:rPr>
                        <a:t>3</a:t>
                      </a:r>
                    </a:p>
                  </a:txBody>
                  <a:tcPr marL="45720" marR="45720" anchor="ctr"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4400" b="0" dirty="0">
                          <a:solidFill>
                            <a:schemeClr val="tx1"/>
                          </a:solidFill>
                        </a:rPr>
                        <a:t>3</a:t>
                      </a:r>
                    </a:p>
                  </a:txBody>
                  <a:tcPr marL="45720" marR="45720" anchor="ctr"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97239473"/>
                  </a:ext>
                </a:extLst>
              </a:tr>
              <a:tr h="815482">
                <a:tc>
                  <a:txBody>
                    <a:bodyPr/>
                    <a:lstStyle/>
                    <a:p>
                      <a:pPr algn="ctr"/>
                      <a:endParaRPr lang="en-GB" sz="4400" b="0" dirty="0">
                        <a:solidFill>
                          <a:schemeClr val="tx1"/>
                        </a:solidFill>
                      </a:endParaRPr>
                    </a:p>
                  </a:txBody>
                  <a:tcPr marL="45720" marR="45720" anchor="ctr"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4000" b="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marL="45720" marR="45720" anchor="ctr"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4400" b="0" dirty="0">
                          <a:solidFill>
                            <a:schemeClr val="tx1"/>
                          </a:solidFill>
                        </a:rPr>
                        <a:t>6</a:t>
                      </a:r>
                    </a:p>
                  </a:txBody>
                  <a:tcPr marL="45720" marR="45720" anchor="ctr"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4000" b="0" dirty="0">
                          <a:solidFill>
                            <a:schemeClr val="tx1"/>
                          </a:solidFill>
                        </a:rPr>
                        <a:t>6</a:t>
                      </a:r>
                    </a:p>
                  </a:txBody>
                  <a:tcPr marL="45720" marR="45720" anchor="ctr"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4400" b="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marL="45720" marR="45720" anchor="ctr"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39714703"/>
                  </a:ext>
                </a:extLst>
              </a:tr>
              <a:tr h="815482">
                <a:tc>
                  <a:txBody>
                    <a:bodyPr/>
                    <a:lstStyle/>
                    <a:p>
                      <a:pPr algn="ctr"/>
                      <a:endParaRPr lang="en-GB" sz="4400" b="0" dirty="0">
                        <a:solidFill>
                          <a:schemeClr val="tx1"/>
                        </a:solidFill>
                      </a:endParaRPr>
                    </a:p>
                  </a:txBody>
                  <a:tcPr marL="45720" marR="45720" anchor="ctr"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4000" b="0" dirty="0">
                          <a:solidFill>
                            <a:schemeClr val="tx1"/>
                          </a:solidFill>
                        </a:rPr>
                        <a:t>3</a:t>
                      </a:r>
                    </a:p>
                  </a:txBody>
                  <a:tcPr marL="45720" marR="45720" anchor="ctr"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4400" b="0" dirty="0">
                          <a:solidFill>
                            <a:schemeClr val="tx1"/>
                          </a:solidFill>
                        </a:rPr>
                        <a:t>3</a:t>
                      </a:r>
                    </a:p>
                  </a:txBody>
                  <a:tcPr marL="45720" marR="45720" anchor="ctr"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4000" b="0" dirty="0">
                          <a:solidFill>
                            <a:schemeClr val="tx1"/>
                          </a:solidFill>
                        </a:rPr>
                        <a:t>7</a:t>
                      </a:r>
                    </a:p>
                  </a:txBody>
                  <a:tcPr marL="45720" marR="45720" anchor="ctr"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4400" b="0" dirty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 marL="45720" marR="45720" anchor="ctr"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22367911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37F36018-51E0-4C35-94F4-1482A0D9B069}"/>
              </a:ext>
            </a:extLst>
          </p:cNvPr>
          <p:cNvSpPr txBox="1"/>
          <p:nvPr/>
        </p:nvSpPr>
        <p:spPr>
          <a:xfrm rot="18800925">
            <a:off x="1532785" y="2485950"/>
            <a:ext cx="135992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800" dirty="0"/>
              <a:t>Жүздөр</a:t>
            </a:r>
            <a:endParaRPr lang="en-GB" sz="28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6E482F2-906E-4A5E-82B8-42F4C1F94F3A}"/>
              </a:ext>
            </a:extLst>
          </p:cNvPr>
          <p:cNvSpPr txBox="1"/>
          <p:nvPr/>
        </p:nvSpPr>
        <p:spPr>
          <a:xfrm rot="18800925">
            <a:off x="2483736" y="2723342"/>
            <a:ext cx="118942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2800" dirty="0"/>
              <a:t>Ондор</a:t>
            </a:r>
            <a:endParaRPr lang="en-GB" sz="280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C2D257D-7602-4149-8DB4-4A8786EB6B85}"/>
              </a:ext>
            </a:extLst>
          </p:cNvPr>
          <p:cNvSpPr txBox="1"/>
          <p:nvPr/>
        </p:nvSpPr>
        <p:spPr>
          <a:xfrm rot="18800925">
            <a:off x="4969188" y="2556290"/>
            <a:ext cx="164044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2800" dirty="0"/>
              <a:t>Ондуктар</a:t>
            </a:r>
            <a:endParaRPr lang="en-GB" sz="280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4A023BA-0973-4EF2-92CB-6FE7806C1EA2}"/>
              </a:ext>
            </a:extLst>
          </p:cNvPr>
          <p:cNvSpPr txBox="1"/>
          <p:nvPr/>
        </p:nvSpPr>
        <p:spPr>
          <a:xfrm rot="18800925">
            <a:off x="6507003" y="2310103"/>
            <a:ext cx="182800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800" dirty="0"/>
              <a:t>Жүздүктөр</a:t>
            </a:r>
            <a:endParaRPr lang="en-GB" sz="2800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4199AFA-ED21-4B09-9CA3-2E594EF577AA}"/>
              </a:ext>
            </a:extLst>
          </p:cNvPr>
          <p:cNvSpPr txBox="1"/>
          <p:nvPr/>
        </p:nvSpPr>
        <p:spPr>
          <a:xfrm rot="18800925">
            <a:off x="3536282" y="2635419"/>
            <a:ext cx="181581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2800" dirty="0"/>
              <a:t>Бирдиктер</a:t>
            </a:r>
            <a:endParaRPr lang="en-GB" sz="2800" dirty="0"/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57A3C43F-938D-43EF-8C38-02AB6B856331}"/>
              </a:ext>
            </a:extLst>
          </p:cNvPr>
          <p:cNvCxnSpPr>
            <a:cxnSpLocks/>
          </p:cNvCxnSpPr>
          <p:nvPr/>
        </p:nvCxnSpPr>
        <p:spPr>
          <a:xfrm>
            <a:off x="2329961" y="3400361"/>
            <a:ext cx="0" cy="2461908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1CFFC753-5751-46E6-B1CC-CDD23BB4F96C}"/>
              </a:ext>
            </a:extLst>
          </p:cNvPr>
          <p:cNvCxnSpPr>
            <a:cxnSpLocks/>
          </p:cNvCxnSpPr>
          <p:nvPr/>
        </p:nvCxnSpPr>
        <p:spPr>
          <a:xfrm>
            <a:off x="3651738" y="3400361"/>
            <a:ext cx="0" cy="2461908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831A7241-C2ED-4952-93FA-330A1DD58B9C}"/>
              </a:ext>
            </a:extLst>
          </p:cNvPr>
          <p:cNvCxnSpPr>
            <a:cxnSpLocks/>
          </p:cNvCxnSpPr>
          <p:nvPr/>
        </p:nvCxnSpPr>
        <p:spPr>
          <a:xfrm>
            <a:off x="4964722" y="3400361"/>
            <a:ext cx="0" cy="2461908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BCA7BA55-2F06-4570-8757-2DD6E55A2909}"/>
              </a:ext>
            </a:extLst>
          </p:cNvPr>
          <p:cNvCxnSpPr>
            <a:cxnSpLocks/>
          </p:cNvCxnSpPr>
          <p:nvPr/>
        </p:nvCxnSpPr>
        <p:spPr>
          <a:xfrm>
            <a:off x="6286499" y="3400361"/>
            <a:ext cx="0" cy="2461908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Oval 17">
            <a:extLst>
              <a:ext uri="{FF2B5EF4-FFF2-40B4-BE49-F238E27FC236}">
                <a16:creationId xmlns:a16="http://schemas.microsoft.com/office/drawing/2014/main" id="{34B3E96D-EB38-4B23-BC5B-E46D1B6CEAEC}"/>
              </a:ext>
            </a:extLst>
          </p:cNvPr>
          <p:cNvSpPr/>
          <p:nvPr/>
        </p:nvSpPr>
        <p:spPr>
          <a:xfrm>
            <a:off x="4826977" y="3667922"/>
            <a:ext cx="278589" cy="278589"/>
          </a:xfrm>
          <a:prstGeom prst="ellipse">
            <a:avLst/>
          </a:prstGeom>
          <a:solidFill>
            <a:schemeClr val="tx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C755FCA3-1A1E-4638-BA4C-4EE9784813F1}"/>
              </a:ext>
            </a:extLst>
          </p:cNvPr>
          <p:cNvSpPr/>
          <p:nvPr/>
        </p:nvSpPr>
        <p:spPr>
          <a:xfrm>
            <a:off x="4812324" y="4514915"/>
            <a:ext cx="278589" cy="278589"/>
          </a:xfrm>
          <a:prstGeom prst="ellipse">
            <a:avLst/>
          </a:prstGeom>
          <a:solidFill>
            <a:schemeClr val="tx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188A3B2C-1E5B-43E8-9F3F-7DF5DF6891D7}"/>
              </a:ext>
            </a:extLst>
          </p:cNvPr>
          <p:cNvSpPr/>
          <p:nvPr/>
        </p:nvSpPr>
        <p:spPr>
          <a:xfrm>
            <a:off x="4841632" y="5309154"/>
            <a:ext cx="278589" cy="278589"/>
          </a:xfrm>
          <a:prstGeom prst="ellipse">
            <a:avLst/>
          </a:prstGeom>
          <a:solidFill>
            <a:schemeClr val="tx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D1478A9A-BE42-4D03-A157-7F034796AF06}"/>
              </a:ext>
            </a:extLst>
          </p:cNvPr>
          <p:cNvSpPr/>
          <p:nvPr/>
        </p:nvSpPr>
        <p:spPr>
          <a:xfrm>
            <a:off x="689137" y="3999265"/>
            <a:ext cx="644728" cy="120032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sz="7200" dirty="0">
                <a:latin typeface="Calibri" panose="020F0502020204030204" pitchFamily="34" charset="0"/>
                <a:cs typeface="Calibri" panose="020F0502020204030204" pitchFamily="34" charset="0"/>
              </a:rPr>
              <a:t>−</a:t>
            </a:r>
            <a:endParaRPr lang="en-GB" sz="7200" dirty="0"/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D3F0E055-C521-4DFB-9C86-476A25CBCF28}"/>
              </a:ext>
            </a:extLst>
          </p:cNvPr>
          <p:cNvPicPr>
            <a:picLocks noChangeAspect="1"/>
          </p:cNvPicPr>
          <p:nvPr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0904" y="410468"/>
            <a:ext cx="1816209" cy="1516819"/>
          </a:xfrm>
          <a:prstGeom prst="rect">
            <a:avLst/>
          </a:prstGeom>
        </p:spPr>
      </p:pic>
      <p:sp>
        <p:nvSpPr>
          <p:cNvPr id="24" name="Rectangle 23">
            <a:extLst>
              <a:ext uri="{FF2B5EF4-FFF2-40B4-BE49-F238E27FC236}">
                <a16:creationId xmlns:a16="http://schemas.microsoft.com/office/drawing/2014/main" id="{E6F9B224-A54E-41A7-9CB5-91AF9B802348}"/>
              </a:ext>
            </a:extLst>
          </p:cNvPr>
          <p:cNvSpPr/>
          <p:nvPr/>
        </p:nvSpPr>
        <p:spPr>
          <a:xfrm>
            <a:off x="826477" y="5025020"/>
            <a:ext cx="6809385" cy="1035490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</p:spTree>
    <p:extLst>
      <p:ext uri="{BB962C8B-B14F-4D97-AF65-F5344CB8AC3E}">
        <p14:creationId xmlns:p14="http://schemas.microsoft.com/office/powerpoint/2010/main" val="3664373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2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0"/>
      <p:bldP spid="8" grpId="0"/>
      <p:bldP spid="9" grpId="0"/>
      <p:bldP spid="10" grpId="0"/>
      <p:bldP spid="18" grpId="0" animBg="1"/>
      <p:bldP spid="19" grpId="0" animBg="1"/>
      <p:bldP spid="20" grpId="0" animBg="1"/>
      <p:bldP spid="11" grpId="0"/>
      <p:bldP spid="24" grpId="0" animBg="1"/>
      <p:bldP spid="24" grpId="1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4BDAE60C-210D-49DC-8F3B-7ABACAEDD711}"/>
              </a:ext>
            </a:extLst>
          </p:cNvPr>
          <p:cNvSpPr/>
          <p:nvPr/>
        </p:nvSpPr>
        <p:spPr>
          <a:xfrm>
            <a:off x="95797" y="69669"/>
            <a:ext cx="9718766" cy="6733039"/>
          </a:xfrm>
          <a:prstGeom prst="roundRect">
            <a:avLst>
              <a:gd name="adj" fmla="val 8376"/>
            </a:avLst>
          </a:prstGeom>
          <a:solidFill>
            <a:schemeClr val="accent2">
              <a:lumMod val="60000"/>
              <a:lumOff val="4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697A8A0-106E-4B23-A801-9049A03E7927}"/>
              </a:ext>
            </a:extLst>
          </p:cNvPr>
          <p:cNvSpPr txBox="1"/>
          <p:nvPr/>
        </p:nvSpPr>
        <p:spPr>
          <a:xfrm>
            <a:off x="3147389" y="84853"/>
            <a:ext cx="361124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800" dirty="0"/>
              <a:t>Амалдарды аткаргыла</a:t>
            </a:r>
            <a:endParaRPr lang="en-GB" sz="28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43216E8-761C-49FA-9740-7498430D89FC}"/>
              </a:ext>
            </a:extLst>
          </p:cNvPr>
          <p:cNvSpPr txBox="1"/>
          <p:nvPr/>
        </p:nvSpPr>
        <p:spPr>
          <a:xfrm>
            <a:off x="2765542" y="747207"/>
            <a:ext cx="4374916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6000" dirty="0"/>
              <a:t>3,07 + 2,36 = </a:t>
            </a: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1F11374C-214A-4F2D-91ED-A687BE6CD27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9192421"/>
              </p:ext>
            </p:extLst>
          </p:nvPr>
        </p:nvGraphicFramePr>
        <p:xfrm>
          <a:off x="1007374" y="3415823"/>
          <a:ext cx="6604000" cy="244644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20800">
                  <a:extLst>
                    <a:ext uri="{9D8B030D-6E8A-4147-A177-3AD203B41FA5}">
                      <a16:colId xmlns:a16="http://schemas.microsoft.com/office/drawing/2014/main" val="2580091449"/>
                    </a:ext>
                  </a:extLst>
                </a:gridCol>
                <a:gridCol w="1320800">
                  <a:extLst>
                    <a:ext uri="{9D8B030D-6E8A-4147-A177-3AD203B41FA5}">
                      <a16:colId xmlns:a16="http://schemas.microsoft.com/office/drawing/2014/main" val="1589164730"/>
                    </a:ext>
                  </a:extLst>
                </a:gridCol>
                <a:gridCol w="1320800">
                  <a:extLst>
                    <a:ext uri="{9D8B030D-6E8A-4147-A177-3AD203B41FA5}">
                      <a16:colId xmlns:a16="http://schemas.microsoft.com/office/drawing/2014/main" val="3711312769"/>
                    </a:ext>
                  </a:extLst>
                </a:gridCol>
                <a:gridCol w="1320800">
                  <a:extLst>
                    <a:ext uri="{9D8B030D-6E8A-4147-A177-3AD203B41FA5}">
                      <a16:colId xmlns:a16="http://schemas.microsoft.com/office/drawing/2014/main" val="988856245"/>
                    </a:ext>
                  </a:extLst>
                </a:gridCol>
                <a:gridCol w="1320800">
                  <a:extLst>
                    <a:ext uri="{9D8B030D-6E8A-4147-A177-3AD203B41FA5}">
                      <a16:colId xmlns:a16="http://schemas.microsoft.com/office/drawing/2014/main" val="1122046327"/>
                    </a:ext>
                  </a:extLst>
                </a:gridCol>
              </a:tblGrid>
              <a:tr h="815482">
                <a:tc>
                  <a:txBody>
                    <a:bodyPr/>
                    <a:lstStyle/>
                    <a:p>
                      <a:pPr algn="ctr"/>
                      <a:endParaRPr lang="en-GB" sz="4400" b="0" dirty="0">
                        <a:solidFill>
                          <a:schemeClr val="tx1"/>
                        </a:solidFill>
                      </a:endParaRPr>
                    </a:p>
                  </a:txBody>
                  <a:tcPr marL="45720" marR="45720" anchor="ctr"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GB" sz="4000" b="0" dirty="0">
                        <a:solidFill>
                          <a:schemeClr val="tx1"/>
                        </a:solidFill>
                      </a:endParaRPr>
                    </a:p>
                  </a:txBody>
                  <a:tcPr marL="45720" marR="45720" anchor="ctr"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4400" b="0" dirty="0">
                          <a:solidFill>
                            <a:schemeClr val="tx1"/>
                          </a:solidFill>
                        </a:rPr>
                        <a:t>3</a:t>
                      </a:r>
                    </a:p>
                  </a:txBody>
                  <a:tcPr marL="45720" marR="45720" anchor="ctr"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4000" b="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 marL="45720" marR="45720" anchor="ctr"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4400" b="0" dirty="0">
                          <a:solidFill>
                            <a:schemeClr val="tx1"/>
                          </a:solidFill>
                        </a:rPr>
                        <a:t>7</a:t>
                      </a:r>
                    </a:p>
                  </a:txBody>
                  <a:tcPr marL="45720" marR="45720" anchor="ctr"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97239473"/>
                  </a:ext>
                </a:extLst>
              </a:tr>
              <a:tr h="815482">
                <a:tc>
                  <a:txBody>
                    <a:bodyPr/>
                    <a:lstStyle/>
                    <a:p>
                      <a:pPr algn="ctr"/>
                      <a:endParaRPr lang="en-GB" sz="4400" b="0" dirty="0">
                        <a:solidFill>
                          <a:schemeClr val="tx1"/>
                        </a:solidFill>
                      </a:endParaRPr>
                    </a:p>
                  </a:txBody>
                  <a:tcPr marL="45720" marR="45720" anchor="ctr"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GB" sz="4000" b="0" dirty="0">
                        <a:solidFill>
                          <a:schemeClr val="tx1"/>
                        </a:solidFill>
                      </a:endParaRPr>
                    </a:p>
                  </a:txBody>
                  <a:tcPr marL="45720" marR="45720" anchor="ctr"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4400" b="0" dirty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 marL="45720" marR="45720" anchor="ctr"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4000" b="0" dirty="0">
                          <a:solidFill>
                            <a:schemeClr val="tx1"/>
                          </a:solidFill>
                        </a:rPr>
                        <a:t>3</a:t>
                      </a:r>
                    </a:p>
                  </a:txBody>
                  <a:tcPr marL="45720" marR="45720" anchor="ctr"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4400" b="0" dirty="0">
                          <a:solidFill>
                            <a:schemeClr val="tx1"/>
                          </a:solidFill>
                        </a:rPr>
                        <a:t>6</a:t>
                      </a:r>
                    </a:p>
                  </a:txBody>
                  <a:tcPr marL="45720" marR="45720" anchor="ctr"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39714703"/>
                  </a:ext>
                </a:extLst>
              </a:tr>
              <a:tr h="815482">
                <a:tc>
                  <a:txBody>
                    <a:bodyPr/>
                    <a:lstStyle/>
                    <a:p>
                      <a:pPr algn="ctr"/>
                      <a:endParaRPr lang="en-GB" sz="4400" b="0" dirty="0">
                        <a:solidFill>
                          <a:schemeClr val="tx1"/>
                        </a:solidFill>
                      </a:endParaRPr>
                    </a:p>
                  </a:txBody>
                  <a:tcPr marL="45720" marR="45720" anchor="ctr"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GB" sz="4000" b="0" dirty="0">
                        <a:solidFill>
                          <a:schemeClr val="tx1"/>
                        </a:solidFill>
                      </a:endParaRPr>
                    </a:p>
                  </a:txBody>
                  <a:tcPr marL="45720" marR="45720" anchor="ctr"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4400" b="0" dirty="0">
                          <a:solidFill>
                            <a:schemeClr val="tx1"/>
                          </a:solidFill>
                        </a:rPr>
                        <a:t>5</a:t>
                      </a:r>
                    </a:p>
                  </a:txBody>
                  <a:tcPr marL="45720" marR="45720" anchor="ctr"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4000" b="0" dirty="0">
                          <a:solidFill>
                            <a:schemeClr val="tx1"/>
                          </a:solidFill>
                        </a:rPr>
                        <a:t>4</a:t>
                      </a:r>
                    </a:p>
                  </a:txBody>
                  <a:tcPr marL="45720" marR="45720" anchor="ctr"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4400" b="0" dirty="0">
                          <a:solidFill>
                            <a:schemeClr val="tx1"/>
                          </a:solidFill>
                        </a:rPr>
                        <a:t>3</a:t>
                      </a:r>
                    </a:p>
                  </a:txBody>
                  <a:tcPr marL="45720" marR="45720" anchor="ctr"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22367911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37F36018-51E0-4C35-94F4-1482A0D9B069}"/>
              </a:ext>
            </a:extLst>
          </p:cNvPr>
          <p:cNvSpPr txBox="1"/>
          <p:nvPr/>
        </p:nvSpPr>
        <p:spPr>
          <a:xfrm rot="18800925">
            <a:off x="1532784" y="2485950"/>
            <a:ext cx="135992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800" dirty="0"/>
              <a:t>Жүздөр</a:t>
            </a:r>
            <a:endParaRPr lang="en-GB" sz="28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6E482F2-906E-4A5E-82B8-42F4C1F94F3A}"/>
              </a:ext>
            </a:extLst>
          </p:cNvPr>
          <p:cNvSpPr txBox="1"/>
          <p:nvPr/>
        </p:nvSpPr>
        <p:spPr>
          <a:xfrm rot="18800925">
            <a:off x="2483736" y="2723342"/>
            <a:ext cx="118942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2800" dirty="0"/>
              <a:t>Ондор</a:t>
            </a:r>
            <a:endParaRPr lang="en-GB" sz="280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C2D257D-7602-4149-8DB4-4A8786EB6B85}"/>
              </a:ext>
            </a:extLst>
          </p:cNvPr>
          <p:cNvSpPr txBox="1"/>
          <p:nvPr/>
        </p:nvSpPr>
        <p:spPr>
          <a:xfrm rot="18800925">
            <a:off x="4969188" y="2556290"/>
            <a:ext cx="164044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2800" dirty="0"/>
              <a:t>Ондуктар</a:t>
            </a:r>
            <a:endParaRPr lang="en-GB" sz="280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4A023BA-0973-4EF2-92CB-6FE7806C1EA2}"/>
              </a:ext>
            </a:extLst>
          </p:cNvPr>
          <p:cNvSpPr txBox="1"/>
          <p:nvPr/>
        </p:nvSpPr>
        <p:spPr>
          <a:xfrm rot="18800925">
            <a:off x="6507003" y="2310103"/>
            <a:ext cx="182800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800"/>
              <a:t>Жүздүктөр</a:t>
            </a:r>
            <a:endParaRPr lang="en-GB" sz="2800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4199AFA-ED21-4B09-9CA3-2E594EF577AA}"/>
              </a:ext>
            </a:extLst>
          </p:cNvPr>
          <p:cNvSpPr txBox="1"/>
          <p:nvPr/>
        </p:nvSpPr>
        <p:spPr>
          <a:xfrm rot="18800925">
            <a:off x="3536282" y="2635419"/>
            <a:ext cx="181581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2800" dirty="0"/>
              <a:t>Бирдиктер</a:t>
            </a:r>
            <a:endParaRPr lang="en-GB" sz="2800" dirty="0"/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57A3C43F-938D-43EF-8C38-02AB6B856331}"/>
              </a:ext>
            </a:extLst>
          </p:cNvPr>
          <p:cNvCxnSpPr>
            <a:cxnSpLocks/>
          </p:cNvCxnSpPr>
          <p:nvPr/>
        </p:nvCxnSpPr>
        <p:spPr>
          <a:xfrm>
            <a:off x="2329961" y="3400361"/>
            <a:ext cx="0" cy="2461908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1CFFC753-5751-46E6-B1CC-CDD23BB4F96C}"/>
              </a:ext>
            </a:extLst>
          </p:cNvPr>
          <p:cNvCxnSpPr>
            <a:cxnSpLocks/>
          </p:cNvCxnSpPr>
          <p:nvPr/>
        </p:nvCxnSpPr>
        <p:spPr>
          <a:xfrm>
            <a:off x="3651738" y="3400361"/>
            <a:ext cx="0" cy="2461908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831A7241-C2ED-4952-93FA-330A1DD58B9C}"/>
              </a:ext>
            </a:extLst>
          </p:cNvPr>
          <p:cNvCxnSpPr>
            <a:cxnSpLocks/>
          </p:cNvCxnSpPr>
          <p:nvPr/>
        </p:nvCxnSpPr>
        <p:spPr>
          <a:xfrm>
            <a:off x="4964722" y="3400361"/>
            <a:ext cx="0" cy="2461908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BCA7BA55-2F06-4570-8757-2DD6E55A2909}"/>
              </a:ext>
            </a:extLst>
          </p:cNvPr>
          <p:cNvCxnSpPr>
            <a:cxnSpLocks/>
          </p:cNvCxnSpPr>
          <p:nvPr/>
        </p:nvCxnSpPr>
        <p:spPr>
          <a:xfrm>
            <a:off x="6286499" y="3400361"/>
            <a:ext cx="0" cy="2461908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Oval 17">
            <a:extLst>
              <a:ext uri="{FF2B5EF4-FFF2-40B4-BE49-F238E27FC236}">
                <a16:creationId xmlns:a16="http://schemas.microsoft.com/office/drawing/2014/main" id="{34B3E96D-EB38-4B23-BC5B-E46D1B6CEAEC}"/>
              </a:ext>
            </a:extLst>
          </p:cNvPr>
          <p:cNvSpPr/>
          <p:nvPr/>
        </p:nvSpPr>
        <p:spPr>
          <a:xfrm>
            <a:off x="4826977" y="3667922"/>
            <a:ext cx="278589" cy="278589"/>
          </a:xfrm>
          <a:prstGeom prst="ellipse">
            <a:avLst/>
          </a:prstGeom>
          <a:solidFill>
            <a:schemeClr val="tx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C755FCA3-1A1E-4638-BA4C-4EE9784813F1}"/>
              </a:ext>
            </a:extLst>
          </p:cNvPr>
          <p:cNvSpPr/>
          <p:nvPr/>
        </p:nvSpPr>
        <p:spPr>
          <a:xfrm>
            <a:off x="4812324" y="4514915"/>
            <a:ext cx="278589" cy="278589"/>
          </a:xfrm>
          <a:prstGeom prst="ellipse">
            <a:avLst/>
          </a:prstGeom>
          <a:solidFill>
            <a:schemeClr val="tx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188A3B2C-1E5B-43E8-9F3F-7DF5DF6891D7}"/>
              </a:ext>
            </a:extLst>
          </p:cNvPr>
          <p:cNvSpPr/>
          <p:nvPr/>
        </p:nvSpPr>
        <p:spPr>
          <a:xfrm>
            <a:off x="4841632" y="5309154"/>
            <a:ext cx="278589" cy="278589"/>
          </a:xfrm>
          <a:prstGeom prst="ellipse">
            <a:avLst/>
          </a:prstGeom>
          <a:solidFill>
            <a:schemeClr val="tx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D1478A9A-BE42-4D03-A157-7F034796AF06}"/>
              </a:ext>
            </a:extLst>
          </p:cNvPr>
          <p:cNvSpPr/>
          <p:nvPr/>
        </p:nvSpPr>
        <p:spPr>
          <a:xfrm>
            <a:off x="689137" y="3999265"/>
            <a:ext cx="644728" cy="120032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sz="7200" dirty="0"/>
              <a:t>+</a:t>
            </a:r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79EC408C-9D2A-46E5-8475-86012F5FD43A}"/>
              </a:ext>
            </a:extLst>
          </p:cNvPr>
          <p:cNvPicPr>
            <a:picLocks noChangeAspect="1"/>
          </p:cNvPicPr>
          <p:nvPr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3605" y="470067"/>
            <a:ext cx="1184614" cy="1355056"/>
          </a:xfrm>
          <a:prstGeom prst="rect">
            <a:avLst/>
          </a:prstGeom>
        </p:spPr>
      </p:pic>
      <p:sp>
        <p:nvSpPr>
          <p:cNvPr id="24" name="Rectangle 23">
            <a:extLst>
              <a:ext uri="{FF2B5EF4-FFF2-40B4-BE49-F238E27FC236}">
                <a16:creationId xmlns:a16="http://schemas.microsoft.com/office/drawing/2014/main" id="{362CCA02-2D3D-40C2-8A37-EAACD8193A2A}"/>
              </a:ext>
            </a:extLst>
          </p:cNvPr>
          <p:cNvSpPr/>
          <p:nvPr/>
        </p:nvSpPr>
        <p:spPr>
          <a:xfrm>
            <a:off x="826477" y="5025020"/>
            <a:ext cx="6809385" cy="1035490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</p:spTree>
    <p:extLst>
      <p:ext uri="{BB962C8B-B14F-4D97-AF65-F5344CB8AC3E}">
        <p14:creationId xmlns:p14="http://schemas.microsoft.com/office/powerpoint/2010/main" val="25864069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2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0"/>
      <p:bldP spid="8" grpId="0"/>
      <p:bldP spid="9" grpId="0"/>
      <p:bldP spid="10" grpId="0"/>
      <p:bldP spid="18" grpId="0" animBg="1"/>
      <p:bldP spid="19" grpId="0" animBg="1"/>
      <p:bldP spid="20" grpId="0" animBg="1"/>
      <p:bldP spid="11" grpId="0"/>
      <p:bldP spid="24" grpId="0" animBg="1"/>
      <p:bldP spid="24" grpId="1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063607DA-DB73-4526-AC89-AD3E0052FDC8}"/>
              </a:ext>
            </a:extLst>
          </p:cNvPr>
          <p:cNvSpPr/>
          <p:nvPr/>
        </p:nvSpPr>
        <p:spPr>
          <a:xfrm>
            <a:off x="95797" y="69669"/>
            <a:ext cx="9718766" cy="6733039"/>
          </a:xfrm>
          <a:prstGeom prst="roundRect">
            <a:avLst>
              <a:gd name="adj" fmla="val 8376"/>
            </a:avLst>
          </a:prstGeom>
          <a:solidFill>
            <a:schemeClr val="accent4">
              <a:lumMod val="60000"/>
              <a:lumOff val="4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697A8A0-106E-4B23-A801-9049A03E7927}"/>
              </a:ext>
            </a:extLst>
          </p:cNvPr>
          <p:cNvSpPr txBox="1"/>
          <p:nvPr/>
        </p:nvSpPr>
        <p:spPr>
          <a:xfrm>
            <a:off x="3147389" y="84853"/>
            <a:ext cx="361124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800" dirty="0"/>
              <a:t>Амалдарды аткаргыла</a:t>
            </a:r>
            <a:endParaRPr lang="en-GB" sz="28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43216E8-761C-49FA-9740-7498430D89FC}"/>
              </a:ext>
            </a:extLst>
          </p:cNvPr>
          <p:cNvSpPr txBox="1"/>
          <p:nvPr/>
        </p:nvSpPr>
        <p:spPr>
          <a:xfrm>
            <a:off x="2376013" y="747207"/>
            <a:ext cx="5153975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6000" dirty="0"/>
              <a:t>100,12 + 15,8 = </a:t>
            </a: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1F11374C-214A-4F2D-91ED-A687BE6CD27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28585102"/>
              </p:ext>
            </p:extLst>
          </p:nvPr>
        </p:nvGraphicFramePr>
        <p:xfrm>
          <a:off x="1007374" y="3415823"/>
          <a:ext cx="6604000" cy="244644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20800">
                  <a:extLst>
                    <a:ext uri="{9D8B030D-6E8A-4147-A177-3AD203B41FA5}">
                      <a16:colId xmlns:a16="http://schemas.microsoft.com/office/drawing/2014/main" val="2580091449"/>
                    </a:ext>
                  </a:extLst>
                </a:gridCol>
                <a:gridCol w="1320800">
                  <a:extLst>
                    <a:ext uri="{9D8B030D-6E8A-4147-A177-3AD203B41FA5}">
                      <a16:colId xmlns:a16="http://schemas.microsoft.com/office/drawing/2014/main" val="1589164730"/>
                    </a:ext>
                  </a:extLst>
                </a:gridCol>
                <a:gridCol w="1320800">
                  <a:extLst>
                    <a:ext uri="{9D8B030D-6E8A-4147-A177-3AD203B41FA5}">
                      <a16:colId xmlns:a16="http://schemas.microsoft.com/office/drawing/2014/main" val="3711312769"/>
                    </a:ext>
                  </a:extLst>
                </a:gridCol>
                <a:gridCol w="1320800">
                  <a:extLst>
                    <a:ext uri="{9D8B030D-6E8A-4147-A177-3AD203B41FA5}">
                      <a16:colId xmlns:a16="http://schemas.microsoft.com/office/drawing/2014/main" val="988856245"/>
                    </a:ext>
                  </a:extLst>
                </a:gridCol>
                <a:gridCol w="1320800">
                  <a:extLst>
                    <a:ext uri="{9D8B030D-6E8A-4147-A177-3AD203B41FA5}">
                      <a16:colId xmlns:a16="http://schemas.microsoft.com/office/drawing/2014/main" val="1122046327"/>
                    </a:ext>
                  </a:extLst>
                </a:gridCol>
              </a:tblGrid>
              <a:tr h="815482">
                <a:tc>
                  <a:txBody>
                    <a:bodyPr/>
                    <a:lstStyle/>
                    <a:p>
                      <a:pPr algn="ctr"/>
                      <a:r>
                        <a:rPr lang="en-GB" sz="4400" b="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marL="45720" marR="45720" anchor="ctr"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4000" b="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 marL="45720" marR="45720" anchor="ctr"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4400" b="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 marL="45720" marR="45720" anchor="ctr"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4000" b="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marL="45720" marR="45720" anchor="ctr"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4400" b="0" dirty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 marL="45720" marR="45720" anchor="ctr"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97239473"/>
                  </a:ext>
                </a:extLst>
              </a:tr>
              <a:tr h="815482">
                <a:tc>
                  <a:txBody>
                    <a:bodyPr/>
                    <a:lstStyle/>
                    <a:p>
                      <a:pPr algn="ctr"/>
                      <a:r>
                        <a:rPr lang="en-GB" sz="4400" b="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 marL="45720" marR="45720" anchor="ctr"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4000" b="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marL="45720" marR="45720" anchor="ctr"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4400" b="0" dirty="0">
                          <a:solidFill>
                            <a:schemeClr val="tx1"/>
                          </a:solidFill>
                        </a:rPr>
                        <a:t>5</a:t>
                      </a:r>
                    </a:p>
                  </a:txBody>
                  <a:tcPr marL="45720" marR="45720" anchor="ctr"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4000" b="0" dirty="0">
                          <a:solidFill>
                            <a:schemeClr val="tx1"/>
                          </a:solidFill>
                        </a:rPr>
                        <a:t>8</a:t>
                      </a:r>
                    </a:p>
                  </a:txBody>
                  <a:tcPr marL="45720" marR="45720" anchor="ctr"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4400" b="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 marL="45720" marR="45720" anchor="ctr"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39714703"/>
                  </a:ext>
                </a:extLst>
              </a:tr>
              <a:tr h="815482">
                <a:tc>
                  <a:txBody>
                    <a:bodyPr/>
                    <a:lstStyle/>
                    <a:p>
                      <a:pPr algn="ctr"/>
                      <a:r>
                        <a:rPr lang="en-GB" sz="4400" b="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marL="45720" marR="45720" anchor="ctr"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4000" b="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marL="45720" marR="45720" anchor="ctr"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4400" b="0" dirty="0">
                          <a:solidFill>
                            <a:schemeClr val="tx1"/>
                          </a:solidFill>
                        </a:rPr>
                        <a:t>5</a:t>
                      </a:r>
                    </a:p>
                  </a:txBody>
                  <a:tcPr marL="45720" marR="45720" anchor="ctr"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4000" b="0" dirty="0">
                          <a:solidFill>
                            <a:schemeClr val="tx1"/>
                          </a:solidFill>
                        </a:rPr>
                        <a:t>9</a:t>
                      </a:r>
                    </a:p>
                  </a:txBody>
                  <a:tcPr marL="45720" marR="45720" anchor="ctr"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4400" b="0" dirty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 marL="45720" marR="45720" anchor="ctr"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22367911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37F36018-51E0-4C35-94F4-1482A0D9B069}"/>
              </a:ext>
            </a:extLst>
          </p:cNvPr>
          <p:cNvSpPr txBox="1"/>
          <p:nvPr/>
        </p:nvSpPr>
        <p:spPr>
          <a:xfrm rot="18800925">
            <a:off x="1532785" y="2485950"/>
            <a:ext cx="135992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800" dirty="0"/>
              <a:t>Жүздөр</a:t>
            </a:r>
            <a:endParaRPr lang="en-GB" sz="28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6E482F2-906E-4A5E-82B8-42F4C1F94F3A}"/>
              </a:ext>
            </a:extLst>
          </p:cNvPr>
          <p:cNvSpPr txBox="1"/>
          <p:nvPr/>
        </p:nvSpPr>
        <p:spPr>
          <a:xfrm rot="18800925">
            <a:off x="2483736" y="2723342"/>
            <a:ext cx="118942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2800" dirty="0"/>
              <a:t>Ондор</a:t>
            </a:r>
            <a:endParaRPr lang="en-GB" sz="280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C2D257D-7602-4149-8DB4-4A8786EB6B85}"/>
              </a:ext>
            </a:extLst>
          </p:cNvPr>
          <p:cNvSpPr txBox="1"/>
          <p:nvPr/>
        </p:nvSpPr>
        <p:spPr>
          <a:xfrm rot="18800925">
            <a:off x="4969188" y="2556290"/>
            <a:ext cx="164044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2800" dirty="0"/>
              <a:t>Ондуктар</a:t>
            </a:r>
            <a:endParaRPr lang="en-GB" sz="280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4A023BA-0973-4EF2-92CB-6FE7806C1EA2}"/>
              </a:ext>
            </a:extLst>
          </p:cNvPr>
          <p:cNvSpPr txBox="1"/>
          <p:nvPr/>
        </p:nvSpPr>
        <p:spPr>
          <a:xfrm rot="18800925">
            <a:off x="6507003" y="2310103"/>
            <a:ext cx="182800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800" dirty="0"/>
              <a:t>Жүздүктөр</a:t>
            </a:r>
            <a:endParaRPr lang="en-GB" sz="2800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4199AFA-ED21-4B09-9CA3-2E594EF577AA}"/>
              </a:ext>
            </a:extLst>
          </p:cNvPr>
          <p:cNvSpPr txBox="1"/>
          <p:nvPr/>
        </p:nvSpPr>
        <p:spPr>
          <a:xfrm rot="18800925">
            <a:off x="3536282" y="2635419"/>
            <a:ext cx="181581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2800"/>
              <a:t>Бирдиктер</a:t>
            </a:r>
            <a:endParaRPr lang="en-GB" sz="2800" dirty="0"/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57A3C43F-938D-43EF-8C38-02AB6B856331}"/>
              </a:ext>
            </a:extLst>
          </p:cNvPr>
          <p:cNvCxnSpPr>
            <a:cxnSpLocks/>
          </p:cNvCxnSpPr>
          <p:nvPr/>
        </p:nvCxnSpPr>
        <p:spPr>
          <a:xfrm>
            <a:off x="2329961" y="3400361"/>
            <a:ext cx="0" cy="2461908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1CFFC753-5751-46E6-B1CC-CDD23BB4F96C}"/>
              </a:ext>
            </a:extLst>
          </p:cNvPr>
          <p:cNvCxnSpPr>
            <a:cxnSpLocks/>
          </p:cNvCxnSpPr>
          <p:nvPr/>
        </p:nvCxnSpPr>
        <p:spPr>
          <a:xfrm>
            <a:off x="3651738" y="3400361"/>
            <a:ext cx="0" cy="2461908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831A7241-C2ED-4952-93FA-330A1DD58B9C}"/>
              </a:ext>
            </a:extLst>
          </p:cNvPr>
          <p:cNvCxnSpPr>
            <a:cxnSpLocks/>
          </p:cNvCxnSpPr>
          <p:nvPr/>
        </p:nvCxnSpPr>
        <p:spPr>
          <a:xfrm>
            <a:off x="4964722" y="3400361"/>
            <a:ext cx="0" cy="2461908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BCA7BA55-2F06-4570-8757-2DD6E55A2909}"/>
              </a:ext>
            </a:extLst>
          </p:cNvPr>
          <p:cNvCxnSpPr>
            <a:cxnSpLocks/>
          </p:cNvCxnSpPr>
          <p:nvPr/>
        </p:nvCxnSpPr>
        <p:spPr>
          <a:xfrm>
            <a:off x="6286499" y="3400361"/>
            <a:ext cx="0" cy="2461908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Oval 17">
            <a:extLst>
              <a:ext uri="{FF2B5EF4-FFF2-40B4-BE49-F238E27FC236}">
                <a16:creationId xmlns:a16="http://schemas.microsoft.com/office/drawing/2014/main" id="{34B3E96D-EB38-4B23-BC5B-E46D1B6CEAEC}"/>
              </a:ext>
            </a:extLst>
          </p:cNvPr>
          <p:cNvSpPr/>
          <p:nvPr/>
        </p:nvSpPr>
        <p:spPr>
          <a:xfrm>
            <a:off x="4826977" y="3667922"/>
            <a:ext cx="278589" cy="278589"/>
          </a:xfrm>
          <a:prstGeom prst="ellipse">
            <a:avLst/>
          </a:prstGeom>
          <a:solidFill>
            <a:schemeClr val="tx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C755FCA3-1A1E-4638-BA4C-4EE9784813F1}"/>
              </a:ext>
            </a:extLst>
          </p:cNvPr>
          <p:cNvSpPr/>
          <p:nvPr/>
        </p:nvSpPr>
        <p:spPr>
          <a:xfrm>
            <a:off x="4812324" y="4514915"/>
            <a:ext cx="278589" cy="278589"/>
          </a:xfrm>
          <a:prstGeom prst="ellipse">
            <a:avLst/>
          </a:prstGeom>
          <a:solidFill>
            <a:schemeClr val="tx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188A3B2C-1E5B-43E8-9F3F-7DF5DF6891D7}"/>
              </a:ext>
            </a:extLst>
          </p:cNvPr>
          <p:cNvSpPr/>
          <p:nvPr/>
        </p:nvSpPr>
        <p:spPr>
          <a:xfrm>
            <a:off x="4841632" y="5309154"/>
            <a:ext cx="278589" cy="278589"/>
          </a:xfrm>
          <a:prstGeom prst="ellipse">
            <a:avLst/>
          </a:prstGeom>
          <a:solidFill>
            <a:schemeClr val="tx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D1478A9A-BE42-4D03-A157-7F034796AF06}"/>
              </a:ext>
            </a:extLst>
          </p:cNvPr>
          <p:cNvSpPr/>
          <p:nvPr/>
        </p:nvSpPr>
        <p:spPr>
          <a:xfrm>
            <a:off x="689137" y="3999265"/>
            <a:ext cx="644728" cy="120032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sz="7200" dirty="0"/>
              <a:t>+</a:t>
            </a:r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6746F257-4332-4F80-8668-D58357C66370}"/>
              </a:ext>
            </a:extLst>
          </p:cNvPr>
          <p:cNvPicPr>
            <a:picLocks noChangeAspect="1"/>
          </p:cNvPicPr>
          <p:nvPr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0112" y="488946"/>
            <a:ext cx="1139816" cy="1303811"/>
          </a:xfrm>
          <a:prstGeom prst="rect">
            <a:avLst/>
          </a:prstGeom>
        </p:spPr>
      </p:pic>
      <p:sp>
        <p:nvSpPr>
          <p:cNvPr id="23" name="Rectangle 22">
            <a:extLst>
              <a:ext uri="{FF2B5EF4-FFF2-40B4-BE49-F238E27FC236}">
                <a16:creationId xmlns:a16="http://schemas.microsoft.com/office/drawing/2014/main" id="{A92DB20A-67AB-4ED1-9DBB-A647783507EF}"/>
              </a:ext>
            </a:extLst>
          </p:cNvPr>
          <p:cNvSpPr/>
          <p:nvPr/>
        </p:nvSpPr>
        <p:spPr>
          <a:xfrm>
            <a:off x="826477" y="5025020"/>
            <a:ext cx="6809385" cy="1035490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</p:spTree>
    <p:extLst>
      <p:ext uri="{BB962C8B-B14F-4D97-AF65-F5344CB8AC3E}">
        <p14:creationId xmlns:p14="http://schemas.microsoft.com/office/powerpoint/2010/main" val="34646035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2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0"/>
      <p:bldP spid="8" grpId="0"/>
      <p:bldP spid="9" grpId="0"/>
      <p:bldP spid="10" grpId="0"/>
      <p:bldP spid="18" grpId="0" animBg="1"/>
      <p:bldP spid="19" grpId="0" animBg="1"/>
      <p:bldP spid="20" grpId="0" animBg="1"/>
      <p:bldP spid="11" grpId="0"/>
      <p:bldP spid="23" grpId="0" animBg="1"/>
      <p:bldP spid="23" grpId="1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364F2F99-3ACF-42A9-BDDC-163F6DC8FCA7}"/>
              </a:ext>
            </a:extLst>
          </p:cNvPr>
          <p:cNvSpPr/>
          <p:nvPr/>
        </p:nvSpPr>
        <p:spPr>
          <a:xfrm>
            <a:off x="95797" y="69669"/>
            <a:ext cx="9718766" cy="6733039"/>
          </a:xfrm>
          <a:prstGeom prst="roundRect">
            <a:avLst>
              <a:gd name="adj" fmla="val 8376"/>
            </a:avLst>
          </a:prstGeom>
          <a:solidFill>
            <a:schemeClr val="accent6">
              <a:lumMod val="60000"/>
              <a:lumOff val="4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697A8A0-106E-4B23-A801-9049A03E7927}"/>
              </a:ext>
            </a:extLst>
          </p:cNvPr>
          <p:cNvSpPr txBox="1"/>
          <p:nvPr/>
        </p:nvSpPr>
        <p:spPr>
          <a:xfrm>
            <a:off x="3147389" y="84853"/>
            <a:ext cx="361124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800" dirty="0"/>
              <a:t>Амалдарды аткаргыла</a:t>
            </a:r>
            <a:endParaRPr lang="en-GB" sz="28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43216E8-761C-49FA-9740-7498430D89FC}"/>
              </a:ext>
            </a:extLst>
          </p:cNvPr>
          <p:cNvSpPr txBox="1"/>
          <p:nvPr/>
        </p:nvSpPr>
        <p:spPr>
          <a:xfrm>
            <a:off x="2376014" y="747207"/>
            <a:ext cx="5153975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6000" dirty="0"/>
              <a:t>113,07 </a:t>
            </a:r>
            <a:r>
              <a:rPr lang="en-GB" sz="6000" dirty="0">
                <a:latin typeface="Calibri" panose="020F0502020204030204" pitchFamily="34" charset="0"/>
                <a:cs typeface="Calibri" panose="020F0502020204030204" pitchFamily="34" charset="0"/>
              </a:rPr>
              <a:t>−</a:t>
            </a:r>
            <a:r>
              <a:rPr lang="en-GB" sz="6000" dirty="0"/>
              <a:t> 42,7 = </a:t>
            </a: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1F11374C-214A-4F2D-91ED-A687BE6CD27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38329438"/>
              </p:ext>
            </p:extLst>
          </p:nvPr>
        </p:nvGraphicFramePr>
        <p:xfrm>
          <a:off x="1007374" y="3415823"/>
          <a:ext cx="6604000" cy="244644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20800">
                  <a:extLst>
                    <a:ext uri="{9D8B030D-6E8A-4147-A177-3AD203B41FA5}">
                      <a16:colId xmlns:a16="http://schemas.microsoft.com/office/drawing/2014/main" val="2580091449"/>
                    </a:ext>
                  </a:extLst>
                </a:gridCol>
                <a:gridCol w="1320800">
                  <a:extLst>
                    <a:ext uri="{9D8B030D-6E8A-4147-A177-3AD203B41FA5}">
                      <a16:colId xmlns:a16="http://schemas.microsoft.com/office/drawing/2014/main" val="1589164730"/>
                    </a:ext>
                  </a:extLst>
                </a:gridCol>
                <a:gridCol w="1320800">
                  <a:extLst>
                    <a:ext uri="{9D8B030D-6E8A-4147-A177-3AD203B41FA5}">
                      <a16:colId xmlns:a16="http://schemas.microsoft.com/office/drawing/2014/main" val="3711312769"/>
                    </a:ext>
                  </a:extLst>
                </a:gridCol>
                <a:gridCol w="1320800">
                  <a:extLst>
                    <a:ext uri="{9D8B030D-6E8A-4147-A177-3AD203B41FA5}">
                      <a16:colId xmlns:a16="http://schemas.microsoft.com/office/drawing/2014/main" val="988856245"/>
                    </a:ext>
                  </a:extLst>
                </a:gridCol>
                <a:gridCol w="1320800">
                  <a:extLst>
                    <a:ext uri="{9D8B030D-6E8A-4147-A177-3AD203B41FA5}">
                      <a16:colId xmlns:a16="http://schemas.microsoft.com/office/drawing/2014/main" val="1122046327"/>
                    </a:ext>
                  </a:extLst>
                </a:gridCol>
              </a:tblGrid>
              <a:tr h="815482">
                <a:tc>
                  <a:txBody>
                    <a:bodyPr/>
                    <a:lstStyle/>
                    <a:p>
                      <a:pPr algn="ctr"/>
                      <a:r>
                        <a:rPr lang="en-GB" sz="4400" b="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marL="45720" marR="45720" anchor="ctr"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4000" b="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marL="45720" marR="45720" anchor="ctr"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4400" b="0" dirty="0">
                          <a:solidFill>
                            <a:schemeClr val="tx1"/>
                          </a:solidFill>
                        </a:rPr>
                        <a:t>3</a:t>
                      </a:r>
                    </a:p>
                  </a:txBody>
                  <a:tcPr marL="45720" marR="45720" anchor="ctr"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4000" b="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 marL="45720" marR="45720" anchor="ctr"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4400" b="0" dirty="0">
                          <a:solidFill>
                            <a:schemeClr val="tx1"/>
                          </a:solidFill>
                        </a:rPr>
                        <a:t>7</a:t>
                      </a:r>
                    </a:p>
                  </a:txBody>
                  <a:tcPr marL="45720" marR="45720" anchor="ctr"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97239473"/>
                  </a:ext>
                </a:extLst>
              </a:tr>
              <a:tr h="815482">
                <a:tc>
                  <a:txBody>
                    <a:bodyPr/>
                    <a:lstStyle/>
                    <a:p>
                      <a:pPr algn="ctr"/>
                      <a:r>
                        <a:rPr lang="en-GB" sz="4400" b="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 marL="45720" marR="45720" anchor="ctr"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4000" b="0" dirty="0">
                          <a:solidFill>
                            <a:schemeClr val="tx1"/>
                          </a:solidFill>
                        </a:rPr>
                        <a:t>4</a:t>
                      </a:r>
                    </a:p>
                  </a:txBody>
                  <a:tcPr marL="45720" marR="45720" anchor="ctr"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4400" b="0" dirty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 marL="45720" marR="45720" anchor="ctr"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4000" b="0" dirty="0">
                          <a:solidFill>
                            <a:schemeClr val="tx1"/>
                          </a:solidFill>
                        </a:rPr>
                        <a:t>7</a:t>
                      </a:r>
                    </a:p>
                  </a:txBody>
                  <a:tcPr marL="45720" marR="45720" anchor="ctr"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4400" b="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 marL="45720" marR="45720" anchor="ctr"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39714703"/>
                  </a:ext>
                </a:extLst>
              </a:tr>
              <a:tr h="815482">
                <a:tc>
                  <a:txBody>
                    <a:bodyPr/>
                    <a:lstStyle/>
                    <a:p>
                      <a:pPr algn="ctr"/>
                      <a:r>
                        <a:rPr lang="en-GB" sz="4400" b="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 marL="45720" marR="45720" anchor="ctr"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4000" b="0" dirty="0">
                          <a:solidFill>
                            <a:schemeClr val="tx1"/>
                          </a:solidFill>
                        </a:rPr>
                        <a:t>7</a:t>
                      </a:r>
                    </a:p>
                  </a:txBody>
                  <a:tcPr marL="45720" marR="45720" anchor="ctr"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4400" b="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 marL="45720" marR="45720" anchor="ctr"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4000" b="0" dirty="0">
                          <a:solidFill>
                            <a:schemeClr val="tx1"/>
                          </a:solidFill>
                        </a:rPr>
                        <a:t>3</a:t>
                      </a:r>
                    </a:p>
                  </a:txBody>
                  <a:tcPr marL="45720" marR="45720" anchor="ctr"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4400" b="0" dirty="0">
                          <a:solidFill>
                            <a:schemeClr val="tx1"/>
                          </a:solidFill>
                        </a:rPr>
                        <a:t>7</a:t>
                      </a:r>
                    </a:p>
                  </a:txBody>
                  <a:tcPr marL="45720" marR="45720" anchor="ctr"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22367911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37F36018-51E0-4C35-94F4-1482A0D9B069}"/>
              </a:ext>
            </a:extLst>
          </p:cNvPr>
          <p:cNvSpPr txBox="1"/>
          <p:nvPr/>
        </p:nvSpPr>
        <p:spPr>
          <a:xfrm rot="18800925">
            <a:off x="1532785" y="2485950"/>
            <a:ext cx="135992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800" dirty="0"/>
              <a:t>Жүздөр</a:t>
            </a:r>
            <a:endParaRPr lang="en-GB" sz="28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6E482F2-906E-4A5E-82B8-42F4C1F94F3A}"/>
              </a:ext>
            </a:extLst>
          </p:cNvPr>
          <p:cNvSpPr txBox="1"/>
          <p:nvPr/>
        </p:nvSpPr>
        <p:spPr>
          <a:xfrm rot="18800925">
            <a:off x="2483736" y="2723342"/>
            <a:ext cx="118942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2800" dirty="0"/>
              <a:t>Ондор</a:t>
            </a:r>
            <a:endParaRPr lang="en-GB" sz="280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C2D257D-7602-4149-8DB4-4A8786EB6B85}"/>
              </a:ext>
            </a:extLst>
          </p:cNvPr>
          <p:cNvSpPr txBox="1"/>
          <p:nvPr/>
        </p:nvSpPr>
        <p:spPr>
          <a:xfrm rot="18800925">
            <a:off x="4969188" y="2556290"/>
            <a:ext cx="164044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2800" dirty="0"/>
              <a:t>Ондуктар</a:t>
            </a:r>
            <a:endParaRPr lang="en-GB" sz="280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4A023BA-0973-4EF2-92CB-6FE7806C1EA2}"/>
              </a:ext>
            </a:extLst>
          </p:cNvPr>
          <p:cNvSpPr txBox="1"/>
          <p:nvPr/>
        </p:nvSpPr>
        <p:spPr>
          <a:xfrm rot="18800925">
            <a:off x="6507003" y="2310103"/>
            <a:ext cx="182800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800" dirty="0"/>
              <a:t>Жүздүктөр</a:t>
            </a:r>
            <a:endParaRPr lang="en-GB" sz="2800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4199AFA-ED21-4B09-9CA3-2E594EF577AA}"/>
              </a:ext>
            </a:extLst>
          </p:cNvPr>
          <p:cNvSpPr txBox="1"/>
          <p:nvPr/>
        </p:nvSpPr>
        <p:spPr>
          <a:xfrm rot="18800925">
            <a:off x="3536282" y="2635419"/>
            <a:ext cx="181581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2800" dirty="0"/>
              <a:t>Бирдиктер</a:t>
            </a:r>
            <a:endParaRPr lang="en-GB" sz="2800" dirty="0"/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57A3C43F-938D-43EF-8C38-02AB6B856331}"/>
              </a:ext>
            </a:extLst>
          </p:cNvPr>
          <p:cNvCxnSpPr>
            <a:cxnSpLocks/>
          </p:cNvCxnSpPr>
          <p:nvPr/>
        </p:nvCxnSpPr>
        <p:spPr>
          <a:xfrm>
            <a:off x="2329961" y="3400361"/>
            <a:ext cx="0" cy="2461908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1CFFC753-5751-46E6-B1CC-CDD23BB4F96C}"/>
              </a:ext>
            </a:extLst>
          </p:cNvPr>
          <p:cNvCxnSpPr>
            <a:cxnSpLocks/>
          </p:cNvCxnSpPr>
          <p:nvPr/>
        </p:nvCxnSpPr>
        <p:spPr>
          <a:xfrm>
            <a:off x="3651738" y="3400361"/>
            <a:ext cx="0" cy="2461908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831A7241-C2ED-4952-93FA-330A1DD58B9C}"/>
              </a:ext>
            </a:extLst>
          </p:cNvPr>
          <p:cNvCxnSpPr>
            <a:cxnSpLocks/>
          </p:cNvCxnSpPr>
          <p:nvPr/>
        </p:nvCxnSpPr>
        <p:spPr>
          <a:xfrm>
            <a:off x="4964722" y="3400361"/>
            <a:ext cx="0" cy="2461908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BCA7BA55-2F06-4570-8757-2DD6E55A2909}"/>
              </a:ext>
            </a:extLst>
          </p:cNvPr>
          <p:cNvCxnSpPr>
            <a:cxnSpLocks/>
          </p:cNvCxnSpPr>
          <p:nvPr/>
        </p:nvCxnSpPr>
        <p:spPr>
          <a:xfrm>
            <a:off x="6286499" y="3400361"/>
            <a:ext cx="0" cy="2461908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Oval 17">
            <a:extLst>
              <a:ext uri="{FF2B5EF4-FFF2-40B4-BE49-F238E27FC236}">
                <a16:creationId xmlns:a16="http://schemas.microsoft.com/office/drawing/2014/main" id="{34B3E96D-EB38-4B23-BC5B-E46D1B6CEAEC}"/>
              </a:ext>
            </a:extLst>
          </p:cNvPr>
          <p:cNvSpPr/>
          <p:nvPr/>
        </p:nvSpPr>
        <p:spPr>
          <a:xfrm>
            <a:off x="4826977" y="3667922"/>
            <a:ext cx="278589" cy="278589"/>
          </a:xfrm>
          <a:prstGeom prst="ellipse">
            <a:avLst/>
          </a:prstGeom>
          <a:solidFill>
            <a:schemeClr val="tx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C755FCA3-1A1E-4638-BA4C-4EE9784813F1}"/>
              </a:ext>
            </a:extLst>
          </p:cNvPr>
          <p:cNvSpPr/>
          <p:nvPr/>
        </p:nvSpPr>
        <p:spPr>
          <a:xfrm>
            <a:off x="4812324" y="4514915"/>
            <a:ext cx="278589" cy="278589"/>
          </a:xfrm>
          <a:prstGeom prst="ellipse">
            <a:avLst/>
          </a:prstGeom>
          <a:solidFill>
            <a:schemeClr val="tx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188A3B2C-1E5B-43E8-9F3F-7DF5DF6891D7}"/>
              </a:ext>
            </a:extLst>
          </p:cNvPr>
          <p:cNvSpPr/>
          <p:nvPr/>
        </p:nvSpPr>
        <p:spPr>
          <a:xfrm>
            <a:off x="4841632" y="5309154"/>
            <a:ext cx="278589" cy="278589"/>
          </a:xfrm>
          <a:prstGeom prst="ellipse">
            <a:avLst/>
          </a:prstGeom>
          <a:solidFill>
            <a:schemeClr val="tx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D1478A9A-BE42-4D03-A157-7F034796AF06}"/>
              </a:ext>
            </a:extLst>
          </p:cNvPr>
          <p:cNvSpPr/>
          <p:nvPr/>
        </p:nvSpPr>
        <p:spPr>
          <a:xfrm>
            <a:off x="689137" y="3999265"/>
            <a:ext cx="644728" cy="120032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sz="7200" dirty="0">
                <a:latin typeface="Calibri" panose="020F0502020204030204" pitchFamily="34" charset="0"/>
                <a:cs typeface="Calibri" panose="020F0502020204030204" pitchFamily="34" charset="0"/>
              </a:rPr>
              <a:t>−</a:t>
            </a:r>
            <a:endParaRPr lang="en-GB" sz="7200" dirty="0"/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0F0FF620-9961-418D-A734-19FBAE12B726}"/>
              </a:ext>
            </a:extLst>
          </p:cNvPr>
          <p:cNvPicPr>
            <a:picLocks noChangeAspect="1"/>
          </p:cNvPicPr>
          <p:nvPr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5186" y="491558"/>
            <a:ext cx="1614592" cy="1296721"/>
          </a:xfrm>
          <a:prstGeom prst="rect">
            <a:avLst/>
          </a:prstGeom>
        </p:spPr>
      </p:pic>
      <p:sp>
        <p:nvSpPr>
          <p:cNvPr id="23" name="Rectangle 22">
            <a:extLst>
              <a:ext uri="{FF2B5EF4-FFF2-40B4-BE49-F238E27FC236}">
                <a16:creationId xmlns:a16="http://schemas.microsoft.com/office/drawing/2014/main" id="{09ECD496-2B25-4560-A553-771C5BDE2EC8}"/>
              </a:ext>
            </a:extLst>
          </p:cNvPr>
          <p:cNvSpPr/>
          <p:nvPr/>
        </p:nvSpPr>
        <p:spPr>
          <a:xfrm>
            <a:off x="767796" y="4953329"/>
            <a:ext cx="6809385" cy="1035490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</p:spTree>
    <p:extLst>
      <p:ext uri="{BB962C8B-B14F-4D97-AF65-F5344CB8AC3E}">
        <p14:creationId xmlns:p14="http://schemas.microsoft.com/office/powerpoint/2010/main" val="33598111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2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0"/>
      <p:bldP spid="8" grpId="0"/>
      <p:bldP spid="9" grpId="0"/>
      <p:bldP spid="10" grpId="0"/>
      <p:bldP spid="18" grpId="0" animBg="1"/>
      <p:bldP spid="19" grpId="0" animBg="1"/>
      <p:bldP spid="20" grpId="0" animBg="1"/>
      <p:bldP spid="11" grpId="0"/>
      <p:bldP spid="23" grpId="0" animBg="1"/>
      <p:bldP spid="23" grpId="1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04B816C4-39FD-4D68-81F4-991F139251A3}"/>
              </a:ext>
            </a:extLst>
          </p:cNvPr>
          <p:cNvSpPr/>
          <p:nvPr/>
        </p:nvSpPr>
        <p:spPr>
          <a:xfrm>
            <a:off x="95797" y="69669"/>
            <a:ext cx="9718766" cy="6733039"/>
          </a:xfrm>
          <a:prstGeom prst="roundRect">
            <a:avLst>
              <a:gd name="adj" fmla="val 8376"/>
            </a:avLst>
          </a:prstGeom>
          <a:solidFill>
            <a:schemeClr val="accent5">
              <a:lumMod val="60000"/>
              <a:lumOff val="4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697A8A0-106E-4B23-A801-9049A03E7927}"/>
              </a:ext>
            </a:extLst>
          </p:cNvPr>
          <p:cNvSpPr txBox="1"/>
          <p:nvPr/>
        </p:nvSpPr>
        <p:spPr>
          <a:xfrm>
            <a:off x="3147389" y="84853"/>
            <a:ext cx="361124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800" dirty="0"/>
              <a:t>Амалдарды аткаргыла</a:t>
            </a:r>
            <a:endParaRPr lang="en-GB" sz="28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43216E8-761C-49FA-9740-7498430D89FC}"/>
              </a:ext>
            </a:extLst>
          </p:cNvPr>
          <p:cNvSpPr txBox="1"/>
          <p:nvPr/>
        </p:nvSpPr>
        <p:spPr>
          <a:xfrm>
            <a:off x="2376013" y="747207"/>
            <a:ext cx="5153975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6000" dirty="0"/>
              <a:t>48,8 + 260,82 = </a:t>
            </a: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1F11374C-214A-4F2D-91ED-A687BE6CD27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87747076"/>
              </p:ext>
            </p:extLst>
          </p:nvPr>
        </p:nvGraphicFramePr>
        <p:xfrm>
          <a:off x="1007374" y="3415823"/>
          <a:ext cx="6604000" cy="244644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20800">
                  <a:extLst>
                    <a:ext uri="{9D8B030D-6E8A-4147-A177-3AD203B41FA5}">
                      <a16:colId xmlns:a16="http://schemas.microsoft.com/office/drawing/2014/main" val="2580091449"/>
                    </a:ext>
                  </a:extLst>
                </a:gridCol>
                <a:gridCol w="1320800">
                  <a:extLst>
                    <a:ext uri="{9D8B030D-6E8A-4147-A177-3AD203B41FA5}">
                      <a16:colId xmlns:a16="http://schemas.microsoft.com/office/drawing/2014/main" val="1589164730"/>
                    </a:ext>
                  </a:extLst>
                </a:gridCol>
                <a:gridCol w="1320800">
                  <a:extLst>
                    <a:ext uri="{9D8B030D-6E8A-4147-A177-3AD203B41FA5}">
                      <a16:colId xmlns:a16="http://schemas.microsoft.com/office/drawing/2014/main" val="3711312769"/>
                    </a:ext>
                  </a:extLst>
                </a:gridCol>
                <a:gridCol w="1320800">
                  <a:extLst>
                    <a:ext uri="{9D8B030D-6E8A-4147-A177-3AD203B41FA5}">
                      <a16:colId xmlns:a16="http://schemas.microsoft.com/office/drawing/2014/main" val="988856245"/>
                    </a:ext>
                  </a:extLst>
                </a:gridCol>
                <a:gridCol w="1320800">
                  <a:extLst>
                    <a:ext uri="{9D8B030D-6E8A-4147-A177-3AD203B41FA5}">
                      <a16:colId xmlns:a16="http://schemas.microsoft.com/office/drawing/2014/main" val="1122046327"/>
                    </a:ext>
                  </a:extLst>
                </a:gridCol>
              </a:tblGrid>
              <a:tr h="815482">
                <a:tc>
                  <a:txBody>
                    <a:bodyPr/>
                    <a:lstStyle/>
                    <a:p>
                      <a:pPr algn="ctr"/>
                      <a:r>
                        <a:rPr lang="en-GB" sz="4400" b="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 marL="45720" marR="45720" anchor="ctr"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4000" b="0" dirty="0">
                          <a:solidFill>
                            <a:schemeClr val="tx1"/>
                          </a:solidFill>
                        </a:rPr>
                        <a:t>4</a:t>
                      </a:r>
                    </a:p>
                  </a:txBody>
                  <a:tcPr marL="45720" marR="45720" anchor="ctr"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4400" b="0" dirty="0">
                          <a:solidFill>
                            <a:schemeClr val="tx1"/>
                          </a:solidFill>
                        </a:rPr>
                        <a:t>8</a:t>
                      </a:r>
                    </a:p>
                  </a:txBody>
                  <a:tcPr marL="45720" marR="45720" anchor="ctr"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4000" b="0" dirty="0">
                          <a:solidFill>
                            <a:schemeClr val="tx1"/>
                          </a:solidFill>
                        </a:rPr>
                        <a:t>8</a:t>
                      </a:r>
                    </a:p>
                  </a:txBody>
                  <a:tcPr marL="45720" marR="45720" anchor="ctr"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4400" b="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 marL="45720" marR="45720" anchor="ctr"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97239473"/>
                  </a:ext>
                </a:extLst>
              </a:tr>
              <a:tr h="815482">
                <a:tc>
                  <a:txBody>
                    <a:bodyPr/>
                    <a:lstStyle/>
                    <a:p>
                      <a:pPr algn="ctr"/>
                      <a:r>
                        <a:rPr lang="en-GB" sz="4400" b="0" dirty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 marL="45720" marR="45720" anchor="ctr"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4000" b="0" dirty="0">
                          <a:solidFill>
                            <a:schemeClr val="tx1"/>
                          </a:solidFill>
                        </a:rPr>
                        <a:t>6</a:t>
                      </a:r>
                    </a:p>
                  </a:txBody>
                  <a:tcPr marL="45720" marR="45720" anchor="ctr"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4400" b="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 marL="45720" marR="45720" anchor="ctr"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4000" b="0" dirty="0">
                          <a:solidFill>
                            <a:schemeClr val="tx1"/>
                          </a:solidFill>
                        </a:rPr>
                        <a:t>8</a:t>
                      </a:r>
                    </a:p>
                  </a:txBody>
                  <a:tcPr marL="45720" marR="45720" anchor="ctr"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4400" b="0" dirty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 marL="45720" marR="45720" anchor="ctr"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39714703"/>
                  </a:ext>
                </a:extLst>
              </a:tr>
              <a:tr h="815482">
                <a:tc>
                  <a:txBody>
                    <a:bodyPr/>
                    <a:lstStyle/>
                    <a:p>
                      <a:pPr algn="ctr"/>
                      <a:r>
                        <a:rPr lang="en-GB" sz="4400" b="0" dirty="0">
                          <a:solidFill>
                            <a:schemeClr val="tx1"/>
                          </a:solidFill>
                        </a:rPr>
                        <a:t>3</a:t>
                      </a:r>
                    </a:p>
                  </a:txBody>
                  <a:tcPr marL="45720" marR="45720" anchor="ctr"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4000" b="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 marL="45720" marR="45720" anchor="ctr"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4400" b="0" dirty="0">
                          <a:solidFill>
                            <a:schemeClr val="tx1"/>
                          </a:solidFill>
                        </a:rPr>
                        <a:t>9</a:t>
                      </a:r>
                    </a:p>
                  </a:txBody>
                  <a:tcPr marL="45720" marR="45720" anchor="ctr"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4000" b="0" dirty="0">
                          <a:solidFill>
                            <a:schemeClr val="tx1"/>
                          </a:solidFill>
                        </a:rPr>
                        <a:t>6</a:t>
                      </a:r>
                    </a:p>
                  </a:txBody>
                  <a:tcPr marL="45720" marR="45720" anchor="ctr"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4400" b="0" dirty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 marL="45720" marR="45720" anchor="ctr"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22367911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37F36018-51E0-4C35-94F4-1482A0D9B069}"/>
              </a:ext>
            </a:extLst>
          </p:cNvPr>
          <p:cNvSpPr txBox="1"/>
          <p:nvPr/>
        </p:nvSpPr>
        <p:spPr>
          <a:xfrm rot="18800925">
            <a:off x="1532785" y="2485950"/>
            <a:ext cx="135992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800" dirty="0"/>
              <a:t>Жүздөр</a:t>
            </a:r>
            <a:endParaRPr lang="en-GB" sz="28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6E482F2-906E-4A5E-82B8-42F4C1F94F3A}"/>
              </a:ext>
            </a:extLst>
          </p:cNvPr>
          <p:cNvSpPr txBox="1"/>
          <p:nvPr/>
        </p:nvSpPr>
        <p:spPr>
          <a:xfrm rot="18800925">
            <a:off x="2483736" y="2723342"/>
            <a:ext cx="118942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2800" dirty="0"/>
              <a:t>Ондор</a:t>
            </a:r>
            <a:endParaRPr lang="en-GB" sz="280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C2D257D-7602-4149-8DB4-4A8786EB6B85}"/>
              </a:ext>
            </a:extLst>
          </p:cNvPr>
          <p:cNvSpPr txBox="1"/>
          <p:nvPr/>
        </p:nvSpPr>
        <p:spPr>
          <a:xfrm rot="18800925">
            <a:off x="4969188" y="2556290"/>
            <a:ext cx="164044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2800" dirty="0"/>
              <a:t>Ондуктар</a:t>
            </a:r>
            <a:endParaRPr lang="en-GB" sz="280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4A023BA-0973-4EF2-92CB-6FE7806C1EA2}"/>
              </a:ext>
            </a:extLst>
          </p:cNvPr>
          <p:cNvSpPr txBox="1"/>
          <p:nvPr/>
        </p:nvSpPr>
        <p:spPr>
          <a:xfrm rot="18800925">
            <a:off x="6507003" y="2310103"/>
            <a:ext cx="182800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800" dirty="0"/>
              <a:t>Жүздүктөр</a:t>
            </a:r>
            <a:endParaRPr lang="en-GB" sz="2800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4199AFA-ED21-4B09-9CA3-2E594EF577AA}"/>
              </a:ext>
            </a:extLst>
          </p:cNvPr>
          <p:cNvSpPr txBox="1"/>
          <p:nvPr/>
        </p:nvSpPr>
        <p:spPr>
          <a:xfrm rot="18800925">
            <a:off x="3536282" y="2635419"/>
            <a:ext cx="181581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2800" dirty="0"/>
              <a:t>Бирдиктер</a:t>
            </a:r>
            <a:endParaRPr lang="en-GB" sz="2800" dirty="0"/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57A3C43F-938D-43EF-8C38-02AB6B856331}"/>
              </a:ext>
            </a:extLst>
          </p:cNvPr>
          <p:cNvCxnSpPr>
            <a:cxnSpLocks/>
          </p:cNvCxnSpPr>
          <p:nvPr/>
        </p:nvCxnSpPr>
        <p:spPr>
          <a:xfrm>
            <a:off x="2329961" y="3400361"/>
            <a:ext cx="0" cy="2461908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1CFFC753-5751-46E6-B1CC-CDD23BB4F96C}"/>
              </a:ext>
            </a:extLst>
          </p:cNvPr>
          <p:cNvCxnSpPr>
            <a:cxnSpLocks/>
          </p:cNvCxnSpPr>
          <p:nvPr/>
        </p:nvCxnSpPr>
        <p:spPr>
          <a:xfrm>
            <a:off x="3651738" y="3400361"/>
            <a:ext cx="0" cy="2461908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831A7241-C2ED-4952-93FA-330A1DD58B9C}"/>
              </a:ext>
            </a:extLst>
          </p:cNvPr>
          <p:cNvCxnSpPr>
            <a:cxnSpLocks/>
          </p:cNvCxnSpPr>
          <p:nvPr/>
        </p:nvCxnSpPr>
        <p:spPr>
          <a:xfrm>
            <a:off x="4964722" y="3400361"/>
            <a:ext cx="0" cy="2461908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BCA7BA55-2F06-4570-8757-2DD6E55A2909}"/>
              </a:ext>
            </a:extLst>
          </p:cNvPr>
          <p:cNvCxnSpPr>
            <a:cxnSpLocks/>
          </p:cNvCxnSpPr>
          <p:nvPr/>
        </p:nvCxnSpPr>
        <p:spPr>
          <a:xfrm>
            <a:off x="6286499" y="3400361"/>
            <a:ext cx="0" cy="2461908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Oval 17">
            <a:extLst>
              <a:ext uri="{FF2B5EF4-FFF2-40B4-BE49-F238E27FC236}">
                <a16:creationId xmlns:a16="http://schemas.microsoft.com/office/drawing/2014/main" id="{34B3E96D-EB38-4B23-BC5B-E46D1B6CEAEC}"/>
              </a:ext>
            </a:extLst>
          </p:cNvPr>
          <p:cNvSpPr/>
          <p:nvPr/>
        </p:nvSpPr>
        <p:spPr>
          <a:xfrm>
            <a:off x="4826977" y="3667922"/>
            <a:ext cx="278589" cy="278589"/>
          </a:xfrm>
          <a:prstGeom prst="ellipse">
            <a:avLst/>
          </a:prstGeom>
          <a:solidFill>
            <a:schemeClr val="tx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C755FCA3-1A1E-4638-BA4C-4EE9784813F1}"/>
              </a:ext>
            </a:extLst>
          </p:cNvPr>
          <p:cNvSpPr/>
          <p:nvPr/>
        </p:nvSpPr>
        <p:spPr>
          <a:xfrm>
            <a:off x="4812324" y="4514915"/>
            <a:ext cx="278589" cy="278589"/>
          </a:xfrm>
          <a:prstGeom prst="ellipse">
            <a:avLst/>
          </a:prstGeom>
          <a:solidFill>
            <a:schemeClr val="tx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188A3B2C-1E5B-43E8-9F3F-7DF5DF6891D7}"/>
              </a:ext>
            </a:extLst>
          </p:cNvPr>
          <p:cNvSpPr/>
          <p:nvPr/>
        </p:nvSpPr>
        <p:spPr>
          <a:xfrm>
            <a:off x="4841632" y="5309154"/>
            <a:ext cx="278589" cy="278589"/>
          </a:xfrm>
          <a:prstGeom prst="ellipse">
            <a:avLst/>
          </a:prstGeom>
          <a:solidFill>
            <a:schemeClr val="tx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D1478A9A-BE42-4D03-A157-7F034796AF06}"/>
              </a:ext>
            </a:extLst>
          </p:cNvPr>
          <p:cNvSpPr/>
          <p:nvPr/>
        </p:nvSpPr>
        <p:spPr>
          <a:xfrm>
            <a:off x="689137" y="3999265"/>
            <a:ext cx="644728" cy="120032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sz="7200" dirty="0"/>
              <a:t>+</a:t>
            </a:r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AC95B639-A6C0-428B-A294-55FBD66FD0E3}"/>
              </a:ext>
            </a:extLst>
          </p:cNvPr>
          <p:cNvPicPr>
            <a:picLocks noChangeAspect="1"/>
          </p:cNvPicPr>
          <p:nvPr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4369" y="466808"/>
            <a:ext cx="1698237" cy="1363897"/>
          </a:xfrm>
          <a:prstGeom prst="rect">
            <a:avLst/>
          </a:prstGeom>
        </p:spPr>
      </p:pic>
      <p:sp>
        <p:nvSpPr>
          <p:cNvPr id="23" name="Rectangle 22">
            <a:extLst>
              <a:ext uri="{FF2B5EF4-FFF2-40B4-BE49-F238E27FC236}">
                <a16:creationId xmlns:a16="http://schemas.microsoft.com/office/drawing/2014/main" id="{12FD0A2A-E34B-41FE-9FBC-860B53E677D7}"/>
              </a:ext>
            </a:extLst>
          </p:cNvPr>
          <p:cNvSpPr/>
          <p:nvPr/>
        </p:nvSpPr>
        <p:spPr>
          <a:xfrm>
            <a:off x="826477" y="5025020"/>
            <a:ext cx="6809385" cy="1035490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</p:spTree>
    <p:extLst>
      <p:ext uri="{BB962C8B-B14F-4D97-AF65-F5344CB8AC3E}">
        <p14:creationId xmlns:p14="http://schemas.microsoft.com/office/powerpoint/2010/main" val="29344945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2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0"/>
      <p:bldP spid="8" grpId="0"/>
      <p:bldP spid="9" grpId="0"/>
      <p:bldP spid="10" grpId="0"/>
      <p:bldP spid="18" grpId="0" animBg="1"/>
      <p:bldP spid="19" grpId="0" animBg="1"/>
      <p:bldP spid="20" grpId="0" animBg="1"/>
      <p:bldP spid="11" grpId="0"/>
      <p:bldP spid="23" grpId="0" animBg="1"/>
      <p:bldP spid="23" grpId="1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005A1C96-A122-4DA0-9820-687564A9D884}"/>
              </a:ext>
            </a:extLst>
          </p:cNvPr>
          <p:cNvSpPr/>
          <p:nvPr/>
        </p:nvSpPr>
        <p:spPr>
          <a:xfrm>
            <a:off x="95797" y="69669"/>
            <a:ext cx="9718766" cy="6733039"/>
          </a:xfrm>
          <a:prstGeom prst="roundRect">
            <a:avLst>
              <a:gd name="adj" fmla="val 8376"/>
            </a:avLst>
          </a:prstGeom>
          <a:solidFill>
            <a:schemeClr val="accent2">
              <a:lumMod val="60000"/>
              <a:lumOff val="4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697A8A0-106E-4B23-A801-9049A03E7927}"/>
              </a:ext>
            </a:extLst>
          </p:cNvPr>
          <p:cNvSpPr txBox="1"/>
          <p:nvPr/>
        </p:nvSpPr>
        <p:spPr>
          <a:xfrm>
            <a:off x="3147389" y="84853"/>
            <a:ext cx="361124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800" dirty="0"/>
              <a:t>Амалдарды аткаргыла</a:t>
            </a:r>
            <a:endParaRPr lang="en-GB" sz="28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43216E8-761C-49FA-9740-7498430D89FC}"/>
              </a:ext>
            </a:extLst>
          </p:cNvPr>
          <p:cNvSpPr txBox="1"/>
          <p:nvPr/>
        </p:nvSpPr>
        <p:spPr>
          <a:xfrm>
            <a:off x="2376013" y="747207"/>
            <a:ext cx="5153975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6000" dirty="0"/>
              <a:t>198,15 </a:t>
            </a:r>
            <a:r>
              <a:rPr lang="en-GB" sz="6000" dirty="0">
                <a:latin typeface="Calibri" panose="020F0502020204030204" pitchFamily="34" charset="0"/>
                <a:cs typeface="Calibri" panose="020F0502020204030204" pitchFamily="34" charset="0"/>
              </a:rPr>
              <a:t>−</a:t>
            </a:r>
            <a:r>
              <a:rPr lang="en-GB" sz="6000" dirty="0"/>
              <a:t> 9,37 = </a:t>
            </a: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1F11374C-214A-4F2D-91ED-A687BE6CD27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38364633"/>
              </p:ext>
            </p:extLst>
          </p:nvPr>
        </p:nvGraphicFramePr>
        <p:xfrm>
          <a:off x="1007374" y="3415823"/>
          <a:ext cx="6604000" cy="244644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20800">
                  <a:extLst>
                    <a:ext uri="{9D8B030D-6E8A-4147-A177-3AD203B41FA5}">
                      <a16:colId xmlns:a16="http://schemas.microsoft.com/office/drawing/2014/main" val="2580091449"/>
                    </a:ext>
                  </a:extLst>
                </a:gridCol>
                <a:gridCol w="1320800">
                  <a:extLst>
                    <a:ext uri="{9D8B030D-6E8A-4147-A177-3AD203B41FA5}">
                      <a16:colId xmlns:a16="http://schemas.microsoft.com/office/drawing/2014/main" val="1589164730"/>
                    </a:ext>
                  </a:extLst>
                </a:gridCol>
                <a:gridCol w="1320800">
                  <a:extLst>
                    <a:ext uri="{9D8B030D-6E8A-4147-A177-3AD203B41FA5}">
                      <a16:colId xmlns:a16="http://schemas.microsoft.com/office/drawing/2014/main" val="3711312769"/>
                    </a:ext>
                  </a:extLst>
                </a:gridCol>
                <a:gridCol w="1320800">
                  <a:extLst>
                    <a:ext uri="{9D8B030D-6E8A-4147-A177-3AD203B41FA5}">
                      <a16:colId xmlns:a16="http://schemas.microsoft.com/office/drawing/2014/main" val="988856245"/>
                    </a:ext>
                  </a:extLst>
                </a:gridCol>
                <a:gridCol w="1320800">
                  <a:extLst>
                    <a:ext uri="{9D8B030D-6E8A-4147-A177-3AD203B41FA5}">
                      <a16:colId xmlns:a16="http://schemas.microsoft.com/office/drawing/2014/main" val="1122046327"/>
                    </a:ext>
                  </a:extLst>
                </a:gridCol>
              </a:tblGrid>
              <a:tr h="815482">
                <a:tc>
                  <a:txBody>
                    <a:bodyPr/>
                    <a:lstStyle/>
                    <a:p>
                      <a:pPr algn="ctr"/>
                      <a:r>
                        <a:rPr lang="en-GB" sz="4400" b="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marL="45720" marR="45720" anchor="ctr"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4000" b="0" dirty="0">
                          <a:solidFill>
                            <a:schemeClr val="tx1"/>
                          </a:solidFill>
                        </a:rPr>
                        <a:t>9</a:t>
                      </a:r>
                    </a:p>
                  </a:txBody>
                  <a:tcPr marL="45720" marR="45720" anchor="ctr"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4400" b="0" dirty="0">
                          <a:solidFill>
                            <a:schemeClr val="tx1"/>
                          </a:solidFill>
                        </a:rPr>
                        <a:t>8</a:t>
                      </a:r>
                    </a:p>
                  </a:txBody>
                  <a:tcPr marL="45720" marR="45720" anchor="ctr"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4000" b="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marL="45720" marR="45720" anchor="ctr"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4400" b="0" dirty="0">
                          <a:solidFill>
                            <a:schemeClr val="tx1"/>
                          </a:solidFill>
                        </a:rPr>
                        <a:t>5</a:t>
                      </a:r>
                    </a:p>
                  </a:txBody>
                  <a:tcPr marL="45720" marR="45720" anchor="ctr"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97239473"/>
                  </a:ext>
                </a:extLst>
              </a:tr>
              <a:tr h="815482">
                <a:tc>
                  <a:txBody>
                    <a:bodyPr/>
                    <a:lstStyle/>
                    <a:p>
                      <a:pPr algn="ctr"/>
                      <a:r>
                        <a:rPr lang="en-GB" sz="4400" b="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 marL="45720" marR="45720" anchor="ctr"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4000" b="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 marL="45720" marR="45720" anchor="ctr"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4400" b="0" dirty="0">
                          <a:solidFill>
                            <a:schemeClr val="tx1"/>
                          </a:solidFill>
                        </a:rPr>
                        <a:t>9</a:t>
                      </a:r>
                    </a:p>
                  </a:txBody>
                  <a:tcPr marL="45720" marR="45720" anchor="ctr"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4000" b="0" dirty="0">
                          <a:solidFill>
                            <a:schemeClr val="tx1"/>
                          </a:solidFill>
                        </a:rPr>
                        <a:t>3</a:t>
                      </a:r>
                    </a:p>
                  </a:txBody>
                  <a:tcPr marL="45720" marR="45720" anchor="ctr"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4400" b="0" dirty="0">
                          <a:solidFill>
                            <a:schemeClr val="tx1"/>
                          </a:solidFill>
                        </a:rPr>
                        <a:t>7</a:t>
                      </a:r>
                    </a:p>
                  </a:txBody>
                  <a:tcPr marL="45720" marR="45720" anchor="ctr"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39714703"/>
                  </a:ext>
                </a:extLst>
              </a:tr>
              <a:tr h="815482">
                <a:tc>
                  <a:txBody>
                    <a:bodyPr/>
                    <a:lstStyle/>
                    <a:p>
                      <a:pPr algn="ctr"/>
                      <a:r>
                        <a:rPr lang="en-GB" sz="4400" b="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marL="45720" marR="45720" anchor="ctr"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4000" b="0" dirty="0">
                          <a:solidFill>
                            <a:schemeClr val="tx1"/>
                          </a:solidFill>
                        </a:rPr>
                        <a:t>8</a:t>
                      </a:r>
                    </a:p>
                  </a:txBody>
                  <a:tcPr marL="45720" marR="45720" anchor="ctr"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4400" b="0" dirty="0">
                          <a:solidFill>
                            <a:schemeClr val="tx1"/>
                          </a:solidFill>
                        </a:rPr>
                        <a:t>8</a:t>
                      </a:r>
                    </a:p>
                  </a:txBody>
                  <a:tcPr marL="45720" marR="45720" anchor="ctr"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4000" b="0" dirty="0">
                          <a:solidFill>
                            <a:schemeClr val="tx1"/>
                          </a:solidFill>
                        </a:rPr>
                        <a:t>7</a:t>
                      </a:r>
                    </a:p>
                  </a:txBody>
                  <a:tcPr marL="45720" marR="45720" anchor="ctr"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4400" b="0" dirty="0">
                          <a:solidFill>
                            <a:schemeClr val="tx1"/>
                          </a:solidFill>
                        </a:rPr>
                        <a:t>8</a:t>
                      </a:r>
                    </a:p>
                  </a:txBody>
                  <a:tcPr marL="45720" marR="45720" anchor="ctr"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22367911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37F36018-51E0-4C35-94F4-1482A0D9B069}"/>
              </a:ext>
            </a:extLst>
          </p:cNvPr>
          <p:cNvSpPr txBox="1"/>
          <p:nvPr/>
        </p:nvSpPr>
        <p:spPr>
          <a:xfrm rot="18800925">
            <a:off x="1532785" y="2485950"/>
            <a:ext cx="135992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800" dirty="0"/>
              <a:t>Жүздөр</a:t>
            </a:r>
            <a:endParaRPr lang="en-GB" sz="28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6E482F2-906E-4A5E-82B8-42F4C1F94F3A}"/>
              </a:ext>
            </a:extLst>
          </p:cNvPr>
          <p:cNvSpPr txBox="1"/>
          <p:nvPr/>
        </p:nvSpPr>
        <p:spPr>
          <a:xfrm rot="18800925">
            <a:off x="2483736" y="2723342"/>
            <a:ext cx="118942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2800" dirty="0"/>
              <a:t>Ондор</a:t>
            </a:r>
            <a:endParaRPr lang="en-GB" sz="280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C2D257D-7602-4149-8DB4-4A8786EB6B85}"/>
              </a:ext>
            </a:extLst>
          </p:cNvPr>
          <p:cNvSpPr txBox="1"/>
          <p:nvPr/>
        </p:nvSpPr>
        <p:spPr>
          <a:xfrm rot="18800925">
            <a:off x="4969188" y="2556290"/>
            <a:ext cx="164044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2800" dirty="0"/>
              <a:t>Ондуктар</a:t>
            </a:r>
            <a:endParaRPr lang="en-GB" sz="280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4A023BA-0973-4EF2-92CB-6FE7806C1EA2}"/>
              </a:ext>
            </a:extLst>
          </p:cNvPr>
          <p:cNvSpPr txBox="1"/>
          <p:nvPr/>
        </p:nvSpPr>
        <p:spPr>
          <a:xfrm rot="18800925">
            <a:off x="6507003" y="2310103"/>
            <a:ext cx="182800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800" dirty="0"/>
              <a:t>Жүздүктөр</a:t>
            </a:r>
            <a:endParaRPr lang="en-GB" sz="2800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4199AFA-ED21-4B09-9CA3-2E594EF577AA}"/>
              </a:ext>
            </a:extLst>
          </p:cNvPr>
          <p:cNvSpPr txBox="1"/>
          <p:nvPr/>
        </p:nvSpPr>
        <p:spPr>
          <a:xfrm rot="18800925">
            <a:off x="3536282" y="2635419"/>
            <a:ext cx="181581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2800" dirty="0"/>
              <a:t>Бирдиктер</a:t>
            </a:r>
            <a:endParaRPr lang="en-GB" sz="2800" dirty="0"/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57A3C43F-938D-43EF-8C38-02AB6B856331}"/>
              </a:ext>
            </a:extLst>
          </p:cNvPr>
          <p:cNvCxnSpPr>
            <a:cxnSpLocks/>
          </p:cNvCxnSpPr>
          <p:nvPr/>
        </p:nvCxnSpPr>
        <p:spPr>
          <a:xfrm>
            <a:off x="2329961" y="3400361"/>
            <a:ext cx="0" cy="2461908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1CFFC753-5751-46E6-B1CC-CDD23BB4F96C}"/>
              </a:ext>
            </a:extLst>
          </p:cNvPr>
          <p:cNvCxnSpPr>
            <a:cxnSpLocks/>
          </p:cNvCxnSpPr>
          <p:nvPr/>
        </p:nvCxnSpPr>
        <p:spPr>
          <a:xfrm>
            <a:off x="3651738" y="3400361"/>
            <a:ext cx="0" cy="2461908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831A7241-C2ED-4952-93FA-330A1DD58B9C}"/>
              </a:ext>
            </a:extLst>
          </p:cNvPr>
          <p:cNvCxnSpPr>
            <a:cxnSpLocks/>
          </p:cNvCxnSpPr>
          <p:nvPr/>
        </p:nvCxnSpPr>
        <p:spPr>
          <a:xfrm>
            <a:off x="4964722" y="3400361"/>
            <a:ext cx="0" cy="2461908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BCA7BA55-2F06-4570-8757-2DD6E55A2909}"/>
              </a:ext>
            </a:extLst>
          </p:cNvPr>
          <p:cNvCxnSpPr>
            <a:cxnSpLocks/>
          </p:cNvCxnSpPr>
          <p:nvPr/>
        </p:nvCxnSpPr>
        <p:spPr>
          <a:xfrm>
            <a:off x="6286499" y="3400361"/>
            <a:ext cx="0" cy="2461908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Oval 17">
            <a:extLst>
              <a:ext uri="{FF2B5EF4-FFF2-40B4-BE49-F238E27FC236}">
                <a16:creationId xmlns:a16="http://schemas.microsoft.com/office/drawing/2014/main" id="{34B3E96D-EB38-4B23-BC5B-E46D1B6CEAEC}"/>
              </a:ext>
            </a:extLst>
          </p:cNvPr>
          <p:cNvSpPr/>
          <p:nvPr/>
        </p:nvSpPr>
        <p:spPr>
          <a:xfrm>
            <a:off x="4826977" y="3667922"/>
            <a:ext cx="278589" cy="278589"/>
          </a:xfrm>
          <a:prstGeom prst="ellipse">
            <a:avLst/>
          </a:prstGeom>
          <a:solidFill>
            <a:schemeClr val="tx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C755FCA3-1A1E-4638-BA4C-4EE9784813F1}"/>
              </a:ext>
            </a:extLst>
          </p:cNvPr>
          <p:cNvSpPr/>
          <p:nvPr/>
        </p:nvSpPr>
        <p:spPr>
          <a:xfrm>
            <a:off x="4812324" y="4514915"/>
            <a:ext cx="278589" cy="278589"/>
          </a:xfrm>
          <a:prstGeom prst="ellipse">
            <a:avLst/>
          </a:prstGeom>
          <a:solidFill>
            <a:schemeClr val="tx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188A3B2C-1E5B-43E8-9F3F-7DF5DF6891D7}"/>
              </a:ext>
            </a:extLst>
          </p:cNvPr>
          <p:cNvSpPr/>
          <p:nvPr/>
        </p:nvSpPr>
        <p:spPr>
          <a:xfrm>
            <a:off x="4841632" y="5309154"/>
            <a:ext cx="278589" cy="278589"/>
          </a:xfrm>
          <a:prstGeom prst="ellipse">
            <a:avLst/>
          </a:prstGeom>
          <a:solidFill>
            <a:schemeClr val="tx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D1478A9A-BE42-4D03-A157-7F034796AF06}"/>
              </a:ext>
            </a:extLst>
          </p:cNvPr>
          <p:cNvSpPr/>
          <p:nvPr/>
        </p:nvSpPr>
        <p:spPr>
          <a:xfrm>
            <a:off x="689137" y="3999265"/>
            <a:ext cx="644728" cy="120032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sz="7200" dirty="0">
                <a:latin typeface="Calibri" panose="020F0502020204030204" pitchFamily="34" charset="0"/>
                <a:cs typeface="Calibri" panose="020F0502020204030204" pitchFamily="34" charset="0"/>
              </a:rPr>
              <a:t>−</a:t>
            </a:r>
            <a:endParaRPr lang="en-GB" sz="7200" dirty="0"/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C0513BA8-E2AC-4678-991A-13AE3E954A6C}"/>
              </a:ext>
            </a:extLst>
          </p:cNvPr>
          <p:cNvPicPr>
            <a:picLocks noChangeAspect="1"/>
          </p:cNvPicPr>
          <p:nvPr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1976" y="482872"/>
            <a:ext cx="1297608" cy="1320301"/>
          </a:xfrm>
          <a:prstGeom prst="rect">
            <a:avLst/>
          </a:prstGeom>
        </p:spPr>
      </p:pic>
      <p:sp>
        <p:nvSpPr>
          <p:cNvPr id="23" name="Rectangle 22">
            <a:extLst>
              <a:ext uri="{FF2B5EF4-FFF2-40B4-BE49-F238E27FC236}">
                <a16:creationId xmlns:a16="http://schemas.microsoft.com/office/drawing/2014/main" id="{47D46650-1630-44E8-877B-30C2129FAE4D}"/>
              </a:ext>
            </a:extLst>
          </p:cNvPr>
          <p:cNvSpPr/>
          <p:nvPr/>
        </p:nvSpPr>
        <p:spPr>
          <a:xfrm>
            <a:off x="826477" y="5025020"/>
            <a:ext cx="6809385" cy="1035490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</p:spTree>
    <p:extLst>
      <p:ext uri="{BB962C8B-B14F-4D97-AF65-F5344CB8AC3E}">
        <p14:creationId xmlns:p14="http://schemas.microsoft.com/office/powerpoint/2010/main" val="10756787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2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0"/>
      <p:bldP spid="8" grpId="0"/>
      <p:bldP spid="9" grpId="0"/>
      <p:bldP spid="10" grpId="0"/>
      <p:bldP spid="18" grpId="0" animBg="1"/>
      <p:bldP spid="19" grpId="0" animBg="1"/>
      <p:bldP spid="20" grpId="0" animBg="1"/>
      <p:bldP spid="11" grpId="0"/>
      <p:bldP spid="23" grpId="0" animBg="1"/>
      <p:bldP spid="23" grpId="1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9455F9FF-A775-44DB-99DD-42DDB47487D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52929352"/>
              </p:ext>
            </p:extLst>
          </p:nvPr>
        </p:nvGraphicFramePr>
        <p:xfrm>
          <a:off x="59945" y="73152"/>
          <a:ext cx="1869438" cy="187080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23146">
                  <a:extLst>
                    <a:ext uri="{9D8B030D-6E8A-4147-A177-3AD203B41FA5}">
                      <a16:colId xmlns:a16="http://schemas.microsoft.com/office/drawing/2014/main" val="672934680"/>
                    </a:ext>
                  </a:extLst>
                </a:gridCol>
                <a:gridCol w="623146">
                  <a:extLst>
                    <a:ext uri="{9D8B030D-6E8A-4147-A177-3AD203B41FA5}">
                      <a16:colId xmlns:a16="http://schemas.microsoft.com/office/drawing/2014/main" val="925003460"/>
                    </a:ext>
                  </a:extLst>
                </a:gridCol>
                <a:gridCol w="623146">
                  <a:extLst>
                    <a:ext uri="{9D8B030D-6E8A-4147-A177-3AD203B41FA5}">
                      <a16:colId xmlns:a16="http://schemas.microsoft.com/office/drawing/2014/main" val="2553409394"/>
                    </a:ext>
                  </a:extLst>
                </a:gridCol>
              </a:tblGrid>
              <a:tr h="624514"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63760022"/>
                  </a:ext>
                </a:extLst>
              </a:tr>
              <a:tr h="623146"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57606215"/>
                  </a:ext>
                </a:extLst>
              </a:tr>
              <a:tr h="623146"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8693940"/>
                  </a:ext>
                </a:extLst>
              </a:tr>
            </a:tbl>
          </a:graphicData>
        </a:graphic>
      </p:graphicFrame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3AD8C36C-2AB2-44CF-BF97-992F65F82FE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41891624"/>
              </p:ext>
            </p:extLst>
          </p:nvPr>
        </p:nvGraphicFramePr>
        <p:xfrm>
          <a:off x="2042419" y="73152"/>
          <a:ext cx="1869438" cy="187080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23146">
                  <a:extLst>
                    <a:ext uri="{9D8B030D-6E8A-4147-A177-3AD203B41FA5}">
                      <a16:colId xmlns:a16="http://schemas.microsoft.com/office/drawing/2014/main" val="672934680"/>
                    </a:ext>
                  </a:extLst>
                </a:gridCol>
                <a:gridCol w="623146">
                  <a:extLst>
                    <a:ext uri="{9D8B030D-6E8A-4147-A177-3AD203B41FA5}">
                      <a16:colId xmlns:a16="http://schemas.microsoft.com/office/drawing/2014/main" val="925003460"/>
                    </a:ext>
                  </a:extLst>
                </a:gridCol>
                <a:gridCol w="623146">
                  <a:extLst>
                    <a:ext uri="{9D8B030D-6E8A-4147-A177-3AD203B41FA5}">
                      <a16:colId xmlns:a16="http://schemas.microsoft.com/office/drawing/2014/main" val="2553409394"/>
                    </a:ext>
                  </a:extLst>
                </a:gridCol>
              </a:tblGrid>
              <a:tr h="624514"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63760022"/>
                  </a:ext>
                </a:extLst>
              </a:tr>
              <a:tr h="623146"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57606215"/>
                  </a:ext>
                </a:extLst>
              </a:tr>
              <a:tr h="623146"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8693940"/>
                  </a:ext>
                </a:extLst>
              </a:tr>
            </a:tbl>
          </a:graphicData>
        </a:graphic>
      </p:graphicFrame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F2773A22-7D82-4A6C-9386-8C73822F862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58005975"/>
              </p:ext>
            </p:extLst>
          </p:nvPr>
        </p:nvGraphicFramePr>
        <p:xfrm>
          <a:off x="4024893" y="73152"/>
          <a:ext cx="1869438" cy="187080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23146">
                  <a:extLst>
                    <a:ext uri="{9D8B030D-6E8A-4147-A177-3AD203B41FA5}">
                      <a16:colId xmlns:a16="http://schemas.microsoft.com/office/drawing/2014/main" val="672934680"/>
                    </a:ext>
                  </a:extLst>
                </a:gridCol>
                <a:gridCol w="623146">
                  <a:extLst>
                    <a:ext uri="{9D8B030D-6E8A-4147-A177-3AD203B41FA5}">
                      <a16:colId xmlns:a16="http://schemas.microsoft.com/office/drawing/2014/main" val="925003460"/>
                    </a:ext>
                  </a:extLst>
                </a:gridCol>
                <a:gridCol w="623146">
                  <a:extLst>
                    <a:ext uri="{9D8B030D-6E8A-4147-A177-3AD203B41FA5}">
                      <a16:colId xmlns:a16="http://schemas.microsoft.com/office/drawing/2014/main" val="2553409394"/>
                    </a:ext>
                  </a:extLst>
                </a:gridCol>
              </a:tblGrid>
              <a:tr h="624514"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63760022"/>
                  </a:ext>
                </a:extLst>
              </a:tr>
              <a:tr h="623146"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57606215"/>
                  </a:ext>
                </a:extLst>
              </a:tr>
              <a:tr h="623146"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8693940"/>
                  </a:ext>
                </a:extLst>
              </a:tr>
            </a:tbl>
          </a:graphicData>
        </a:graphic>
      </p:graphicFrame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EACA04EB-1AF0-4BA4-B56C-D92E4B8FC6C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88737508"/>
              </p:ext>
            </p:extLst>
          </p:nvPr>
        </p:nvGraphicFramePr>
        <p:xfrm>
          <a:off x="6007367" y="73152"/>
          <a:ext cx="1869438" cy="187080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23146">
                  <a:extLst>
                    <a:ext uri="{9D8B030D-6E8A-4147-A177-3AD203B41FA5}">
                      <a16:colId xmlns:a16="http://schemas.microsoft.com/office/drawing/2014/main" val="672934680"/>
                    </a:ext>
                  </a:extLst>
                </a:gridCol>
                <a:gridCol w="623146">
                  <a:extLst>
                    <a:ext uri="{9D8B030D-6E8A-4147-A177-3AD203B41FA5}">
                      <a16:colId xmlns:a16="http://schemas.microsoft.com/office/drawing/2014/main" val="925003460"/>
                    </a:ext>
                  </a:extLst>
                </a:gridCol>
                <a:gridCol w="623146">
                  <a:extLst>
                    <a:ext uri="{9D8B030D-6E8A-4147-A177-3AD203B41FA5}">
                      <a16:colId xmlns:a16="http://schemas.microsoft.com/office/drawing/2014/main" val="2553409394"/>
                    </a:ext>
                  </a:extLst>
                </a:gridCol>
              </a:tblGrid>
              <a:tr h="624514"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63760022"/>
                  </a:ext>
                </a:extLst>
              </a:tr>
              <a:tr h="623146"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57606215"/>
                  </a:ext>
                </a:extLst>
              </a:tr>
              <a:tr h="623146"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8693940"/>
                  </a:ext>
                </a:extLst>
              </a:tr>
            </a:tbl>
          </a:graphicData>
        </a:graphic>
      </p:graphicFrame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FDD0CEA2-BF13-4F1F-BDF8-723774394BF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72065140"/>
              </p:ext>
            </p:extLst>
          </p:nvPr>
        </p:nvGraphicFramePr>
        <p:xfrm>
          <a:off x="7989841" y="73152"/>
          <a:ext cx="1869438" cy="187080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23146">
                  <a:extLst>
                    <a:ext uri="{9D8B030D-6E8A-4147-A177-3AD203B41FA5}">
                      <a16:colId xmlns:a16="http://schemas.microsoft.com/office/drawing/2014/main" val="672934680"/>
                    </a:ext>
                  </a:extLst>
                </a:gridCol>
                <a:gridCol w="623146">
                  <a:extLst>
                    <a:ext uri="{9D8B030D-6E8A-4147-A177-3AD203B41FA5}">
                      <a16:colId xmlns:a16="http://schemas.microsoft.com/office/drawing/2014/main" val="925003460"/>
                    </a:ext>
                  </a:extLst>
                </a:gridCol>
                <a:gridCol w="623146">
                  <a:extLst>
                    <a:ext uri="{9D8B030D-6E8A-4147-A177-3AD203B41FA5}">
                      <a16:colId xmlns:a16="http://schemas.microsoft.com/office/drawing/2014/main" val="2553409394"/>
                    </a:ext>
                  </a:extLst>
                </a:gridCol>
              </a:tblGrid>
              <a:tr h="624514"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63760022"/>
                  </a:ext>
                </a:extLst>
              </a:tr>
              <a:tr h="623146"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57606215"/>
                  </a:ext>
                </a:extLst>
              </a:tr>
              <a:tr h="623146"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8693940"/>
                  </a:ext>
                </a:extLst>
              </a:tr>
            </a:tbl>
          </a:graphicData>
        </a:graphic>
      </p:graphicFrame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5217ECC1-187E-45C6-AAD9-69FCF451F42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89819278"/>
              </p:ext>
            </p:extLst>
          </p:nvPr>
        </p:nvGraphicFramePr>
        <p:xfrm>
          <a:off x="59945" y="2493597"/>
          <a:ext cx="1869438" cy="187080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23146">
                  <a:extLst>
                    <a:ext uri="{9D8B030D-6E8A-4147-A177-3AD203B41FA5}">
                      <a16:colId xmlns:a16="http://schemas.microsoft.com/office/drawing/2014/main" val="672934680"/>
                    </a:ext>
                  </a:extLst>
                </a:gridCol>
                <a:gridCol w="623146">
                  <a:extLst>
                    <a:ext uri="{9D8B030D-6E8A-4147-A177-3AD203B41FA5}">
                      <a16:colId xmlns:a16="http://schemas.microsoft.com/office/drawing/2014/main" val="925003460"/>
                    </a:ext>
                  </a:extLst>
                </a:gridCol>
                <a:gridCol w="623146">
                  <a:extLst>
                    <a:ext uri="{9D8B030D-6E8A-4147-A177-3AD203B41FA5}">
                      <a16:colId xmlns:a16="http://schemas.microsoft.com/office/drawing/2014/main" val="2553409394"/>
                    </a:ext>
                  </a:extLst>
                </a:gridCol>
              </a:tblGrid>
              <a:tr h="624514"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63760022"/>
                  </a:ext>
                </a:extLst>
              </a:tr>
              <a:tr h="623146"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57606215"/>
                  </a:ext>
                </a:extLst>
              </a:tr>
              <a:tr h="623146"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8693940"/>
                  </a:ext>
                </a:extLst>
              </a:tr>
            </a:tbl>
          </a:graphicData>
        </a:graphic>
      </p:graphicFrame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D8F2A369-4849-4D8C-9C48-42AC19EAC67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93002619"/>
              </p:ext>
            </p:extLst>
          </p:nvPr>
        </p:nvGraphicFramePr>
        <p:xfrm>
          <a:off x="2042419" y="2493597"/>
          <a:ext cx="1869438" cy="187080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23146">
                  <a:extLst>
                    <a:ext uri="{9D8B030D-6E8A-4147-A177-3AD203B41FA5}">
                      <a16:colId xmlns:a16="http://schemas.microsoft.com/office/drawing/2014/main" val="672934680"/>
                    </a:ext>
                  </a:extLst>
                </a:gridCol>
                <a:gridCol w="623146">
                  <a:extLst>
                    <a:ext uri="{9D8B030D-6E8A-4147-A177-3AD203B41FA5}">
                      <a16:colId xmlns:a16="http://schemas.microsoft.com/office/drawing/2014/main" val="925003460"/>
                    </a:ext>
                  </a:extLst>
                </a:gridCol>
                <a:gridCol w="623146">
                  <a:extLst>
                    <a:ext uri="{9D8B030D-6E8A-4147-A177-3AD203B41FA5}">
                      <a16:colId xmlns:a16="http://schemas.microsoft.com/office/drawing/2014/main" val="2553409394"/>
                    </a:ext>
                  </a:extLst>
                </a:gridCol>
              </a:tblGrid>
              <a:tr h="624514"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63760022"/>
                  </a:ext>
                </a:extLst>
              </a:tr>
              <a:tr h="623146"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57606215"/>
                  </a:ext>
                </a:extLst>
              </a:tr>
              <a:tr h="623146"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8693940"/>
                  </a:ext>
                </a:extLst>
              </a:tr>
            </a:tbl>
          </a:graphicData>
        </a:graphic>
      </p:graphicFrame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8CC34FD8-28B7-4290-89FF-C844EE6A1A7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5619173"/>
              </p:ext>
            </p:extLst>
          </p:nvPr>
        </p:nvGraphicFramePr>
        <p:xfrm>
          <a:off x="4024893" y="2493597"/>
          <a:ext cx="1869438" cy="187080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23146">
                  <a:extLst>
                    <a:ext uri="{9D8B030D-6E8A-4147-A177-3AD203B41FA5}">
                      <a16:colId xmlns:a16="http://schemas.microsoft.com/office/drawing/2014/main" val="672934680"/>
                    </a:ext>
                  </a:extLst>
                </a:gridCol>
                <a:gridCol w="623146">
                  <a:extLst>
                    <a:ext uri="{9D8B030D-6E8A-4147-A177-3AD203B41FA5}">
                      <a16:colId xmlns:a16="http://schemas.microsoft.com/office/drawing/2014/main" val="925003460"/>
                    </a:ext>
                  </a:extLst>
                </a:gridCol>
                <a:gridCol w="623146">
                  <a:extLst>
                    <a:ext uri="{9D8B030D-6E8A-4147-A177-3AD203B41FA5}">
                      <a16:colId xmlns:a16="http://schemas.microsoft.com/office/drawing/2014/main" val="2553409394"/>
                    </a:ext>
                  </a:extLst>
                </a:gridCol>
              </a:tblGrid>
              <a:tr h="624514"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63760022"/>
                  </a:ext>
                </a:extLst>
              </a:tr>
              <a:tr h="623146"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57606215"/>
                  </a:ext>
                </a:extLst>
              </a:tr>
              <a:tr h="623146"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8693940"/>
                  </a:ext>
                </a:extLst>
              </a:tr>
            </a:tbl>
          </a:graphicData>
        </a:graphic>
      </p:graphicFrame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BEE0B481-E5E6-4A56-A167-F7909231AE2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4741186"/>
              </p:ext>
            </p:extLst>
          </p:nvPr>
        </p:nvGraphicFramePr>
        <p:xfrm>
          <a:off x="6007367" y="2493597"/>
          <a:ext cx="1869438" cy="187080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23146">
                  <a:extLst>
                    <a:ext uri="{9D8B030D-6E8A-4147-A177-3AD203B41FA5}">
                      <a16:colId xmlns:a16="http://schemas.microsoft.com/office/drawing/2014/main" val="672934680"/>
                    </a:ext>
                  </a:extLst>
                </a:gridCol>
                <a:gridCol w="623146">
                  <a:extLst>
                    <a:ext uri="{9D8B030D-6E8A-4147-A177-3AD203B41FA5}">
                      <a16:colId xmlns:a16="http://schemas.microsoft.com/office/drawing/2014/main" val="925003460"/>
                    </a:ext>
                  </a:extLst>
                </a:gridCol>
                <a:gridCol w="623146">
                  <a:extLst>
                    <a:ext uri="{9D8B030D-6E8A-4147-A177-3AD203B41FA5}">
                      <a16:colId xmlns:a16="http://schemas.microsoft.com/office/drawing/2014/main" val="2553409394"/>
                    </a:ext>
                  </a:extLst>
                </a:gridCol>
              </a:tblGrid>
              <a:tr h="624514"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63760022"/>
                  </a:ext>
                </a:extLst>
              </a:tr>
              <a:tr h="623146"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57606215"/>
                  </a:ext>
                </a:extLst>
              </a:tr>
              <a:tr h="623146"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8693940"/>
                  </a:ext>
                </a:extLst>
              </a:tr>
            </a:tbl>
          </a:graphicData>
        </a:graphic>
      </p:graphicFrame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504524C6-1AA7-41E4-A1BD-52B735BCF10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08690728"/>
              </p:ext>
            </p:extLst>
          </p:nvPr>
        </p:nvGraphicFramePr>
        <p:xfrm>
          <a:off x="7989841" y="2493597"/>
          <a:ext cx="1869438" cy="187080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23146">
                  <a:extLst>
                    <a:ext uri="{9D8B030D-6E8A-4147-A177-3AD203B41FA5}">
                      <a16:colId xmlns:a16="http://schemas.microsoft.com/office/drawing/2014/main" val="672934680"/>
                    </a:ext>
                  </a:extLst>
                </a:gridCol>
                <a:gridCol w="623146">
                  <a:extLst>
                    <a:ext uri="{9D8B030D-6E8A-4147-A177-3AD203B41FA5}">
                      <a16:colId xmlns:a16="http://schemas.microsoft.com/office/drawing/2014/main" val="925003460"/>
                    </a:ext>
                  </a:extLst>
                </a:gridCol>
                <a:gridCol w="623146">
                  <a:extLst>
                    <a:ext uri="{9D8B030D-6E8A-4147-A177-3AD203B41FA5}">
                      <a16:colId xmlns:a16="http://schemas.microsoft.com/office/drawing/2014/main" val="2553409394"/>
                    </a:ext>
                  </a:extLst>
                </a:gridCol>
              </a:tblGrid>
              <a:tr h="624514"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63760022"/>
                  </a:ext>
                </a:extLst>
              </a:tr>
              <a:tr h="623146"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57606215"/>
                  </a:ext>
                </a:extLst>
              </a:tr>
              <a:tr h="623146"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8693940"/>
                  </a:ext>
                </a:extLst>
              </a:tr>
            </a:tbl>
          </a:graphicData>
        </a:graphic>
      </p:graphicFrame>
      <p:graphicFrame>
        <p:nvGraphicFramePr>
          <p:cNvPr id="12" name="Table 11">
            <a:extLst>
              <a:ext uri="{FF2B5EF4-FFF2-40B4-BE49-F238E27FC236}">
                <a16:creationId xmlns:a16="http://schemas.microsoft.com/office/drawing/2014/main" id="{FD378E7F-888B-451D-A437-1143E900F4C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52700732"/>
              </p:ext>
            </p:extLst>
          </p:nvPr>
        </p:nvGraphicFramePr>
        <p:xfrm>
          <a:off x="59945" y="4914042"/>
          <a:ext cx="1869438" cy="187080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23146">
                  <a:extLst>
                    <a:ext uri="{9D8B030D-6E8A-4147-A177-3AD203B41FA5}">
                      <a16:colId xmlns:a16="http://schemas.microsoft.com/office/drawing/2014/main" val="672934680"/>
                    </a:ext>
                  </a:extLst>
                </a:gridCol>
                <a:gridCol w="623146">
                  <a:extLst>
                    <a:ext uri="{9D8B030D-6E8A-4147-A177-3AD203B41FA5}">
                      <a16:colId xmlns:a16="http://schemas.microsoft.com/office/drawing/2014/main" val="925003460"/>
                    </a:ext>
                  </a:extLst>
                </a:gridCol>
                <a:gridCol w="623146">
                  <a:extLst>
                    <a:ext uri="{9D8B030D-6E8A-4147-A177-3AD203B41FA5}">
                      <a16:colId xmlns:a16="http://schemas.microsoft.com/office/drawing/2014/main" val="2553409394"/>
                    </a:ext>
                  </a:extLst>
                </a:gridCol>
              </a:tblGrid>
              <a:tr h="624514"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63760022"/>
                  </a:ext>
                </a:extLst>
              </a:tr>
              <a:tr h="623146"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57606215"/>
                  </a:ext>
                </a:extLst>
              </a:tr>
              <a:tr h="623146"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8693940"/>
                  </a:ext>
                </a:extLst>
              </a:tr>
            </a:tbl>
          </a:graphicData>
        </a:graphic>
      </p:graphicFrame>
      <p:graphicFrame>
        <p:nvGraphicFramePr>
          <p:cNvPr id="13" name="Table 12">
            <a:extLst>
              <a:ext uri="{FF2B5EF4-FFF2-40B4-BE49-F238E27FC236}">
                <a16:creationId xmlns:a16="http://schemas.microsoft.com/office/drawing/2014/main" id="{DD9438F2-5F7B-453A-9852-A5D953E2673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57154783"/>
              </p:ext>
            </p:extLst>
          </p:nvPr>
        </p:nvGraphicFramePr>
        <p:xfrm>
          <a:off x="2042419" y="4914042"/>
          <a:ext cx="1869438" cy="187080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23146">
                  <a:extLst>
                    <a:ext uri="{9D8B030D-6E8A-4147-A177-3AD203B41FA5}">
                      <a16:colId xmlns:a16="http://schemas.microsoft.com/office/drawing/2014/main" val="672934680"/>
                    </a:ext>
                  </a:extLst>
                </a:gridCol>
                <a:gridCol w="623146">
                  <a:extLst>
                    <a:ext uri="{9D8B030D-6E8A-4147-A177-3AD203B41FA5}">
                      <a16:colId xmlns:a16="http://schemas.microsoft.com/office/drawing/2014/main" val="925003460"/>
                    </a:ext>
                  </a:extLst>
                </a:gridCol>
                <a:gridCol w="623146">
                  <a:extLst>
                    <a:ext uri="{9D8B030D-6E8A-4147-A177-3AD203B41FA5}">
                      <a16:colId xmlns:a16="http://schemas.microsoft.com/office/drawing/2014/main" val="2553409394"/>
                    </a:ext>
                  </a:extLst>
                </a:gridCol>
              </a:tblGrid>
              <a:tr h="624514"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63760022"/>
                  </a:ext>
                </a:extLst>
              </a:tr>
              <a:tr h="623146"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57606215"/>
                  </a:ext>
                </a:extLst>
              </a:tr>
              <a:tr h="623146"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8693940"/>
                  </a:ext>
                </a:extLst>
              </a:tr>
            </a:tbl>
          </a:graphicData>
        </a:graphic>
      </p:graphicFrame>
      <p:graphicFrame>
        <p:nvGraphicFramePr>
          <p:cNvPr id="14" name="Table 13">
            <a:extLst>
              <a:ext uri="{FF2B5EF4-FFF2-40B4-BE49-F238E27FC236}">
                <a16:creationId xmlns:a16="http://schemas.microsoft.com/office/drawing/2014/main" id="{8E97513C-7184-48FD-B483-FD49969CA27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49329546"/>
              </p:ext>
            </p:extLst>
          </p:nvPr>
        </p:nvGraphicFramePr>
        <p:xfrm>
          <a:off x="4024893" y="4914042"/>
          <a:ext cx="1869438" cy="187080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23146">
                  <a:extLst>
                    <a:ext uri="{9D8B030D-6E8A-4147-A177-3AD203B41FA5}">
                      <a16:colId xmlns:a16="http://schemas.microsoft.com/office/drawing/2014/main" val="672934680"/>
                    </a:ext>
                  </a:extLst>
                </a:gridCol>
                <a:gridCol w="623146">
                  <a:extLst>
                    <a:ext uri="{9D8B030D-6E8A-4147-A177-3AD203B41FA5}">
                      <a16:colId xmlns:a16="http://schemas.microsoft.com/office/drawing/2014/main" val="925003460"/>
                    </a:ext>
                  </a:extLst>
                </a:gridCol>
                <a:gridCol w="623146">
                  <a:extLst>
                    <a:ext uri="{9D8B030D-6E8A-4147-A177-3AD203B41FA5}">
                      <a16:colId xmlns:a16="http://schemas.microsoft.com/office/drawing/2014/main" val="2553409394"/>
                    </a:ext>
                  </a:extLst>
                </a:gridCol>
              </a:tblGrid>
              <a:tr h="624514"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63760022"/>
                  </a:ext>
                </a:extLst>
              </a:tr>
              <a:tr h="623146"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57606215"/>
                  </a:ext>
                </a:extLst>
              </a:tr>
              <a:tr h="623146"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8693940"/>
                  </a:ext>
                </a:extLst>
              </a:tr>
            </a:tbl>
          </a:graphicData>
        </a:graphic>
      </p:graphicFrame>
      <p:graphicFrame>
        <p:nvGraphicFramePr>
          <p:cNvPr id="15" name="Table 14">
            <a:extLst>
              <a:ext uri="{FF2B5EF4-FFF2-40B4-BE49-F238E27FC236}">
                <a16:creationId xmlns:a16="http://schemas.microsoft.com/office/drawing/2014/main" id="{4FE2DA72-78F4-437E-AA8B-E7D5DF47DE3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7355289"/>
              </p:ext>
            </p:extLst>
          </p:nvPr>
        </p:nvGraphicFramePr>
        <p:xfrm>
          <a:off x="6007367" y="4914042"/>
          <a:ext cx="1869438" cy="187080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23146">
                  <a:extLst>
                    <a:ext uri="{9D8B030D-6E8A-4147-A177-3AD203B41FA5}">
                      <a16:colId xmlns:a16="http://schemas.microsoft.com/office/drawing/2014/main" val="672934680"/>
                    </a:ext>
                  </a:extLst>
                </a:gridCol>
                <a:gridCol w="623146">
                  <a:extLst>
                    <a:ext uri="{9D8B030D-6E8A-4147-A177-3AD203B41FA5}">
                      <a16:colId xmlns:a16="http://schemas.microsoft.com/office/drawing/2014/main" val="925003460"/>
                    </a:ext>
                  </a:extLst>
                </a:gridCol>
                <a:gridCol w="623146">
                  <a:extLst>
                    <a:ext uri="{9D8B030D-6E8A-4147-A177-3AD203B41FA5}">
                      <a16:colId xmlns:a16="http://schemas.microsoft.com/office/drawing/2014/main" val="2553409394"/>
                    </a:ext>
                  </a:extLst>
                </a:gridCol>
              </a:tblGrid>
              <a:tr h="624514"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63760022"/>
                  </a:ext>
                </a:extLst>
              </a:tr>
              <a:tr h="623146"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57606215"/>
                  </a:ext>
                </a:extLst>
              </a:tr>
              <a:tr h="623146"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8693940"/>
                  </a:ext>
                </a:extLst>
              </a:tr>
            </a:tbl>
          </a:graphicData>
        </a:graphic>
      </p:graphicFrame>
      <p:graphicFrame>
        <p:nvGraphicFramePr>
          <p:cNvPr id="16" name="Table 15">
            <a:extLst>
              <a:ext uri="{FF2B5EF4-FFF2-40B4-BE49-F238E27FC236}">
                <a16:creationId xmlns:a16="http://schemas.microsoft.com/office/drawing/2014/main" id="{6BB7F846-3757-45E8-B86C-628E47A78F7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74402805"/>
              </p:ext>
            </p:extLst>
          </p:nvPr>
        </p:nvGraphicFramePr>
        <p:xfrm>
          <a:off x="7989841" y="4914042"/>
          <a:ext cx="1869438" cy="187080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23146">
                  <a:extLst>
                    <a:ext uri="{9D8B030D-6E8A-4147-A177-3AD203B41FA5}">
                      <a16:colId xmlns:a16="http://schemas.microsoft.com/office/drawing/2014/main" val="672934680"/>
                    </a:ext>
                  </a:extLst>
                </a:gridCol>
                <a:gridCol w="623146">
                  <a:extLst>
                    <a:ext uri="{9D8B030D-6E8A-4147-A177-3AD203B41FA5}">
                      <a16:colId xmlns:a16="http://schemas.microsoft.com/office/drawing/2014/main" val="925003460"/>
                    </a:ext>
                  </a:extLst>
                </a:gridCol>
                <a:gridCol w="623146">
                  <a:extLst>
                    <a:ext uri="{9D8B030D-6E8A-4147-A177-3AD203B41FA5}">
                      <a16:colId xmlns:a16="http://schemas.microsoft.com/office/drawing/2014/main" val="2553409394"/>
                    </a:ext>
                  </a:extLst>
                </a:gridCol>
              </a:tblGrid>
              <a:tr h="624514"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63760022"/>
                  </a:ext>
                </a:extLst>
              </a:tr>
              <a:tr h="623146"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57606215"/>
                  </a:ext>
                </a:extLst>
              </a:tr>
              <a:tr h="623146"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869394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51884495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E94EE51F-7A9F-BBA6-4D52-96A950D8E45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 algn="ctr">
              <a:buNone/>
            </a:pPr>
            <a:r>
              <a:rPr lang="ru-RU" dirty="0"/>
              <a:t>Суроолор барбы?</a:t>
            </a:r>
          </a:p>
          <a:p>
            <a:pPr marL="0" indent="0" algn="ctr">
              <a:buNone/>
            </a:pPr>
            <a:r>
              <a:rPr lang="ru-RU" dirty="0"/>
              <a:t>Комментарийлер?</a:t>
            </a:r>
          </a:p>
          <a:p>
            <a:pPr marL="0" indent="0" algn="ctr">
              <a:buNone/>
            </a:pPr>
            <a:r>
              <a:rPr lang="ru-RU" dirty="0"/>
              <a:t>Сунуштар?</a:t>
            </a:r>
          </a:p>
          <a:p>
            <a:pPr marL="0" indent="0" algn="ctr">
              <a:buNone/>
            </a:pPr>
            <a:endParaRPr lang="ru-RU" dirty="0"/>
          </a:p>
          <a:p>
            <a:pPr marL="0" indent="0" algn="ctr">
              <a:buNone/>
            </a:pPr>
            <a:r>
              <a:rPr lang="ru-RU" dirty="0"/>
              <a:t>…же ката таптыңызбы!?</a:t>
            </a:r>
          </a:p>
          <a:p>
            <a:pPr marL="0" indent="0" algn="ctr">
              <a:buNone/>
            </a:pPr>
            <a:endParaRPr lang="ru-RU" dirty="0"/>
          </a:p>
          <a:p>
            <a:pPr marL="0" indent="0" algn="ctr">
              <a:buNone/>
            </a:pPr>
            <a:r>
              <a:rPr lang="ru-RU" dirty="0"/>
              <a:t>Түрдүү пикирлер үчүн ыраазычылык билдиребиз.</a:t>
            </a:r>
          </a:p>
          <a:p>
            <a:pPr marL="0" indent="0" algn="ctr">
              <a:buNone/>
            </a:pPr>
            <a:endParaRPr lang="ru-RU" dirty="0"/>
          </a:p>
          <a:p>
            <a:pPr marL="0" indent="0" algn="ctr">
              <a:buNone/>
            </a:pPr>
            <a:r>
              <a:rPr lang="ru-RU" dirty="0"/>
              <a:t>Сураныч, электрондук кат жөнөтүңүз:</a:t>
            </a:r>
          </a:p>
          <a:p>
            <a:pPr marL="0" indent="0" algn="ctr">
              <a:buNone/>
            </a:pPr>
            <a:endParaRPr lang="ru-RU" dirty="0"/>
          </a:p>
          <a:p>
            <a:pPr marL="0" indent="0" algn="ctr">
              <a:buNone/>
            </a:pPr>
            <a:r>
              <a:rPr lang="en-US" dirty="0"/>
              <a:t>mathematicskgz@gmail.com</a:t>
            </a:r>
          </a:p>
        </p:txBody>
      </p:sp>
    </p:spTree>
    <p:extLst>
      <p:ext uri="{BB962C8B-B14F-4D97-AF65-F5344CB8AC3E}">
        <p14:creationId xmlns:p14="http://schemas.microsoft.com/office/powerpoint/2010/main" val="151558443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noFill/>
        <a:ln w="28575">
          <a:solidFill>
            <a:schemeClr val="tx1"/>
          </a:solidFill>
        </a:ln>
      </a:spPr>
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defRPr sz="195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28575">
          <a:solidFill>
            <a:schemeClr val="tx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2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TM04033937[[fn=Vapor Trail]]</Template>
  <TotalTime>8776</TotalTime>
  <Words>512</Words>
  <Application>Microsoft Office PowerPoint</Application>
  <PresentationFormat>A4 Paper (210x297 mm)</PresentationFormat>
  <Paragraphs>359</Paragraphs>
  <Slides>21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21</vt:i4>
      </vt:variant>
    </vt:vector>
  </HeadingPairs>
  <TitlesOfParts>
    <vt:vector size="26" baseType="lpstr">
      <vt:lpstr>Arial</vt:lpstr>
      <vt:lpstr>Calibri Light</vt:lpstr>
      <vt:lpstr>Calibri</vt:lpstr>
      <vt:lpstr>Office Theme</vt:lpstr>
      <vt:lpstr>2_Office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Kite</dc:creator>
  <cp:lastModifiedBy>Isa Amanov</cp:lastModifiedBy>
  <cp:revision>398</cp:revision>
  <cp:lastPrinted>2019-01-13T10:18:41Z</cp:lastPrinted>
  <dcterms:created xsi:type="dcterms:W3CDTF">2017-01-17T16:57:04Z</dcterms:created>
  <dcterms:modified xsi:type="dcterms:W3CDTF">2024-05-22T12:24:22Z</dcterms:modified>
</cp:coreProperties>
</file>