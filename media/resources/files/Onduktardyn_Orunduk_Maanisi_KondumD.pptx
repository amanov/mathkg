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1"/>
  </p:notesMasterIdLst>
  <p:sldIdLst>
    <p:sldId id="945" r:id="rId2"/>
    <p:sldId id="950" r:id="rId3"/>
    <p:sldId id="951" r:id="rId4"/>
    <p:sldId id="955" r:id="rId5"/>
    <p:sldId id="956" r:id="rId6"/>
    <p:sldId id="958" r:id="rId7"/>
    <p:sldId id="953" r:id="rId8"/>
    <p:sldId id="954" r:id="rId9"/>
    <p:sldId id="947" r:id="rId10"/>
  </p:sldIdLst>
  <p:sldSz cx="9906000" cy="6858000" type="A4"/>
  <p:notesSz cx="7104063" cy="10234613"/>
  <p:embeddedFontLst>
    <p:embeddedFont>
      <p:font typeface="Cambria Math" panose="02040503050406030204" pitchFamily="18" charset="0"/>
      <p:regular r:id="rId12"/>
    </p:embeddedFont>
    <p:embeddedFont>
      <p:font typeface="Cooper Black" panose="0208090404030B020404" pitchFamily="18" charset="0"/>
      <p:regular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FB448B5C-C6CF-422B-AAF2-DB5112525722}">
          <p14:sldIdLst>
            <p14:sldId id="945"/>
          </p14:sldIdLst>
        </p14:section>
        <p14:section name="Көрсөтүү үчүн" id="{059544AC-2C27-45B1-9F95-F87DF8854DD6}">
          <p14:sldIdLst>
            <p14:sldId id="950"/>
            <p14:sldId id="951"/>
          </p14:sldIdLst>
        </p14:section>
        <p14:section name="Жооптор" id="{1FEDB314-42DC-4694-9B04-D4A4AAE625F7}">
          <p14:sldIdLst>
            <p14:sldId id="955"/>
            <p14:sldId id="956"/>
          </p14:sldIdLst>
        </p14:section>
        <p14:section name="Таркатма иш кагаздар" id="{A78D9305-6AAE-4715-A210-52F6908F30F7}">
          <p14:sldIdLst>
            <p14:sldId id="958"/>
            <p14:sldId id="953"/>
            <p14:sldId id="954"/>
          </p14:sldIdLst>
        </p14:section>
        <p14:section name="Кайтарым байланыш" id="{F4F1B14E-D704-495F-A4C5-F3C7778EEB8B}">
          <p14:sldIdLst>
            <p14:sldId id="9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7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0F66EF7-ED3B-3D57-4D0F-525F90939091}"/>
              </a:ext>
            </a:extLst>
          </p:cNvPr>
          <p:cNvSpPr txBox="1">
            <a:spLocks/>
          </p:cNvSpPr>
          <p:nvPr/>
        </p:nvSpPr>
        <p:spPr>
          <a:xfrm>
            <a:off x="116840" y="1754505"/>
            <a:ext cx="960628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сандар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</a:t>
            </a: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Орундук мааниси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</a:t>
            </a:r>
            <a:r>
              <a:rPr lang="ky-KG" dirty="0">
                <a:solidFill>
                  <a:prstClr val="black"/>
                </a:solidFill>
                <a:latin typeface="Calibri" panose="020F0502020204030204"/>
              </a:rPr>
              <a:t>Көндүм Г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2 өлчөмдө.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A061C24-690F-D956-1244-FD7EB5DA5C3D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10625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421EFED-2C90-8E72-7773-169264DD8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620" y="194425"/>
            <a:ext cx="8620760" cy="646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961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91120" y="-75133"/>
            <a:ext cx="17363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rPr>
              <a:t>Ооба... бирок </a:t>
            </a:r>
          </a:p>
          <a:p>
            <a:pPr algn="ctr"/>
            <a:r>
              <a:rPr lang="ky-KG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rPr>
              <a:t>Жок </a:t>
            </a:r>
            <a:r>
              <a:rPr lang="en-GB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  <a:sym typeface="Wingdings" panose="05000000000000000000" pitchFamily="2" charset="2"/>
              </a:rPr>
              <a:t></a:t>
            </a:r>
            <a:endParaRPr lang="en-GB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3443677" y="17199"/>
            <a:ext cx="46004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Бул орундардын мааниси таблицалары туура эмес толтурулган! </a:t>
            </a:r>
          </a:p>
          <a:p>
            <a:pPr algn="ctr"/>
            <a:r>
              <a:rPr lang="ky-KG" sz="1200" dirty="0"/>
              <a:t>Ар бир таблицаны оңдоп, чекиттүү сызыкка ондук санды жазыңыз.</a:t>
            </a:r>
            <a:endParaRPr lang="en-GB" sz="1200" dirty="0"/>
          </a:p>
        </p:txBody>
      </p:sp>
      <p:graphicFrame>
        <p:nvGraphicFramePr>
          <p:cNvPr id="13" name="Table 5">
            <a:extLst>
              <a:ext uri="{FF2B5EF4-FFF2-40B4-BE49-F238E27FC236}">
                <a16:creationId xmlns:a16="http://schemas.microsoft.com/office/drawing/2014/main" id="{C4C45624-CD2C-4E3D-BA18-7BEC9A5891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6817513"/>
              </p:ext>
            </p:extLst>
          </p:nvPr>
        </p:nvGraphicFramePr>
        <p:xfrm>
          <a:off x="504932" y="571198"/>
          <a:ext cx="846278" cy="1429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788899"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018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0002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452227AD-4334-4841-A494-5B13888F55EC}"/>
              </a:ext>
            </a:extLst>
          </p:cNvPr>
          <p:cNvSpPr/>
          <p:nvPr/>
        </p:nvSpPr>
        <p:spPr>
          <a:xfrm>
            <a:off x="894108" y="150474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6F07AB2-698A-4AFA-9BB8-886EB7209E57}"/>
              </a:ext>
            </a:extLst>
          </p:cNvPr>
          <p:cNvSpPr/>
          <p:nvPr/>
        </p:nvSpPr>
        <p:spPr>
          <a:xfrm>
            <a:off x="894108" y="182145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D7060D4-A5F4-4DB7-8668-F76E7D4F0E0C}"/>
              </a:ext>
            </a:extLst>
          </p:cNvPr>
          <p:cNvSpPr/>
          <p:nvPr/>
        </p:nvSpPr>
        <p:spPr>
          <a:xfrm>
            <a:off x="894108" y="96182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BAE701B-2F59-41D7-AC6E-98B4B74128E0}"/>
              </a:ext>
            </a:extLst>
          </p:cNvPr>
          <p:cNvCxnSpPr>
            <a:cxnSpLocks/>
          </p:cNvCxnSpPr>
          <p:nvPr/>
        </p:nvCxnSpPr>
        <p:spPr>
          <a:xfrm>
            <a:off x="280988" y="234950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1824CCF-34CB-4006-8A7D-19D525495AB8}"/>
              </a:ext>
            </a:extLst>
          </p:cNvPr>
          <p:cNvSpPr txBox="1"/>
          <p:nvPr/>
        </p:nvSpPr>
        <p:spPr>
          <a:xfrm>
            <a:off x="17952" y="360537"/>
            <a:ext cx="304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27" name="Table 5">
            <a:extLst>
              <a:ext uri="{FF2B5EF4-FFF2-40B4-BE49-F238E27FC236}">
                <a16:creationId xmlns:a16="http://schemas.microsoft.com/office/drawing/2014/main" id="{1C09F5F6-7DC0-4697-8DF6-F84B141B59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1873878"/>
              </p:ext>
            </p:extLst>
          </p:nvPr>
        </p:nvGraphicFramePr>
        <p:xfrm>
          <a:off x="2482798" y="571198"/>
          <a:ext cx="846278" cy="1429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7888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018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0002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28" name="Oval 27">
            <a:extLst>
              <a:ext uri="{FF2B5EF4-FFF2-40B4-BE49-F238E27FC236}">
                <a16:creationId xmlns:a16="http://schemas.microsoft.com/office/drawing/2014/main" id="{31E7CB14-7B88-4439-A620-AF49F8CA31D8}"/>
              </a:ext>
            </a:extLst>
          </p:cNvPr>
          <p:cNvSpPr/>
          <p:nvPr/>
        </p:nvSpPr>
        <p:spPr>
          <a:xfrm>
            <a:off x="2871974" y="150474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D0A03E3-11D1-4C6F-878D-2368A90A3C24}"/>
              </a:ext>
            </a:extLst>
          </p:cNvPr>
          <p:cNvSpPr/>
          <p:nvPr/>
        </p:nvSpPr>
        <p:spPr>
          <a:xfrm>
            <a:off x="2871974" y="182145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0B55C70-3028-48FC-932A-AD7EB8D4B933}"/>
              </a:ext>
            </a:extLst>
          </p:cNvPr>
          <p:cNvSpPr/>
          <p:nvPr/>
        </p:nvSpPr>
        <p:spPr>
          <a:xfrm>
            <a:off x="2871974" y="96182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A9A2298-AAA3-43AF-AC1A-83D5B716B11B}"/>
              </a:ext>
            </a:extLst>
          </p:cNvPr>
          <p:cNvCxnSpPr>
            <a:cxnSpLocks/>
          </p:cNvCxnSpPr>
          <p:nvPr/>
        </p:nvCxnSpPr>
        <p:spPr>
          <a:xfrm>
            <a:off x="2246948" y="234950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F605C88-CE9A-466A-85D3-E115AE8C4B6C}"/>
              </a:ext>
            </a:extLst>
          </p:cNvPr>
          <p:cNvSpPr txBox="1"/>
          <p:nvPr/>
        </p:nvSpPr>
        <p:spPr>
          <a:xfrm>
            <a:off x="1979904" y="360537"/>
            <a:ext cx="312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40" name="Table 5">
            <a:extLst>
              <a:ext uri="{FF2B5EF4-FFF2-40B4-BE49-F238E27FC236}">
                <a16:creationId xmlns:a16="http://schemas.microsoft.com/office/drawing/2014/main" id="{B2A37411-F4DD-4AD2-97A6-B4815FAAF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706365"/>
              </p:ext>
            </p:extLst>
          </p:nvPr>
        </p:nvGraphicFramePr>
        <p:xfrm>
          <a:off x="4539563" y="571198"/>
          <a:ext cx="846278" cy="1429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7888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018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0002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41" name="Oval 40">
            <a:extLst>
              <a:ext uri="{FF2B5EF4-FFF2-40B4-BE49-F238E27FC236}">
                <a16:creationId xmlns:a16="http://schemas.microsoft.com/office/drawing/2014/main" id="{2E30FAA4-EEAB-43A4-9691-86796F65E69F}"/>
              </a:ext>
            </a:extLst>
          </p:cNvPr>
          <p:cNvSpPr/>
          <p:nvPr/>
        </p:nvSpPr>
        <p:spPr>
          <a:xfrm>
            <a:off x="4928739" y="150474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9C328C6-63F9-41C5-8B60-DA56FD6EB3B3}"/>
              </a:ext>
            </a:extLst>
          </p:cNvPr>
          <p:cNvSpPr/>
          <p:nvPr/>
        </p:nvSpPr>
        <p:spPr>
          <a:xfrm>
            <a:off x="4928739" y="182145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139DC8E-0686-4FC1-8F87-9855A87EE988}"/>
              </a:ext>
            </a:extLst>
          </p:cNvPr>
          <p:cNvSpPr/>
          <p:nvPr/>
        </p:nvSpPr>
        <p:spPr>
          <a:xfrm>
            <a:off x="4928739" y="96182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3C7376A-B9CF-4DA7-81EA-96BAFE8ADA4C}"/>
              </a:ext>
            </a:extLst>
          </p:cNvPr>
          <p:cNvCxnSpPr>
            <a:cxnSpLocks/>
          </p:cNvCxnSpPr>
          <p:nvPr/>
        </p:nvCxnSpPr>
        <p:spPr>
          <a:xfrm>
            <a:off x="4319588" y="234950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30BAA91-1B88-4E11-B681-C4383018FA61}"/>
              </a:ext>
            </a:extLst>
          </p:cNvPr>
          <p:cNvSpPr txBox="1"/>
          <p:nvPr/>
        </p:nvSpPr>
        <p:spPr>
          <a:xfrm>
            <a:off x="4056552" y="360537"/>
            <a:ext cx="304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5F77ADC-6A83-46C0-97C4-CB431F3563F6}"/>
              </a:ext>
            </a:extLst>
          </p:cNvPr>
          <p:cNvCxnSpPr>
            <a:cxnSpLocks/>
          </p:cNvCxnSpPr>
          <p:nvPr/>
        </p:nvCxnSpPr>
        <p:spPr>
          <a:xfrm>
            <a:off x="6392228" y="234950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6428D54-4192-4786-994D-E681B2DACF07}"/>
              </a:ext>
            </a:extLst>
          </p:cNvPr>
          <p:cNvSpPr txBox="1"/>
          <p:nvPr/>
        </p:nvSpPr>
        <p:spPr>
          <a:xfrm>
            <a:off x="6139612" y="360537"/>
            <a:ext cx="2840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54" name="Table 5">
            <a:extLst>
              <a:ext uri="{FF2B5EF4-FFF2-40B4-BE49-F238E27FC236}">
                <a16:creationId xmlns:a16="http://schemas.microsoft.com/office/drawing/2014/main" id="{99019CA1-945A-4D23-818A-6ABA1A2BEB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841119"/>
              </p:ext>
            </p:extLst>
          </p:nvPr>
        </p:nvGraphicFramePr>
        <p:xfrm>
          <a:off x="8462593" y="571198"/>
          <a:ext cx="1269417" cy="1429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7888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үлү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018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0002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55" name="Oval 54">
            <a:extLst>
              <a:ext uri="{FF2B5EF4-FFF2-40B4-BE49-F238E27FC236}">
                <a16:creationId xmlns:a16="http://schemas.microsoft.com/office/drawing/2014/main" id="{9DF86289-8304-41F3-9C6E-9F52C4D5ABB0}"/>
              </a:ext>
            </a:extLst>
          </p:cNvPr>
          <p:cNvSpPr/>
          <p:nvPr/>
        </p:nvSpPr>
        <p:spPr>
          <a:xfrm>
            <a:off x="8851769" y="150474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DFD6FBF-BFED-4981-8469-205D870493ED}"/>
              </a:ext>
            </a:extLst>
          </p:cNvPr>
          <p:cNvSpPr/>
          <p:nvPr/>
        </p:nvSpPr>
        <p:spPr>
          <a:xfrm>
            <a:off x="8851769" y="182145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0C2D0764-E291-4D98-AA90-FE6586A869AA}"/>
              </a:ext>
            </a:extLst>
          </p:cNvPr>
          <p:cNvSpPr/>
          <p:nvPr/>
        </p:nvSpPr>
        <p:spPr>
          <a:xfrm>
            <a:off x="8851769" y="96182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69148C5-C8FF-4FEE-A504-0446DF65E811}"/>
              </a:ext>
            </a:extLst>
          </p:cNvPr>
          <p:cNvCxnSpPr>
            <a:cxnSpLocks/>
          </p:cNvCxnSpPr>
          <p:nvPr/>
        </p:nvCxnSpPr>
        <p:spPr>
          <a:xfrm>
            <a:off x="8464868" y="234950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915CA67A-C083-48AB-9C67-D8A20F8EDA10}"/>
              </a:ext>
            </a:extLst>
          </p:cNvPr>
          <p:cNvSpPr txBox="1"/>
          <p:nvPr/>
        </p:nvSpPr>
        <p:spPr>
          <a:xfrm>
            <a:off x="8195420" y="360537"/>
            <a:ext cx="317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65" name="Table 5">
            <a:extLst>
              <a:ext uri="{FF2B5EF4-FFF2-40B4-BE49-F238E27FC236}">
                <a16:creationId xmlns:a16="http://schemas.microsoft.com/office/drawing/2014/main" id="{85692B5C-9716-4CBD-B19E-43B2D1757D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1666057"/>
              </p:ext>
            </p:extLst>
          </p:nvPr>
        </p:nvGraphicFramePr>
        <p:xfrm>
          <a:off x="278713" y="2862580"/>
          <a:ext cx="1269417" cy="1366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0617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66" name="Oval 65">
            <a:extLst>
              <a:ext uri="{FF2B5EF4-FFF2-40B4-BE49-F238E27FC236}">
                <a16:creationId xmlns:a16="http://schemas.microsoft.com/office/drawing/2014/main" id="{615347E9-5896-4D44-A4FD-58EA4E832C55}"/>
              </a:ext>
            </a:extLst>
          </p:cNvPr>
          <p:cNvSpPr/>
          <p:nvPr/>
        </p:nvSpPr>
        <p:spPr>
          <a:xfrm>
            <a:off x="667889" y="373359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E29BA079-B5C4-4E5A-B8FA-F0F9DCC852A9}"/>
              </a:ext>
            </a:extLst>
          </p:cNvPr>
          <p:cNvSpPr/>
          <p:nvPr/>
        </p:nvSpPr>
        <p:spPr>
          <a:xfrm>
            <a:off x="667889" y="405030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52328FED-AF61-4397-B38F-0E05236D1B93}"/>
              </a:ext>
            </a:extLst>
          </p:cNvPr>
          <p:cNvSpPr/>
          <p:nvPr/>
        </p:nvSpPr>
        <p:spPr>
          <a:xfrm>
            <a:off x="667889" y="319067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3E30632-AF0F-4476-B29C-5891740C7559}"/>
              </a:ext>
            </a:extLst>
          </p:cNvPr>
          <p:cNvCxnSpPr>
            <a:cxnSpLocks/>
          </p:cNvCxnSpPr>
          <p:nvPr/>
        </p:nvCxnSpPr>
        <p:spPr>
          <a:xfrm>
            <a:off x="280988" y="457835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4B0B520B-8826-4C40-B203-079D882443F2}"/>
              </a:ext>
            </a:extLst>
          </p:cNvPr>
          <p:cNvSpPr txBox="1"/>
          <p:nvPr/>
        </p:nvSpPr>
        <p:spPr>
          <a:xfrm>
            <a:off x="16349" y="258938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A6B00A3C-D2F4-464A-AE25-E1FA1807824C}"/>
              </a:ext>
            </a:extLst>
          </p:cNvPr>
          <p:cNvCxnSpPr>
            <a:cxnSpLocks/>
          </p:cNvCxnSpPr>
          <p:nvPr/>
        </p:nvCxnSpPr>
        <p:spPr>
          <a:xfrm>
            <a:off x="2246948" y="457835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CBEF1FF-0869-4BFC-BC19-DF3F47BEC287}"/>
              </a:ext>
            </a:extLst>
          </p:cNvPr>
          <p:cNvSpPr txBox="1"/>
          <p:nvPr/>
        </p:nvSpPr>
        <p:spPr>
          <a:xfrm>
            <a:off x="1982309" y="258938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ё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79" name="Table 5">
            <a:extLst>
              <a:ext uri="{FF2B5EF4-FFF2-40B4-BE49-F238E27FC236}">
                <a16:creationId xmlns:a16="http://schemas.microsoft.com/office/drawing/2014/main" id="{33CABCC1-9235-43CD-8BEA-86739C727C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254857"/>
              </p:ext>
            </p:extLst>
          </p:nvPr>
        </p:nvGraphicFramePr>
        <p:xfrm>
          <a:off x="4317313" y="2862580"/>
          <a:ext cx="1269417" cy="1366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0617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80" name="Oval 79">
            <a:extLst>
              <a:ext uri="{FF2B5EF4-FFF2-40B4-BE49-F238E27FC236}">
                <a16:creationId xmlns:a16="http://schemas.microsoft.com/office/drawing/2014/main" id="{C31CFD89-E368-4E07-93E7-D9D6C41E2F06}"/>
              </a:ext>
            </a:extLst>
          </p:cNvPr>
          <p:cNvSpPr/>
          <p:nvPr/>
        </p:nvSpPr>
        <p:spPr>
          <a:xfrm>
            <a:off x="4706489" y="373359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BDC4CC08-6DD9-484B-BB88-2F5488F7F685}"/>
              </a:ext>
            </a:extLst>
          </p:cNvPr>
          <p:cNvSpPr/>
          <p:nvPr/>
        </p:nvSpPr>
        <p:spPr>
          <a:xfrm>
            <a:off x="4706489" y="405030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4A67CFCF-C452-4FB4-989C-EA08F035EE8D}"/>
              </a:ext>
            </a:extLst>
          </p:cNvPr>
          <p:cNvSpPr/>
          <p:nvPr/>
        </p:nvSpPr>
        <p:spPr>
          <a:xfrm>
            <a:off x="4706489" y="319067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019C2334-8B9B-4072-A3BC-6ECDB1CD5D88}"/>
              </a:ext>
            </a:extLst>
          </p:cNvPr>
          <p:cNvCxnSpPr>
            <a:cxnSpLocks/>
          </p:cNvCxnSpPr>
          <p:nvPr/>
        </p:nvCxnSpPr>
        <p:spPr>
          <a:xfrm>
            <a:off x="4319588" y="457835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D1056AEA-94A5-4B3D-939C-DD7DF50FE376}"/>
              </a:ext>
            </a:extLst>
          </p:cNvPr>
          <p:cNvSpPr txBox="1"/>
          <p:nvPr/>
        </p:nvSpPr>
        <p:spPr>
          <a:xfrm>
            <a:off x="4040522" y="2589387"/>
            <a:ext cx="3369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ж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39D3E9BD-1EBB-4D0E-9D59-76F8DA0A809A}"/>
              </a:ext>
            </a:extLst>
          </p:cNvPr>
          <p:cNvCxnSpPr>
            <a:cxnSpLocks/>
          </p:cNvCxnSpPr>
          <p:nvPr/>
        </p:nvCxnSpPr>
        <p:spPr>
          <a:xfrm>
            <a:off x="6392228" y="457835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434227CF-F788-4354-8AB9-0AC8E524F803}"/>
              </a:ext>
            </a:extLst>
          </p:cNvPr>
          <p:cNvSpPr txBox="1"/>
          <p:nvPr/>
        </p:nvSpPr>
        <p:spPr>
          <a:xfrm>
            <a:off x="6133200" y="2589387"/>
            <a:ext cx="296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з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89" name="Table 5">
            <a:extLst>
              <a:ext uri="{FF2B5EF4-FFF2-40B4-BE49-F238E27FC236}">
                <a16:creationId xmlns:a16="http://schemas.microsoft.com/office/drawing/2014/main" id="{B00FD361-17B1-4639-9656-8200C2F3F8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5735644"/>
              </p:ext>
            </p:extLst>
          </p:nvPr>
        </p:nvGraphicFramePr>
        <p:xfrm>
          <a:off x="8510732" y="2862580"/>
          <a:ext cx="966414" cy="1366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207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83207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06179"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жарым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90" name="Oval 89">
            <a:extLst>
              <a:ext uri="{FF2B5EF4-FFF2-40B4-BE49-F238E27FC236}">
                <a16:creationId xmlns:a16="http://schemas.microsoft.com/office/drawing/2014/main" id="{300644C3-76D7-4D1C-AC05-BEB41E3163F7}"/>
              </a:ext>
            </a:extLst>
          </p:cNvPr>
          <p:cNvSpPr/>
          <p:nvPr/>
        </p:nvSpPr>
        <p:spPr>
          <a:xfrm>
            <a:off x="9020044" y="373359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86B2A249-8379-4644-B088-9E8949BFFB4F}"/>
              </a:ext>
            </a:extLst>
          </p:cNvPr>
          <p:cNvSpPr/>
          <p:nvPr/>
        </p:nvSpPr>
        <p:spPr>
          <a:xfrm>
            <a:off x="9020044" y="405030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6B9BB14A-44EF-496D-AE2C-E7BE3958247D}"/>
              </a:ext>
            </a:extLst>
          </p:cNvPr>
          <p:cNvSpPr/>
          <p:nvPr/>
        </p:nvSpPr>
        <p:spPr>
          <a:xfrm>
            <a:off x="9020044" y="319067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BAA5014F-9B0C-4A93-A23D-67A108CA3DA1}"/>
              </a:ext>
            </a:extLst>
          </p:cNvPr>
          <p:cNvCxnSpPr>
            <a:cxnSpLocks/>
          </p:cNvCxnSpPr>
          <p:nvPr/>
        </p:nvCxnSpPr>
        <p:spPr>
          <a:xfrm>
            <a:off x="8464868" y="457835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73B119BF-8EB6-4BB5-A56F-91BCF7F5BEE4}"/>
              </a:ext>
            </a:extLst>
          </p:cNvPr>
          <p:cNvSpPr txBox="1"/>
          <p:nvPr/>
        </p:nvSpPr>
        <p:spPr>
          <a:xfrm>
            <a:off x="8197023" y="2589387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и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6" name="Table 5">
                <a:extLst>
                  <a:ext uri="{FF2B5EF4-FFF2-40B4-BE49-F238E27FC236}">
                    <a16:creationId xmlns:a16="http://schemas.microsoft.com/office/drawing/2014/main" id="{D86323DF-A3C3-4A31-88B8-41537BAB214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89953" y="2860036"/>
              <a:ext cx="1269531" cy="136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317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756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17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6" name="Table 5">
                <a:extLst>
                  <a:ext uri="{FF2B5EF4-FFF2-40B4-BE49-F238E27FC236}">
                    <a16:creationId xmlns:a16="http://schemas.microsoft.com/office/drawing/2014/main" id="{D86323DF-A3C3-4A31-88B8-41537BAB214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89953" y="2860036"/>
              <a:ext cx="1269531" cy="136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317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756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29" t="-806" r="-201429" b="-83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899" t="-806" r="-104348" b="-83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806" r="-2857" b="-830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17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7" name="Oval 96">
            <a:extLst>
              <a:ext uri="{FF2B5EF4-FFF2-40B4-BE49-F238E27FC236}">
                <a16:creationId xmlns:a16="http://schemas.microsoft.com/office/drawing/2014/main" id="{D329C2FC-B586-4ECA-8AF5-65F756C17FDD}"/>
              </a:ext>
            </a:extLst>
          </p:cNvPr>
          <p:cNvSpPr/>
          <p:nvPr/>
        </p:nvSpPr>
        <p:spPr>
          <a:xfrm>
            <a:off x="6780831" y="3726650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1C3ED11F-1695-4E28-8A28-D87690B6682D}"/>
              </a:ext>
            </a:extLst>
          </p:cNvPr>
          <p:cNvSpPr/>
          <p:nvPr/>
        </p:nvSpPr>
        <p:spPr>
          <a:xfrm>
            <a:off x="6780831" y="4043357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17BB2423-6469-467E-9F32-09BE3B0760F0}"/>
              </a:ext>
            </a:extLst>
          </p:cNvPr>
          <p:cNvSpPr/>
          <p:nvPr/>
        </p:nvSpPr>
        <p:spPr>
          <a:xfrm>
            <a:off x="6780831" y="3183725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100" name="Table 5">
            <a:extLst>
              <a:ext uri="{FF2B5EF4-FFF2-40B4-BE49-F238E27FC236}">
                <a16:creationId xmlns:a16="http://schemas.microsoft.com/office/drawing/2014/main" id="{ACD46838-4D4D-4A18-B026-356C0F9E2F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6887386"/>
              </p:ext>
            </p:extLst>
          </p:nvPr>
        </p:nvGraphicFramePr>
        <p:xfrm>
          <a:off x="278713" y="4968967"/>
          <a:ext cx="1420473" cy="14604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491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67542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37944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8062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7215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жарым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7023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230D264-E7CB-4EC4-B234-5D880D72870C}"/>
              </a:ext>
            </a:extLst>
          </p:cNvPr>
          <p:cNvCxnSpPr>
            <a:cxnSpLocks/>
          </p:cNvCxnSpPr>
          <p:nvPr/>
        </p:nvCxnSpPr>
        <p:spPr>
          <a:xfrm>
            <a:off x="280988" y="6778625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B778C8A2-B6A5-42DB-B375-57AA559B9CF2}"/>
              </a:ext>
            </a:extLst>
          </p:cNvPr>
          <p:cNvSpPr txBox="1"/>
          <p:nvPr/>
        </p:nvSpPr>
        <p:spPr>
          <a:xfrm>
            <a:off x="13143" y="4789662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й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E4D0B37B-643F-4C69-B310-7A6151957425}"/>
              </a:ext>
            </a:extLst>
          </p:cNvPr>
          <p:cNvCxnSpPr>
            <a:cxnSpLocks/>
          </p:cNvCxnSpPr>
          <p:nvPr/>
        </p:nvCxnSpPr>
        <p:spPr>
          <a:xfrm>
            <a:off x="2246948" y="6778625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AEC36D05-308C-4F2B-82B2-7DD945948FB9}"/>
              </a:ext>
            </a:extLst>
          </p:cNvPr>
          <p:cNvSpPr txBox="1"/>
          <p:nvPr/>
        </p:nvSpPr>
        <p:spPr>
          <a:xfrm>
            <a:off x="1984714" y="4789662"/>
            <a:ext cx="303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к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114" name="Table 5">
            <a:extLst>
              <a:ext uri="{FF2B5EF4-FFF2-40B4-BE49-F238E27FC236}">
                <a16:creationId xmlns:a16="http://schemas.microsoft.com/office/drawing/2014/main" id="{4B92C179-E652-42F1-9F4A-7B17F666C6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6975190"/>
              </p:ext>
            </p:extLst>
          </p:nvPr>
        </p:nvGraphicFramePr>
        <p:xfrm>
          <a:off x="4317313" y="4976909"/>
          <a:ext cx="1269417" cy="1452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8018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5435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5245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A13FE84D-5C57-4E6E-AC1F-7E2AFC204255}"/>
              </a:ext>
            </a:extLst>
          </p:cNvPr>
          <p:cNvCxnSpPr>
            <a:cxnSpLocks/>
          </p:cNvCxnSpPr>
          <p:nvPr/>
        </p:nvCxnSpPr>
        <p:spPr>
          <a:xfrm>
            <a:off x="4319588" y="6778625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0C8B08B3-1DB1-4BB8-9AAA-71735A3EDF24}"/>
              </a:ext>
            </a:extLst>
          </p:cNvPr>
          <p:cNvSpPr txBox="1"/>
          <p:nvPr/>
        </p:nvSpPr>
        <p:spPr>
          <a:xfrm>
            <a:off x="4054149" y="4789662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л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12CCFBF5-BF07-45C3-9B95-FDC3C858FAFA}"/>
              </a:ext>
            </a:extLst>
          </p:cNvPr>
          <p:cNvCxnSpPr>
            <a:cxnSpLocks/>
          </p:cNvCxnSpPr>
          <p:nvPr/>
        </p:nvCxnSpPr>
        <p:spPr>
          <a:xfrm>
            <a:off x="6392228" y="6778625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186A035F-484B-48CE-8D93-B7456FDEC17A}"/>
              </a:ext>
            </a:extLst>
          </p:cNvPr>
          <p:cNvSpPr txBox="1"/>
          <p:nvPr/>
        </p:nvSpPr>
        <p:spPr>
          <a:xfrm>
            <a:off x="6113964" y="4789662"/>
            <a:ext cx="335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м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124" name="Table 5">
            <a:extLst>
              <a:ext uri="{FF2B5EF4-FFF2-40B4-BE49-F238E27FC236}">
                <a16:creationId xmlns:a16="http://schemas.microsoft.com/office/drawing/2014/main" id="{DACBEE09-6BA2-4646-B4E2-FDE29CE2DC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90111"/>
              </p:ext>
            </p:extLst>
          </p:nvPr>
        </p:nvGraphicFramePr>
        <p:xfrm>
          <a:off x="8462593" y="4976909"/>
          <a:ext cx="1269417" cy="1146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8155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30991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59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217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</a:tbl>
          </a:graphicData>
        </a:graphic>
      </p:graphicFrame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E5B63F46-D70F-4996-8599-C471B9E97677}"/>
              </a:ext>
            </a:extLst>
          </p:cNvPr>
          <p:cNvCxnSpPr>
            <a:cxnSpLocks/>
          </p:cNvCxnSpPr>
          <p:nvPr/>
        </p:nvCxnSpPr>
        <p:spPr>
          <a:xfrm>
            <a:off x="8464868" y="6778625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5073A844-49F7-4DD6-9228-283235C36F68}"/>
              </a:ext>
            </a:extLst>
          </p:cNvPr>
          <p:cNvSpPr txBox="1"/>
          <p:nvPr/>
        </p:nvSpPr>
        <p:spPr>
          <a:xfrm>
            <a:off x="8197825" y="4789662"/>
            <a:ext cx="312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н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31" name="Table 5">
                <a:extLst>
                  <a:ext uri="{FF2B5EF4-FFF2-40B4-BE49-F238E27FC236}">
                    <a16:creationId xmlns:a16="http://schemas.microsoft.com/office/drawing/2014/main" id="{FADFB86C-4423-4FB1-8AEF-E46BBC9ABB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32806096"/>
                  </p:ext>
                </p:extLst>
              </p:nvPr>
            </p:nvGraphicFramePr>
            <p:xfrm>
              <a:off x="6389953" y="4975806"/>
              <a:ext cx="1269531" cy="14525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317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8027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249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37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24902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31" name="Table 5">
                <a:extLst>
                  <a:ext uri="{FF2B5EF4-FFF2-40B4-BE49-F238E27FC236}">
                    <a16:creationId xmlns:a16="http://schemas.microsoft.com/office/drawing/2014/main" id="{FADFB86C-4423-4FB1-8AEF-E46BBC9ABB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32806096"/>
                  </p:ext>
                </p:extLst>
              </p:nvPr>
            </p:nvGraphicFramePr>
            <p:xfrm>
              <a:off x="6389953" y="4975806"/>
              <a:ext cx="1269531" cy="14525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317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802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29" t="-758" r="-201429" b="-82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2899" t="-758" r="-104348" b="-82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758" r="-2857" b="-825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249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37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24902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43" name="Table 5">
            <a:extLst>
              <a:ext uri="{FF2B5EF4-FFF2-40B4-BE49-F238E27FC236}">
                <a16:creationId xmlns:a16="http://schemas.microsoft.com/office/drawing/2014/main" id="{29C5980E-F198-4D88-8073-7E9AF0F380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793058"/>
              </p:ext>
            </p:extLst>
          </p:nvPr>
        </p:nvGraphicFramePr>
        <p:xfrm>
          <a:off x="6390906" y="571198"/>
          <a:ext cx="1269417" cy="1429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7888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018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0002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144" name="Oval 143">
            <a:extLst>
              <a:ext uri="{FF2B5EF4-FFF2-40B4-BE49-F238E27FC236}">
                <a16:creationId xmlns:a16="http://schemas.microsoft.com/office/drawing/2014/main" id="{56945582-AB9A-4B8B-A319-904F16F7E078}"/>
              </a:ext>
            </a:extLst>
          </p:cNvPr>
          <p:cNvSpPr/>
          <p:nvPr/>
        </p:nvSpPr>
        <p:spPr>
          <a:xfrm>
            <a:off x="6780082" y="150474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892F6C3C-F299-4B5F-94CA-706EAEFFDFEE}"/>
              </a:ext>
            </a:extLst>
          </p:cNvPr>
          <p:cNvSpPr/>
          <p:nvPr/>
        </p:nvSpPr>
        <p:spPr>
          <a:xfrm>
            <a:off x="6780082" y="182145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0F609C62-D434-472C-962F-8D1E06EC7794}"/>
              </a:ext>
            </a:extLst>
          </p:cNvPr>
          <p:cNvSpPr/>
          <p:nvPr/>
        </p:nvSpPr>
        <p:spPr>
          <a:xfrm>
            <a:off x="6780082" y="96182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7" name="Table 5">
                <a:extLst>
                  <a:ext uri="{FF2B5EF4-FFF2-40B4-BE49-F238E27FC236}">
                    <a16:creationId xmlns:a16="http://schemas.microsoft.com/office/drawing/2014/main" id="{24162633-AC8B-4067-8541-7AD3F8C31E9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46146" y="2864365"/>
              <a:ext cx="1269531" cy="136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317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756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7" name="Table 5">
                <a:extLst>
                  <a:ext uri="{FF2B5EF4-FFF2-40B4-BE49-F238E27FC236}">
                    <a16:creationId xmlns:a16="http://schemas.microsoft.com/office/drawing/2014/main" id="{24162633-AC8B-4067-8541-7AD3F8C31E9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46146" y="2864365"/>
              <a:ext cx="1269531" cy="136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317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756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29" t="-800" r="-201429" b="-824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2899" t="-800" r="-104348" b="-824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800" r="-2857" b="-824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8" name="Oval 147">
            <a:extLst>
              <a:ext uri="{FF2B5EF4-FFF2-40B4-BE49-F238E27FC236}">
                <a16:creationId xmlns:a16="http://schemas.microsoft.com/office/drawing/2014/main" id="{FFCA35F5-9A92-4318-9C9D-7006A19FBD6A}"/>
              </a:ext>
            </a:extLst>
          </p:cNvPr>
          <p:cNvSpPr/>
          <p:nvPr/>
        </p:nvSpPr>
        <p:spPr>
          <a:xfrm>
            <a:off x="2637024" y="373097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F322E425-84BB-4AEF-B272-27E431F9A7E3}"/>
              </a:ext>
            </a:extLst>
          </p:cNvPr>
          <p:cNvSpPr/>
          <p:nvPr/>
        </p:nvSpPr>
        <p:spPr>
          <a:xfrm>
            <a:off x="2637024" y="404768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F15765B5-DA59-4F77-8498-D5B347EEB644}"/>
              </a:ext>
            </a:extLst>
          </p:cNvPr>
          <p:cNvSpPr/>
          <p:nvPr/>
        </p:nvSpPr>
        <p:spPr>
          <a:xfrm>
            <a:off x="2637024" y="318805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55" name="Table 5">
                <a:extLst>
                  <a:ext uri="{FF2B5EF4-FFF2-40B4-BE49-F238E27FC236}">
                    <a16:creationId xmlns:a16="http://schemas.microsoft.com/office/drawing/2014/main" id="{F7609678-2F6B-4E3F-8D78-8DF703489D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8718506"/>
                  </p:ext>
                </p:extLst>
              </p:nvPr>
            </p:nvGraphicFramePr>
            <p:xfrm>
              <a:off x="2241902" y="4975805"/>
              <a:ext cx="1537071" cy="14525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235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51235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51235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80270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249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жарым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24903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55" name="Table 5">
                <a:extLst>
                  <a:ext uri="{FF2B5EF4-FFF2-40B4-BE49-F238E27FC236}">
                    <a16:creationId xmlns:a16="http://schemas.microsoft.com/office/drawing/2014/main" id="{F7609678-2F6B-4E3F-8D78-8DF703489D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8718506"/>
                  </p:ext>
                </p:extLst>
              </p:nvPr>
            </p:nvGraphicFramePr>
            <p:xfrm>
              <a:off x="2241902" y="4975805"/>
              <a:ext cx="1537071" cy="14525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235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51235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51235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80270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90" t="-758" r="-203571" b="-82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000" t="-758" r="-101176" b="-82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2381" t="-758" r="-2381" b="-825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249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жарым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24903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0701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91120" y="-75133"/>
            <a:ext cx="17363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rPr>
              <a:t>Ооба... бирок </a:t>
            </a:r>
          </a:p>
          <a:p>
            <a:pPr algn="ctr"/>
            <a:r>
              <a:rPr lang="ky-KG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rPr>
              <a:t>Жок </a:t>
            </a:r>
            <a:r>
              <a:rPr lang="en-GB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  <a:sym typeface="Wingdings" panose="05000000000000000000" pitchFamily="2" charset="2"/>
              </a:rPr>
              <a:t></a:t>
            </a:r>
            <a:endParaRPr lang="en-GB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3443677" y="17199"/>
            <a:ext cx="46004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Бул орундардын мааниси таблицалары туура эмес толтурулган! </a:t>
            </a:r>
          </a:p>
          <a:p>
            <a:pPr algn="ctr"/>
            <a:r>
              <a:rPr lang="ky-KG" sz="1200" dirty="0"/>
              <a:t>Ар бир таблицаны оңдоп, чекиттүү сызыкка ондук санды жазыңыз.</a:t>
            </a:r>
            <a:endParaRPr lang="en-GB" sz="1200" dirty="0"/>
          </a:p>
        </p:txBody>
      </p:sp>
      <p:graphicFrame>
        <p:nvGraphicFramePr>
          <p:cNvPr id="13" name="Table 5">
            <a:extLst>
              <a:ext uri="{FF2B5EF4-FFF2-40B4-BE49-F238E27FC236}">
                <a16:creationId xmlns:a16="http://schemas.microsoft.com/office/drawing/2014/main" id="{C4C45624-CD2C-4E3D-BA18-7BEC9A5891C9}"/>
              </a:ext>
            </a:extLst>
          </p:cNvPr>
          <p:cNvGraphicFramePr>
            <a:graphicFrameLocks noGrp="1"/>
          </p:cNvGraphicFramePr>
          <p:nvPr/>
        </p:nvGraphicFramePr>
        <p:xfrm>
          <a:off x="504932" y="571198"/>
          <a:ext cx="846278" cy="1429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788899"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018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0002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452227AD-4334-4841-A494-5B13888F55EC}"/>
              </a:ext>
            </a:extLst>
          </p:cNvPr>
          <p:cNvSpPr/>
          <p:nvPr/>
        </p:nvSpPr>
        <p:spPr>
          <a:xfrm>
            <a:off x="894108" y="150474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6F07AB2-698A-4AFA-9BB8-886EB7209E57}"/>
              </a:ext>
            </a:extLst>
          </p:cNvPr>
          <p:cNvSpPr/>
          <p:nvPr/>
        </p:nvSpPr>
        <p:spPr>
          <a:xfrm>
            <a:off x="894108" y="182145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D7060D4-A5F4-4DB7-8668-F76E7D4F0E0C}"/>
              </a:ext>
            </a:extLst>
          </p:cNvPr>
          <p:cNvSpPr/>
          <p:nvPr/>
        </p:nvSpPr>
        <p:spPr>
          <a:xfrm>
            <a:off x="894108" y="96182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BAE701B-2F59-41D7-AC6E-98B4B74128E0}"/>
              </a:ext>
            </a:extLst>
          </p:cNvPr>
          <p:cNvCxnSpPr>
            <a:cxnSpLocks/>
          </p:cNvCxnSpPr>
          <p:nvPr/>
        </p:nvCxnSpPr>
        <p:spPr>
          <a:xfrm>
            <a:off x="280988" y="234950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1824CCF-34CB-4006-8A7D-19D525495AB8}"/>
              </a:ext>
            </a:extLst>
          </p:cNvPr>
          <p:cNvSpPr txBox="1"/>
          <p:nvPr/>
        </p:nvSpPr>
        <p:spPr>
          <a:xfrm>
            <a:off x="17952" y="360537"/>
            <a:ext cx="304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27" name="Table 5">
            <a:extLst>
              <a:ext uri="{FF2B5EF4-FFF2-40B4-BE49-F238E27FC236}">
                <a16:creationId xmlns:a16="http://schemas.microsoft.com/office/drawing/2014/main" id="{1C09F5F6-7DC0-4697-8DF6-F84B141B59B3}"/>
              </a:ext>
            </a:extLst>
          </p:cNvPr>
          <p:cNvGraphicFramePr>
            <a:graphicFrameLocks noGrp="1"/>
          </p:cNvGraphicFramePr>
          <p:nvPr/>
        </p:nvGraphicFramePr>
        <p:xfrm>
          <a:off x="2482798" y="571198"/>
          <a:ext cx="846278" cy="1429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7888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018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0002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28" name="Oval 27">
            <a:extLst>
              <a:ext uri="{FF2B5EF4-FFF2-40B4-BE49-F238E27FC236}">
                <a16:creationId xmlns:a16="http://schemas.microsoft.com/office/drawing/2014/main" id="{31E7CB14-7B88-4439-A620-AF49F8CA31D8}"/>
              </a:ext>
            </a:extLst>
          </p:cNvPr>
          <p:cNvSpPr/>
          <p:nvPr/>
        </p:nvSpPr>
        <p:spPr>
          <a:xfrm>
            <a:off x="2871974" y="150474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D0A03E3-11D1-4C6F-878D-2368A90A3C24}"/>
              </a:ext>
            </a:extLst>
          </p:cNvPr>
          <p:cNvSpPr/>
          <p:nvPr/>
        </p:nvSpPr>
        <p:spPr>
          <a:xfrm>
            <a:off x="2871974" y="182145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0B55C70-3028-48FC-932A-AD7EB8D4B933}"/>
              </a:ext>
            </a:extLst>
          </p:cNvPr>
          <p:cNvSpPr/>
          <p:nvPr/>
        </p:nvSpPr>
        <p:spPr>
          <a:xfrm>
            <a:off x="2871974" y="96182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A9A2298-AAA3-43AF-AC1A-83D5B716B11B}"/>
              </a:ext>
            </a:extLst>
          </p:cNvPr>
          <p:cNvCxnSpPr>
            <a:cxnSpLocks/>
          </p:cNvCxnSpPr>
          <p:nvPr/>
        </p:nvCxnSpPr>
        <p:spPr>
          <a:xfrm>
            <a:off x="2246948" y="234950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F605C88-CE9A-466A-85D3-E115AE8C4B6C}"/>
              </a:ext>
            </a:extLst>
          </p:cNvPr>
          <p:cNvSpPr txBox="1"/>
          <p:nvPr/>
        </p:nvSpPr>
        <p:spPr>
          <a:xfrm>
            <a:off x="1979904" y="360537"/>
            <a:ext cx="312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40" name="Table 5">
            <a:extLst>
              <a:ext uri="{FF2B5EF4-FFF2-40B4-BE49-F238E27FC236}">
                <a16:creationId xmlns:a16="http://schemas.microsoft.com/office/drawing/2014/main" id="{B2A37411-F4DD-4AD2-97A6-B4815FAAF95E}"/>
              </a:ext>
            </a:extLst>
          </p:cNvPr>
          <p:cNvGraphicFramePr>
            <a:graphicFrameLocks noGrp="1"/>
          </p:cNvGraphicFramePr>
          <p:nvPr/>
        </p:nvGraphicFramePr>
        <p:xfrm>
          <a:off x="4539563" y="571198"/>
          <a:ext cx="846278" cy="1429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7888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018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0002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41" name="Oval 40">
            <a:extLst>
              <a:ext uri="{FF2B5EF4-FFF2-40B4-BE49-F238E27FC236}">
                <a16:creationId xmlns:a16="http://schemas.microsoft.com/office/drawing/2014/main" id="{2E30FAA4-EEAB-43A4-9691-86796F65E69F}"/>
              </a:ext>
            </a:extLst>
          </p:cNvPr>
          <p:cNvSpPr/>
          <p:nvPr/>
        </p:nvSpPr>
        <p:spPr>
          <a:xfrm>
            <a:off x="4928739" y="150474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9C328C6-63F9-41C5-8B60-DA56FD6EB3B3}"/>
              </a:ext>
            </a:extLst>
          </p:cNvPr>
          <p:cNvSpPr/>
          <p:nvPr/>
        </p:nvSpPr>
        <p:spPr>
          <a:xfrm>
            <a:off x="4928739" y="182145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139DC8E-0686-4FC1-8F87-9855A87EE988}"/>
              </a:ext>
            </a:extLst>
          </p:cNvPr>
          <p:cNvSpPr/>
          <p:nvPr/>
        </p:nvSpPr>
        <p:spPr>
          <a:xfrm>
            <a:off x="4928739" y="96182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3C7376A-B9CF-4DA7-81EA-96BAFE8ADA4C}"/>
              </a:ext>
            </a:extLst>
          </p:cNvPr>
          <p:cNvCxnSpPr>
            <a:cxnSpLocks/>
          </p:cNvCxnSpPr>
          <p:nvPr/>
        </p:nvCxnSpPr>
        <p:spPr>
          <a:xfrm>
            <a:off x="4319588" y="234950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30BAA91-1B88-4E11-B681-C4383018FA61}"/>
              </a:ext>
            </a:extLst>
          </p:cNvPr>
          <p:cNvSpPr txBox="1"/>
          <p:nvPr/>
        </p:nvSpPr>
        <p:spPr>
          <a:xfrm>
            <a:off x="4056552" y="360537"/>
            <a:ext cx="304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5F77ADC-6A83-46C0-97C4-CB431F3563F6}"/>
              </a:ext>
            </a:extLst>
          </p:cNvPr>
          <p:cNvCxnSpPr>
            <a:cxnSpLocks/>
          </p:cNvCxnSpPr>
          <p:nvPr/>
        </p:nvCxnSpPr>
        <p:spPr>
          <a:xfrm>
            <a:off x="6392228" y="234950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6428D54-4192-4786-994D-E681B2DACF07}"/>
              </a:ext>
            </a:extLst>
          </p:cNvPr>
          <p:cNvSpPr txBox="1"/>
          <p:nvPr/>
        </p:nvSpPr>
        <p:spPr>
          <a:xfrm>
            <a:off x="6139612" y="360537"/>
            <a:ext cx="2840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54" name="Table 5">
            <a:extLst>
              <a:ext uri="{FF2B5EF4-FFF2-40B4-BE49-F238E27FC236}">
                <a16:creationId xmlns:a16="http://schemas.microsoft.com/office/drawing/2014/main" id="{99019CA1-945A-4D23-818A-6ABA1A2BEB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4213957"/>
              </p:ext>
            </p:extLst>
          </p:nvPr>
        </p:nvGraphicFramePr>
        <p:xfrm>
          <a:off x="8462593" y="571198"/>
          <a:ext cx="1269417" cy="1429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7888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үлү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018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0002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55" name="Oval 54">
            <a:extLst>
              <a:ext uri="{FF2B5EF4-FFF2-40B4-BE49-F238E27FC236}">
                <a16:creationId xmlns:a16="http://schemas.microsoft.com/office/drawing/2014/main" id="{9DF86289-8304-41F3-9C6E-9F52C4D5ABB0}"/>
              </a:ext>
            </a:extLst>
          </p:cNvPr>
          <p:cNvSpPr/>
          <p:nvPr/>
        </p:nvSpPr>
        <p:spPr>
          <a:xfrm>
            <a:off x="8851769" y="150474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DFD6FBF-BFED-4981-8469-205D870493ED}"/>
              </a:ext>
            </a:extLst>
          </p:cNvPr>
          <p:cNvSpPr/>
          <p:nvPr/>
        </p:nvSpPr>
        <p:spPr>
          <a:xfrm>
            <a:off x="8851769" y="182145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0C2D0764-E291-4D98-AA90-FE6586A869AA}"/>
              </a:ext>
            </a:extLst>
          </p:cNvPr>
          <p:cNvSpPr/>
          <p:nvPr/>
        </p:nvSpPr>
        <p:spPr>
          <a:xfrm>
            <a:off x="8851769" y="96182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69148C5-C8FF-4FEE-A504-0446DF65E811}"/>
              </a:ext>
            </a:extLst>
          </p:cNvPr>
          <p:cNvCxnSpPr>
            <a:cxnSpLocks/>
          </p:cNvCxnSpPr>
          <p:nvPr/>
        </p:nvCxnSpPr>
        <p:spPr>
          <a:xfrm>
            <a:off x="8464868" y="234950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915CA67A-C083-48AB-9C67-D8A20F8EDA10}"/>
              </a:ext>
            </a:extLst>
          </p:cNvPr>
          <p:cNvSpPr txBox="1"/>
          <p:nvPr/>
        </p:nvSpPr>
        <p:spPr>
          <a:xfrm>
            <a:off x="8195420" y="360537"/>
            <a:ext cx="317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65" name="Table 5">
            <a:extLst>
              <a:ext uri="{FF2B5EF4-FFF2-40B4-BE49-F238E27FC236}">
                <a16:creationId xmlns:a16="http://schemas.microsoft.com/office/drawing/2014/main" id="{85692B5C-9716-4CBD-B19E-43B2D1757D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9561"/>
              </p:ext>
            </p:extLst>
          </p:nvPr>
        </p:nvGraphicFramePr>
        <p:xfrm>
          <a:off x="278713" y="2862580"/>
          <a:ext cx="1269417" cy="1366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0617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66" name="Oval 65">
            <a:extLst>
              <a:ext uri="{FF2B5EF4-FFF2-40B4-BE49-F238E27FC236}">
                <a16:creationId xmlns:a16="http://schemas.microsoft.com/office/drawing/2014/main" id="{615347E9-5896-4D44-A4FD-58EA4E832C55}"/>
              </a:ext>
            </a:extLst>
          </p:cNvPr>
          <p:cNvSpPr/>
          <p:nvPr/>
        </p:nvSpPr>
        <p:spPr>
          <a:xfrm>
            <a:off x="667889" y="373359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E29BA079-B5C4-4E5A-B8FA-F0F9DCC852A9}"/>
              </a:ext>
            </a:extLst>
          </p:cNvPr>
          <p:cNvSpPr/>
          <p:nvPr/>
        </p:nvSpPr>
        <p:spPr>
          <a:xfrm>
            <a:off x="667889" y="405030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52328FED-AF61-4397-B38F-0E05236D1B93}"/>
              </a:ext>
            </a:extLst>
          </p:cNvPr>
          <p:cNvSpPr/>
          <p:nvPr/>
        </p:nvSpPr>
        <p:spPr>
          <a:xfrm>
            <a:off x="667889" y="319067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3E30632-AF0F-4476-B29C-5891740C7559}"/>
              </a:ext>
            </a:extLst>
          </p:cNvPr>
          <p:cNvCxnSpPr>
            <a:cxnSpLocks/>
          </p:cNvCxnSpPr>
          <p:nvPr/>
        </p:nvCxnSpPr>
        <p:spPr>
          <a:xfrm>
            <a:off x="280988" y="457835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4B0B520B-8826-4C40-B203-079D882443F2}"/>
              </a:ext>
            </a:extLst>
          </p:cNvPr>
          <p:cNvSpPr txBox="1"/>
          <p:nvPr/>
        </p:nvSpPr>
        <p:spPr>
          <a:xfrm>
            <a:off x="16349" y="258938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A6B00A3C-D2F4-464A-AE25-E1FA1807824C}"/>
              </a:ext>
            </a:extLst>
          </p:cNvPr>
          <p:cNvCxnSpPr>
            <a:cxnSpLocks/>
          </p:cNvCxnSpPr>
          <p:nvPr/>
        </p:nvCxnSpPr>
        <p:spPr>
          <a:xfrm>
            <a:off x="2246948" y="457835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CBEF1FF-0869-4BFC-BC19-DF3F47BEC287}"/>
              </a:ext>
            </a:extLst>
          </p:cNvPr>
          <p:cNvSpPr txBox="1"/>
          <p:nvPr/>
        </p:nvSpPr>
        <p:spPr>
          <a:xfrm>
            <a:off x="1982309" y="258938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ё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79" name="Table 5">
            <a:extLst>
              <a:ext uri="{FF2B5EF4-FFF2-40B4-BE49-F238E27FC236}">
                <a16:creationId xmlns:a16="http://schemas.microsoft.com/office/drawing/2014/main" id="{33CABCC1-9235-43CD-8BEA-86739C727C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540212"/>
              </p:ext>
            </p:extLst>
          </p:nvPr>
        </p:nvGraphicFramePr>
        <p:xfrm>
          <a:off x="4317313" y="2862580"/>
          <a:ext cx="1269417" cy="1366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0617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80" name="Oval 79">
            <a:extLst>
              <a:ext uri="{FF2B5EF4-FFF2-40B4-BE49-F238E27FC236}">
                <a16:creationId xmlns:a16="http://schemas.microsoft.com/office/drawing/2014/main" id="{C31CFD89-E368-4E07-93E7-D9D6C41E2F06}"/>
              </a:ext>
            </a:extLst>
          </p:cNvPr>
          <p:cNvSpPr/>
          <p:nvPr/>
        </p:nvSpPr>
        <p:spPr>
          <a:xfrm>
            <a:off x="4706489" y="373359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BDC4CC08-6DD9-484B-BB88-2F5488F7F685}"/>
              </a:ext>
            </a:extLst>
          </p:cNvPr>
          <p:cNvSpPr/>
          <p:nvPr/>
        </p:nvSpPr>
        <p:spPr>
          <a:xfrm>
            <a:off x="4706489" y="405030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4A67CFCF-C452-4FB4-989C-EA08F035EE8D}"/>
              </a:ext>
            </a:extLst>
          </p:cNvPr>
          <p:cNvSpPr/>
          <p:nvPr/>
        </p:nvSpPr>
        <p:spPr>
          <a:xfrm>
            <a:off x="4706489" y="319067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019C2334-8B9B-4072-A3BC-6ECDB1CD5D88}"/>
              </a:ext>
            </a:extLst>
          </p:cNvPr>
          <p:cNvCxnSpPr>
            <a:cxnSpLocks/>
          </p:cNvCxnSpPr>
          <p:nvPr/>
        </p:nvCxnSpPr>
        <p:spPr>
          <a:xfrm>
            <a:off x="4319588" y="457835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D1056AEA-94A5-4B3D-939C-DD7DF50FE376}"/>
              </a:ext>
            </a:extLst>
          </p:cNvPr>
          <p:cNvSpPr txBox="1"/>
          <p:nvPr/>
        </p:nvSpPr>
        <p:spPr>
          <a:xfrm>
            <a:off x="4040522" y="2589387"/>
            <a:ext cx="3369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ж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39D3E9BD-1EBB-4D0E-9D59-76F8DA0A809A}"/>
              </a:ext>
            </a:extLst>
          </p:cNvPr>
          <p:cNvCxnSpPr>
            <a:cxnSpLocks/>
          </p:cNvCxnSpPr>
          <p:nvPr/>
        </p:nvCxnSpPr>
        <p:spPr>
          <a:xfrm>
            <a:off x="6392228" y="457835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434227CF-F788-4354-8AB9-0AC8E524F803}"/>
              </a:ext>
            </a:extLst>
          </p:cNvPr>
          <p:cNvSpPr txBox="1"/>
          <p:nvPr/>
        </p:nvSpPr>
        <p:spPr>
          <a:xfrm>
            <a:off x="6133200" y="2589387"/>
            <a:ext cx="296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з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89" name="Table 5">
            <a:extLst>
              <a:ext uri="{FF2B5EF4-FFF2-40B4-BE49-F238E27FC236}">
                <a16:creationId xmlns:a16="http://schemas.microsoft.com/office/drawing/2014/main" id="{B00FD361-17B1-4639-9656-8200C2F3F8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591056"/>
              </p:ext>
            </p:extLst>
          </p:nvPr>
        </p:nvGraphicFramePr>
        <p:xfrm>
          <a:off x="8510732" y="2862580"/>
          <a:ext cx="966414" cy="1366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207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83207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06179"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жарым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90" name="Oval 89">
            <a:extLst>
              <a:ext uri="{FF2B5EF4-FFF2-40B4-BE49-F238E27FC236}">
                <a16:creationId xmlns:a16="http://schemas.microsoft.com/office/drawing/2014/main" id="{300644C3-76D7-4D1C-AC05-BEB41E3163F7}"/>
              </a:ext>
            </a:extLst>
          </p:cNvPr>
          <p:cNvSpPr/>
          <p:nvPr/>
        </p:nvSpPr>
        <p:spPr>
          <a:xfrm>
            <a:off x="9020044" y="373359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86B2A249-8379-4644-B088-9E8949BFFB4F}"/>
              </a:ext>
            </a:extLst>
          </p:cNvPr>
          <p:cNvSpPr/>
          <p:nvPr/>
        </p:nvSpPr>
        <p:spPr>
          <a:xfrm>
            <a:off x="9020044" y="405030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6B9BB14A-44EF-496D-AE2C-E7BE3958247D}"/>
              </a:ext>
            </a:extLst>
          </p:cNvPr>
          <p:cNvSpPr/>
          <p:nvPr/>
        </p:nvSpPr>
        <p:spPr>
          <a:xfrm>
            <a:off x="9020044" y="319067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BAA5014F-9B0C-4A93-A23D-67A108CA3DA1}"/>
              </a:ext>
            </a:extLst>
          </p:cNvPr>
          <p:cNvCxnSpPr>
            <a:cxnSpLocks/>
          </p:cNvCxnSpPr>
          <p:nvPr/>
        </p:nvCxnSpPr>
        <p:spPr>
          <a:xfrm>
            <a:off x="8464868" y="457835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73B119BF-8EB6-4BB5-A56F-91BCF7F5BEE4}"/>
              </a:ext>
            </a:extLst>
          </p:cNvPr>
          <p:cNvSpPr txBox="1"/>
          <p:nvPr/>
        </p:nvSpPr>
        <p:spPr>
          <a:xfrm>
            <a:off x="8197023" y="2589387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и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6" name="Table 5">
                <a:extLst>
                  <a:ext uri="{FF2B5EF4-FFF2-40B4-BE49-F238E27FC236}">
                    <a16:creationId xmlns:a16="http://schemas.microsoft.com/office/drawing/2014/main" id="{D86323DF-A3C3-4A31-88B8-41537BAB214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89953" y="2860036"/>
              <a:ext cx="1269531" cy="136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317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756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17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6" name="Table 5">
                <a:extLst>
                  <a:ext uri="{FF2B5EF4-FFF2-40B4-BE49-F238E27FC236}">
                    <a16:creationId xmlns:a16="http://schemas.microsoft.com/office/drawing/2014/main" id="{D86323DF-A3C3-4A31-88B8-41537BAB214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89953" y="2860036"/>
              <a:ext cx="1269531" cy="136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317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756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29" t="-806" r="-201429" b="-83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899" t="-806" r="-104348" b="-83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806" r="-2857" b="-830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17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7" name="Oval 96">
            <a:extLst>
              <a:ext uri="{FF2B5EF4-FFF2-40B4-BE49-F238E27FC236}">
                <a16:creationId xmlns:a16="http://schemas.microsoft.com/office/drawing/2014/main" id="{D329C2FC-B586-4ECA-8AF5-65F756C17FDD}"/>
              </a:ext>
            </a:extLst>
          </p:cNvPr>
          <p:cNvSpPr/>
          <p:nvPr/>
        </p:nvSpPr>
        <p:spPr>
          <a:xfrm>
            <a:off x="6780831" y="3726650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1C3ED11F-1695-4E28-8A28-D87690B6682D}"/>
              </a:ext>
            </a:extLst>
          </p:cNvPr>
          <p:cNvSpPr/>
          <p:nvPr/>
        </p:nvSpPr>
        <p:spPr>
          <a:xfrm>
            <a:off x="6780831" y="4043357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17BB2423-6469-467E-9F32-09BE3B0760F0}"/>
              </a:ext>
            </a:extLst>
          </p:cNvPr>
          <p:cNvSpPr/>
          <p:nvPr/>
        </p:nvSpPr>
        <p:spPr>
          <a:xfrm>
            <a:off x="6780831" y="3183725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100" name="Table 5">
            <a:extLst>
              <a:ext uri="{FF2B5EF4-FFF2-40B4-BE49-F238E27FC236}">
                <a16:creationId xmlns:a16="http://schemas.microsoft.com/office/drawing/2014/main" id="{ACD46838-4D4D-4A18-B026-356C0F9E2F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044331"/>
              </p:ext>
            </p:extLst>
          </p:nvPr>
        </p:nvGraphicFramePr>
        <p:xfrm>
          <a:off x="278713" y="4968967"/>
          <a:ext cx="1435956" cy="14604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65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78652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7865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8062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7215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жарым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7023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230D264-E7CB-4EC4-B234-5D880D72870C}"/>
              </a:ext>
            </a:extLst>
          </p:cNvPr>
          <p:cNvCxnSpPr>
            <a:cxnSpLocks/>
          </p:cNvCxnSpPr>
          <p:nvPr/>
        </p:nvCxnSpPr>
        <p:spPr>
          <a:xfrm>
            <a:off x="280988" y="6778625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B778C8A2-B6A5-42DB-B375-57AA559B9CF2}"/>
              </a:ext>
            </a:extLst>
          </p:cNvPr>
          <p:cNvSpPr txBox="1"/>
          <p:nvPr/>
        </p:nvSpPr>
        <p:spPr>
          <a:xfrm>
            <a:off x="13143" y="4789662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й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E4D0B37B-643F-4C69-B310-7A6151957425}"/>
              </a:ext>
            </a:extLst>
          </p:cNvPr>
          <p:cNvCxnSpPr>
            <a:cxnSpLocks/>
          </p:cNvCxnSpPr>
          <p:nvPr/>
        </p:nvCxnSpPr>
        <p:spPr>
          <a:xfrm>
            <a:off x="2246948" y="6778625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AEC36D05-308C-4F2B-82B2-7DD945948FB9}"/>
              </a:ext>
            </a:extLst>
          </p:cNvPr>
          <p:cNvSpPr txBox="1"/>
          <p:nvPr/>
        </p:nvSpPr>
        <p:spPr>
          <a:xfrm>
            <a:off x="1984714" y="4789662"/>
            <a:ext cx="303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к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114" name="Table 5">
            <a:extLst>
              <a:ext uri="{FF2B5EF4-FFF2-40B4-BE49-F238E27FC236}">
                <a16:creationId xmlns:a16="http://schemas.microsoft.com/office/drawing/2014/main" id="{4B92C179-E652-42F1-9F4A-7B17F666C6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722052"/>
              </p:ext>
            </p:extLst>
          </p:nvPr>
        </p:nvGraphicFramePr>
        <p:xfrm>
          <a:off x="4317313" y="4976909"/>
          <a:ext cx="1269417" cy="1452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8018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5435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5245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A13FE84D-5C57-4E6E-AC1F-7E2AFC204255}"/>
              </a:ext>
            </a:extLst>
          </p:cNvPr>
          <p:cNvCxnSpPr>
            <a:cxnSpLocks/>
          </p:cNvCxnSpPr>
          <p:nvPr/>
        </p:nvCxnSpPr>
        <p:spPr>
          <a:xfrm>
            <a:off x="4319588" y="6778625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0C8B08B3-1DB1-4BB8-9AAA-71735A3EDF24}"/>
              </a:ext>
            </a:extLst>
          </p:cNvPr>
          <p:cNvSpPr txBox="1"/>
          <p:nvPr/>
        </p:nvSpPr>
        <p:spPr>
          <a:xfrm>
            <a:off x="4054149" y="4789662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л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12CCFBF5-BF07-45C3-9B95-FDC3C858FAFA}"/>
              </a:ext>
            </a:extLst>
          </p:cNvPr>
          <p:cNvCxnSpPr>
            <a:cxnSpLocks/>
          </p:cNvCxnSpPr>
          <p:nvPr/>
        </p:nvCxnSpPr>
        <p:spPr>
          <a:xfrm>
            <a:off x="6392228" y="6778625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186A035F-484B-48CE-8D93-B7456FDEC17A}"/>
              </a:ext>
            </a:extLst>
          </p:cNvPr>
          <p:cNvSpPr txBox="1"/>
          <p:nvPr/>
        </p:nvSpPr>
        <p:spPr>
          <a:xfrm>
            <a:off x="6113964" y="4789662"/>
            <a:ext cx="335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м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124" name="Table 5">
            <a:extLst>
              <a:ext uri="{FF2B5EF4-FFF2-40B4-BE49-F238E27FC236}">
                <a16:creationId xmlns:a16="http://schemas.microsoft.com/office/drawing/2014/main" id="{DACBEE09-6BA2-4646-B4E2-FDE29CE2DC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376975"/>
              </p:ext>
            </p:extLst>
          </p:nvPr>
        </p:nvGraphicFramePr>
        <p:xfrm>
          <a:off x="8462593" y="4976909"/>
          <a:ext cx="1269417" cy="1146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8155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30991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59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217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</a:tbl>
          </a:graphicData>
        </a:graphic>
      </p:graphicFrame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E5B63F46-D70F-4996-8599-C471B9E97677}"/>
              </a:ext>
            </a:extLst>
          </p:cNvPr>
          <p:cNvCxnSpPr>
            <a:cxnSpLocks/>
          </p:cNvCxnSpPr>
          <p:nvPr/>
        </p:nvCxnSpPr>
        <p:spPr>
          <a:xfrm>
            <a:off x="8464868" y="6778625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5073A844-49F7-4DD6-9228-283235C36F68}"/>
              </a:ext>
            </a:extLst>
          </p:cNvPr>
          <p:cNvSpPr txBox="1"/>
          <p:nvPr/>
        </p:nvSpPr>
        <p:spPr>
          <a:xfrm>
            <a:off x="8197825" y="4789662"/>
            <a:ext cx="312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н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31" name="Table 5">
                <a:extLst>
                  <a:ext uri="{FF2B5EF4-FFF2-40B4-BE49-F238E27FC236}">
                    <a16:creationId xmlns:a16="http://schemas.microsoft.com/office/drawing/2014/main" id="{FADFB86C-4423-4FB1-8AEF-E46BBC9ABB0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89953" y="4975806"/>
              <a:ext cx="1269531" cy="14525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317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8027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249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37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24902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31" name="Table 5">
                <a:extLst>
                  <a:ext uri="{FF2B5EF4-FFF2-40B4-BE49-F238E27FC236}">
                    <a16:creationId xmlns:a16="http://schemas.microsoft.com/office/drawing/2014/main" id="{FADFB86C-4423-4FB1-8AEF-E46BBC9ABB0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89953" y="4975806"/>
              <a:ext cx="1269531" cy="14525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317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802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29" t="-758" r="-201429" b="-82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2899" t="-758" r="-104348" b="-82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758" r="-2857" b="-825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249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37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24902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43" name="Table 5">
            <a:extLst>
              <a:ext uri="{FF2B5EF4-FFF2-40B4-BE49-F238E27FC236}">
                <a16:creationId xmlns:a16="http://schemas.microsoft.com/office/drawing/2014/main" id="{29C5980E-F198-4D88-8073-7E9AF0F380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592946"/>
              </p:ext>
            </p:extLst>
          </p:nvPr>
        </p:nvGraphicFramePr>
        <p:xfrm>
          <a:off x="6390906" y="571198"/>
          <a:ext cx="1269417" cy="1429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7888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018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0002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144" name="Oval 143">
            <a:extLst>
              <a:ext uri="{FF2B5EF4-FFF2-40B4-BE49-F238E27FC236}">
                <a16:creationId xmlns:a16="http://schemas.microsoft.com/office/drawing/2014/main" id="{56945582-AB9A-4B8B-A319-904F16F7E078}"/>
              </a:ext>
            </a:extLst>
          </p:cNvPr>
          <p:cNvSpPr/>
          <p:nvPr/>
        </p:nvSpPr>
        <p:spPr>
          <a:xfrm>
            <a:off x="6780082" y="150474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892F6C3C-F299-4B5F-94CA-706EAEFFDFEE}"/>
              </a:ext>
            </a:extLst>
          </p:cNvPr>
          <p:cNvSpPr/>
          <p:nvPr/>
        </p:nvSpPr>
        <p:spPr>
          <a:xfrm>
            <a:off x="6780082" y="182145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0F609C62-D434-472C-962F-8D1E06EC7794}"/>
              </a:ext>
            </a:extLst>
          </p:cNvPr>
          <p:cNvSpPr/>
          <p:nvPr/>
        </p:nvSpPr>
        <p:spPr>
          <a:xfrm>
            <a:off x="6780082" y="96182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7" name="Table 5">
                <a:extLst>
                  <a:ext uri="{FF2B5EF4-FFF2-40B4-BE49-F238E27FC236}">
                    <a16:creationId xmlns:a16="http://schemas.microsoft.com/office/drawing/2014/main" id="{24162633-AC8B-4067-8541-7AD3F8C31E9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46146" y="2864365"/>
              <a:ext cx="1269531" cy="136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317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756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7" name="Table 5">
                <a:extLst>
                  <a:ext uri="{FF2B5EF4-FFF2-40B4-BE49-F238E27FC236}">
                    <a16:creationId xmlns:a16="http://schemas.microsoft.com/office/drawing/2014/main" id="{24162633-AC8B-4067-8541-7AD3F8C31E9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46146" y="2864365"/>
              <a:ext cx="1269531" cy="136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317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756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29" t="-800" r="-201429" b="-824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2899" t="-800" r="-104348" b="-824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800" r="-2857" b="-824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8" name="Oval 147">
            <a:extLst>
              <a:ext uri="{FF2B5EF4-FFF2-40B4-BE49-F238E27FC236}">
                <a16:creationId xmlns:a16="http://schemas.microsoft.com/office/drawing/2014/main" id="{FFCA35F5-9A92-4318-9C9D-7006A19FBD6A}"/>
              </a:ext>
            </a:extLst>
          </p:cNvPr>
          <p:cNvSpPr/>
          <p:nvPr/>
        </p:nvSpPr>
        <p:spPr>
          <a:xfrm>
            <a:off x="2637024" y="373097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F322E425-84BB-4AEF-B272-27E431F9A7E3}"/>
              </a:ext>
            </a:extLst>
          </p:cNvPr>
          <p:cNvSpPr/>
          <p:nvPr/>
        </p:nvSpPr>
        <p:spPr>
          <a:xfrm>
            <a:off x="2637024" y="404768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F15765B5-DA59-4F77-8498-D5B347EEB644}"/>
              </a:ext>
            </a:extLst>
          </p:cNvPr>
          <p:cNvSpPr/>
          <p:nvPr/>
        </p:nvSpPr>
        <p:spPr>
          <a:xfrm>
            <a:off x="2637024" y="318805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55" name="Table 5">
                <a:extLst>
                  <a:ext uri="{FF2B5EF4-FFF2-40B4-BE49-F238E27FC236}">
                    <a16:creationId xmlns:a16="http://schemas.microsoft.com/office/drawing/2014/main" id="{F7609678-2F6B-4E3F-8D78-8DF703489D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78746564"/>
                  </p:ext>
                </p:extLst>
              </p:nvPr>
            </p:nvGraphicFramePr>
            <p:xfrm>
              <a:off x="2241902" y="4975805"/>
              <a:ext cx="1502079" cy="14525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0693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500693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500693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80270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249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жарым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24903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55" name="Table 5">
                <a:extLst>
                  <a:ext uri="{FF2B5EF4-FFF2-40B4-BE49-F238E27FC236}">
                    <a16:creationId xmlns:a16="http://schemas.microsoft.com/office/drawing/2014/main" id="{F7609678-2F6B-4E3F-8D78-8DF703489D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78746564"/>
                  </p:ext>
                </p:extLst>
              </p:nvPr>
            </p:nvGraphicFramePr>
            <p:xfrm>
              <a:off x="2241902" y="4975805"/>
              <a:ext cx="1502079" cy="14525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0693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500693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500693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80270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205" t="-758" r="-201205" b="-82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2439" t="-758" r="-103659" b="-82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000" t="-758" r="-2410" b="-825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249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жарым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24903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FFC64F0-D0F0-92DC-6C2B-C98FC7DB42AE}"/>
              </a:ext>
            </a:extLst>
          </p:cNvPr>
          <p:cNvSpPr txBox="1"/>
          <p:nvPr/>
        </p:nvSpPr>
        <p:spPr>
          <a:xfrm>
            <a:off x="676693" y="2028032"/>
            <a:ext cx="477796" cy="318924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108000" tIns="36000" rIns="108000" bIns="36000" rtlCol="0">
            <a:spAutoFit/>
          </a:bodyPr>
          <a:lstStyle/>
          <a:p>
            <a:pPr algn="ctr"/>
            <a:r>
              <a:rPr lang="en-GB" sz="1600" dirty="0"/>
              <a:t>1.2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A9A159-E445-FE50-AA8A-0EFEADE69383}"/>
              </a:ext>
            </a:extLst>
          </p:cNvPr>
          <p:cNvSpPr txBox="1"/>
          <p:nvPr/>
        </p:nvSpPr>
        <p:spPr>
          <a:xfrm>
            <a:off x="2666550" y="2028032"/>
            <a:ext cx="477796" cy="318924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108000" tIns="36000" rIns="108000" bIns="36000" rtlCol="0">
            <a:spAutoFit/>
          </a:bodyPr>
          <a:lstStyle/>
          <a:p>
            <a:pPr algn="ctr"/>
            <a:r>
              <a:rPr lang="en-GB" sz="1600" dirty="0"/>
              <a:t>2.4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1FC79C-3198-B51C-9975-8808E12A88FE}"/>
              </a:ext>
            </a:extLst>
          </p:cNvPr>
          <p:cNvSpPr txBox="1"/>
          <p:nvPr/>
        </p:nvSpPr>
        <p:spPr>
          <a:xfrm>
            <a:off x="4686803" y="2028032"/>
            <a:ext cx="477796" cy="318924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108000" tIns="36000" rIns="108000" bIns="36000" rtlCol="0">
            <a:spAutoFit/>
          </a:bodyPr>
          <a:lstStyle/>
          <a:p>
            <a:pPr algn="ctr"/>
            <a:r>
              <a:rPr lang="en-GB" sz="1600" dirty="0"/>
              <a:t>2.3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9BAD3B-441E-A939-4EE7-D7420DFE3DF6}"/>
              </a:ext>
            </a:extLst>
          </p:cNvPr>
          <p:cNvSpPr txBox="1"/>
          <p:nvPr/>
        </p:nvSpPr>
        <p:spPr>
          <a:xfrm>
            <a:off x="6707345" y="2028032"/>
            <a:ext cx="581992" cy="318924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108000" tIns="36000" rIns="108000" bIns="36000" rtlCol="0">
            <a:spAutoFit/>
          </a:bodyPr>
          <a:lstStyle/>
          <a:p>
            <a:pPr algn="ctr"/>
            <a:r>
              <a:rPr lang="en-GB" sz="1600" dirty="0"/>
              <a:t>1.35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8604DB-B1CD-4F84-A886-9414D958E633}"/>
              </a:ext>
            </a:extLst>
          </p:cNvPr>
          <p:cNvSpPr txBox="1"/>
          <p:nvPr/>
        </p:nvSpPr>
        <p:spPr>
          <a:xfrm>
            <a:off x="8779985" y="2028032"/>
            <a:ext cx="581992" cy="318924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108000" tIns="36000" rIns="108000" bIns="36000" rtlCol="0">
            <a:spAutoFit/>
          </a:bodyPr>
          <a:lstStyle/>
          <a:p>
            <a:pPr algn="ctr"/>
            <a:r>
              <a:rPr lang="en-GB" sz="1600" dirty="0"/>
              <a:t>0.38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A56196-3D95-56AF-70F6-A88436A0CD00}"/>
              </a:ext>
            </a:extLst>
          </p:cNvPr>
          <p:cNvSpPr txBox="1"/>
          <p:nvPr/>
        </p:nvSpPr>
        <p:spPr>
          <a:xfrm>
            <a:off x="596105" y="4256882"/>
            <a:ext cx="581992" cy="318924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108000" tIns="36000" rIns="108000" bIns="36000" rtlCol="0">
            <a:spAutoFit/>
          </a:bodyPr>
          <a:lstStyle/>
          <a:p>
            <a:pPr algn="ctr"/>
            <a:r>
              <a:rPr lang="en-GB" sz="1600" dirty="0"/>
              <a:t>2.82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917461-5555-4502-92DB-01A8A25DF4D0}"/>
              </a:ext>
            </a:extLst>
          </p:cNvPr>
          <p:cNvSpPr txBox="1"/>
          <p:nvPr/>
        </p:nvSpPr>
        <p:spPr>
          <a:xfrm>
            <a:off x="2562065" y="4256882"/>
            <a:ext cx="581992" cy="318924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108000" tIns="36000" rIns="108000" bIns="36000" rtlCol="0">
            <a:spAutoFit/>
          </a:bodyPr>
          <a:lstStyle/>
          <a:p>
            <a:pPr algn="ctr"/>
            <a:r>
              <a:rPr lang="en-GB" sz="1600" dirty="0"/>
              <a:t>7.91</a:t>
            </a:r>
          </a:p>
        </p:txBody>
      </p:sp>
    </p:spTree>
    <p:extLst>
      <p:ext uri="{BB962C8B-B14F-4D97-AF65-F5344CB8AC3E}">
        <p14:creationId xmlns:p14="http://schemas.microsoft.com/office/powerpoint/2010/main" val="2471303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91120" y="-75133"/>
            <a:ext cx="17363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rPr>
              <a:t>Ооба... бирок </a:t>
            </a:r>
          </a:p>
          <a:p>
            <a:pPr algn="ctr"/>
            <a:r>
              <a:rPr lang="ky-KG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rPr>
              <a:t>Жок </a:t>
            </a:r>
            <a:r>
              <a:rPr lang="en-GB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  <a:sym typeface="Wingdings" panose="05000000000000000000" pitchFamily="2" charset="2"/>
              </a:rPr>
              <a:t></a:t>
            </a:r>
            <a:endParaRPr lang="en-GB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3443677" y="17199"/>
            <a:ext cx="46004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Бул орундардын мааниси таблицалары туура эмес толтурулган! </a:t>
            </a:r>
          </a:p>
          <a:p>
            <a:pPr algn="ctr"/>
            <a:r>
              <a:rPr lang="ky-KG" sz="1200" dirty="0"/>
              <a:t>Ар бир таблицаны оңдоп, чекиттүү сызыкка ондук санды жазыңыз.</a:t>
            </a:r>
            <a:endParaRPr lang="en-GB" sz="1200" dirty="0"/>
          </a:p>
        </p:txBody>
      </p:sp>
      <p:graphicFrame>
        <p:nvGraphicFramePr>
          <p:cNvPr id="13" name="Table 5">
            <a:extLst>
              <a:ext uri="{FF2B5EF4-FFF2-40B4-BE49-F238E27FC236}">
                <a16:creationId xmlns:a16="http://schemas.microsoft.com/office/drawing/2014/main" id="{C4C45624-CD2C-4E3D-BA18-7BEC9A5891C9}"/>
              </a:ext>
            </a:extLst>
          </p:cNvPr>
          <p:cNvGraphicFramePr>
            <a:graphicFrameLocks noGrp="1"/>
          </p:cNvGraphicFramePr>
          <p:nvPr/>
        </p:nvGraphicFramePr>
        <p:xfrm>
          <a:off x="504932" y="571198"/>
          <a:ext cx="846278" cy="1429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788899"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018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0002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452227AD-4334-4841-A494-5B13888F55EC}"/>
              </a:ext>
            </a:extLst>
          </p:cNvPr>
          <p:cNvSpPr/>
          <p:nvPr/>
        </p:nvSpPr>
        <p:spPr>
          <a:xfrm>
            <a:off x="894108" y="150474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6F07AB2-698A-4AFA-9BB8-886EB7209E57}"/>
              </a:ext>
            </a:extLst>
          </p:cNvPr>
          <p:cNvSpPr/>
          <p:nvPr/>
        </p:nvSpPr>
        <p:spPr>
          <a:xfrm>
            <a:off x="894108" y="182145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D7060D4-A5F4-4DB7-8668-F76E7D4F0E0C}"/>
              </a:ext>
            </a:extLst>
          </p:cNvPr>
          <p:cNvSpPr/>
          <p:nvPr/>
        </p:nvSpPr>
        <p:spPr>
          <a:xfrm>
            <a:off x="894108" y="96182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BAE701B-2F59-41D7-AC6E-98B4B74128E0}"/>
              </a:ext>
            </a:extLst>
          </p:cNvPr>
          <p:cNvCxnSpPr>
            <a:cxnSpLocks/>
          </p:cNvCxnSpPr>
          <p:nvPr/>
        </p:nvCxnSpPr>
        <p:spPr>
          <a:xfrm>
            <a:off x="280988" y="234950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1824CCF-34CB-4006-8A7D-19D525495AB8}"/>
              </a:ext>
            </a:extLst>
          </p:cNvPr>
          <p:cNvSpPr txBox="1"/>
          <p:nvPr/>
        </p:nvSpPr>
        <p:spPr>
          <a:xfrm>
            <a:off x="17952" y="360537"/>
            <a:ext cx="304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27" name="Table 5">
            <a:extLst>
              <a:ext uri="{FF2B5EF4-FFF2-40B4-BE49-F238E27FC236}">
                <a16:creationId xmlns:a16="http://schemas.microsoft.com/office/drawing/2014/main" id="{1C09F5F6-7DC0-4697-8DF6-F84B141B59B3}"/>
              </a:ext>
            </a:extLst>
          </p:cNvPr>
          <p:cNvGraphicFramePr>
            <a:graphicFrameLocks noGrp="1"/>
          </p:cNvGraphicFramePr>
          <p:nvPr/>
        </p:nvGraphicFramePr>
        <p:xfrm>
          <a:off x="2482798" y="571198"/>
          <a:ext cx="846278" cy="1429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7888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018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0002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28" name="Oval 27">
            <a:extLst>
              <a:ext uri="{FF2B5EF4-FFF2-40B4-BE49-F238E27FC236}">
                <a16:creationId xmlns:a16="http://schemas.microsoft.com/office/drawing/2014/main" id="{31E7CB14-7B88-4439-A620-AF49F8CA31D8}"/>
              </a:ext>
            </a:extLst>
          </p:cNvPr>
          <p:cNvSpPr/>
          <p:nvPr/>
        </p:nvSpPr>
        <p:spPr>
          <a:xfrm>
            <a:off x="2871974" y="150474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D0A03E3-11D1-4C6F-878D-2368A90A3C24}"/>
              </a:ext>
            </a:extLst>
          </p:cNvPr>
          <p:cNvSpPr/>
          <p:nvPr/>
        </p:nvSpPr>
        <p:spPr>
          <a:xfrm>
            <a:off x="2871974" y="182145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0B55C70-3028-48FC-932A-AD7EB8D4B933}"/>
              </a:ext>
            </a:extLst>
          </p:cNvPr>
          <p:cNvSpPr/>
          <p:nvPr/>
        </p:nvSpPr>
        <p:spPr>
          <a:xfrm>
            <a:off x="2871974" y="96182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A9A2298-AAA3-43AF-AC1A-83D5B716B11B}"/>
              </a:ext>
            </a:extLst>
          </p:cNvPr>
          <p:cNvCxnSpPr>
            <a:cxnSpLocks/>
          </p:cNvCxnSpPr>
          <p:nvPr/>
        </p:nvCxnSpPr>
        <p:spPr>
          <a:xfrm>
            <a:off x="2246948" y="234950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F605C88-CE9A-466A-85D3-E115AE8C4B6C}"/>
              </a:ext>
            </a:extLst>
          </p:cNvPr>
          <p:cNvSpPr txBox="1"/>
          <p:nvPr/>
        </p:nvSpPr>
        <p:spPr>
          <a:xfrm>
            <a:off x="1979904" y="360537"/>
            <a:ext cx="312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40" name="Table 5">
            <a:extLst>
              <a:ext uri="{FF2B5EF4-FFF2-40B4-BE49-F238E27FC236}">
                <a16:creationId xmlns:a16="http://schemas.microsoft.com/office/drawing/2014/main" id="{B2A37411-F4DD-4AD2-97A6-B4815FAAF95E}"/>
              </a:ext>
            </a:extLst>
          </p:cNvPr>
          <p:cNvGraphicFramePr>
            <a:graphicFrameLocks noGrp="1"/>
          </p:cNvGraphicFramePr>
          <p:nvPr/>
        </p:nvGraphicFramePr>
        <p:xfrm>
          <a:off x="4539563" y="571198"/>
          <a:ext cx="846278" cy="1429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7888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018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0002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41" name="Oval 40">
            <a:extLst>
              <a:ext uri="{FF2B5EF4-FFF2-40B4-BE49-F238E27FC236}">
                <a16:creationId xmlns:a16="http://schemas.microsoft.com/office/drawing/2014/main" id="{2E30FAA4-EEAB-43A4-9691-86796F65E69F}"/>
              </a:ext>
            </a:extLst>
          </p:cNvPr>
          <p:cNvSpPr/>
          <p:nvPr/>
        </p:nvSpPr>
        <p:spPr>
          <a:xfrm>
            <a:off x="4928739" y="150474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9C328C6-63F9-41C5-8B60-DA56FD6EB3B3}"/>
              </a:ext>
            </a:extLst>
          </p:cNvPr>
          <p:cNvSpPr/>
          <p:nvPr/>
        </p:nvSpPr>
        <p:spPr>
          <a:xfrm>
            <a:off x="4928739" y="182145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139DC8E-0686-4FC1-8F87-9855A87EE988}"/>
              </a:ext>
            </a:extLst>
          </p:cNvPr>
          <p:cNvSpPr/>
          <p:nvPr/>
        </p:nvSpPr>
        <p:spPr>
          <a:xfrm>
            <a:off x="4928739" y="96182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3C7376A-B9CF-4DA7-81EA-96BAFE8ADA4C}"/>
              </a:ext>
            </a:extLst>
          </p:cNvPr>
          <p:cNvCxnSpPr>
            <a:cxnSpLocks/>
          </p:cNvCxnSpPr>
          <p:nvPr/>
        </p:nvCxnSpPr>
        <p:spPr>
          <a:xfrm>
            <a:off x="4319588" y="234950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30BAA91-1B88-4E11-B681-C4383018FA61}"/>
              </a:ext>
            </a:extLst>
          </p:cNvPr>
          <p:cNvSpPr txBox="1"/>
          <p:nvPr/>
        </p:nvSpPr>
        <p:spPr>
          <a:xfrm>
            <a:off x="4056552" y="360537"/>
            <a:ext cx="304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5F77ADC-6A83-46C0-97C4-CB431F3563F6}"/>
              </a:ext>
            </a:extLst>
          </p:cNvPr>
          <p:cNvCxnSpPr>
            <a:cxnSpLocks/>
          </p:cNvCxnSpPr>
          <p:nvPr/>
        </p:nvCxnSpPr>
        <p:spPr>
          <a:xfrm>
            <a:off x="6392228" y="234950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6428D54-4192-4786-994D-E681B2DACF07}"/>
              </a:ext>
            </a:extLst>
          </p:cNvPr>
          <p:cNvSpPr txBox="1"/>
          <p:nvPr/>
        </p:nvSpPr>
        <p:spPr>
          <a:xfrm>
            <a:off x="6139612" y="360537"/>
            <a:ext cx="2840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54" name="Table 5">
            <a:extLst>
              <a:ext uri="{FF2B5EF4-FFF2-40B4-BE49-F238E27FC236}">
                <a16:creationId xmlns:a16="http://schemas.microsoft.com/office/drawing/2014/main" id="{99019CA1-945A-4D23-818A-6ABA1A2BEB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7388655"/>
              </p:ext>
            </p:extLst>
          </p:nvPr>
        </p:nvGraphicFramePr>
        <p:xfrm>
          <a:off x="8462593" y="571198"/>
          <a:ext cx="1269417" cy="1429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7888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үлү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018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0002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55" name="Oval 54">
            <a:extLst>
              <a:ext uri="{FF2B5EF4-FFF2-40B4-BE49-F238E27FC236}">
                <a16:creationId xmlns:a16="http://schemas.microsoft.com/office/drawing/2014/main" id="{9DF86289-8304-41F3-9C6E-9F52C4D5ABB0}"/>
              </a:ext>
            </a:extLst>
          </p:cNvPr>
          <p:cNvSpPr/>
          <p:nvPr/>
        </p:nvSpPr>
        <p:spPr>
          <a:xfrm>
            <a:off x="8851769" y="150474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DFD6FBF-BFED-4981-8469-205D870493ED}"/>
              </a:ext>
            </a:extLst>
          </p:cNvPr>
          <p:cNvSpPr/>
          <p:nvPr/>
        </p:nvSpPr>
        <p:spPr>
          <a:xfrm>
            <a:off x="8851769" y="182145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0C2D0764-E291-4D98-AA90-FE6586A869AA}"/>
              </a:ext>
            </a:extLst>
          </p:cNvPr>
          <p:cNvSpPr/>
          <p:nvPr/>
        </p:nvSpPr>
        <p:spPr>
          <a:xfrm>
            <a:off x="8851769" y="96182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69148C5-C8FF-4FEE-A504-0446DF65E811}"/>
              </a:ext>
            </a:extLst>
          </p:cNvPr>
          <p:cNvCxnSpPr>
            <a:cxnSpLocks/>
          </p:cNvCxnSpPr>
          <p:nvPr/>
        </p:nvCxnSpPr>
        <p:spPr>
          <a:xfrm>
            <a:off x="8464868" y="234950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915CA67A-C083-48AB-9C67-D8A20F8EDA10}"/>
              </a:ext>
            </a:extLst>
          </p:cNvPr>
          <p:cNvSpPr txBox="1"/>
          <p:nvPr/>
        </p:nvSpPr>
        <p:spPr>
          <a:xfrm>
            <a:off x="8195420" y="360537"/>
            <a:ext cx="317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65" name="Table 5">
            <a:extLst>
              <a:ext uri="{FF2B5EF4-FFF2-40B4-BE49-F238E27FC236}">
                <a16:creationId xmlns:a16="http://schemas.microsoft.com/office/drawing/2014/main" id="{85692B5C-9716-4CBD-B19E-43B2D1757D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4494011"/>
              </p:ext>
            </p:extLst>
          </p:nvPr>
        </p:nvGraphicFramePr>
        <p:xfrm>
          <a:off x="278713" y="2862580"/>
          <a:ext cx="1269417" cy="1366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0617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66" name="Oval 65">
            <a:extLst>
              <a:ext uri="{FF2B5EF4-FFF2-40B4-BE49-F238E27FC236}">
                <a16:creationId xmlns:a16="http://schemas.microsoft.com/office/drawing/2014/main" id="{615347E9-5896-4D44-A4FD-58EA4E832C55}"/>
              </a:ext>
            </a:extLst>
          </p:cNvPr>
          <p:cNvSpPr/>
          <p:nvPr/>
        </p:nvSpPr>
        <p:spPr>
          <a:xfrm>
            <a:off x="667889" y="373359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E29BA079-B5C4-4E5A-B8FA-F0F9DCC852A9}"/>
              </a:ext>
            </a:extLst>
          </p:cNvPr>
          <p:cNvSpPr/>
          <p:nvPr/>
        </p:nvSpPr>
        <p:spPr>
          <a:xfrm>
            <a:off x="667889" y="405030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52328FED-AF61-4397-B38F-0E05236D1B93}"/>
              </a:ext>
            </a:extLst>
          </p:cNvPr>
          <p:cNvSpPr/>
          <p:nvPr/>
        </p:nvSpPr>
        <p:spPr>
          <a:xfrm>
            <a:off x="667889" y="319067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3E30632-AF0F-4476-B29C-5891740C7559}"/>
              </a:ext>
            </a:extLst>
          </p:cNvPr>
          <p:cNvCxnSpPr>
            <a:cxnSpLocks/>
          </p:cNvCxnSpPr>
          <p:nvPr/>
        </p:nvCxnSpPr>
        <p:spPr>
          <a:xfrm>
            <a:off x="280988" y="457835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4B0B520B-8826-4C40-B203-079D882443F2}"/>
              </a:ext>
            </a:extLst>
          </p:cNvPr>
          <p:cNvSpPr txBox="1"/>
          <p:nvPr/>
        </p:nvSpPr>
        <p:spPr>
          <a:xfrm>
            <a:off x="16349" y="258938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A6B00A3C-D2F4-464A-AE25-E1FA1807824C}"/>
              </a:ext>
            </a:extLst>
          </p:cNvPr>
          <p:cNvCxnSpPr>
            <a:cxnSpLocks/>
          </p:cNvCxnSpPr>
          <p:nvPr/>
        </p:nvCxnSpPr>
        <p:spPr>
          <a:xfrm>
            <a:off x="2246948" y="457835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CBEF1FF-0869-4BFC-BC19-DF3F47BEC287}"/>
              </a:ext>
            </a:extLst>
          </p:cNvPr>
          <p:cNvSpPr txBox="1"/>
          <p:nvPr/>
        </p:nvSpPr>
        <p:spPr>
          <a:xfrm>
            <a:off x="1982309" y="258938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ё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79" name="Table 5">
            <a:extLst>
              <a:ext uri="{FF2B5EF4-FFF2-40B4-BE49-F238E27FC236}">
                <a16:creationId xmlns:a16="http://schemas.microsoft.com/office/drawing/2014/main" id="{33CABCC1-9235-43CD-8BEA-86739C727C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151732"/>
              </p:ext>
            </p:extLst>
          </p:nvPr>
        </p:nvGraphicFramePr>
        <p:xfrm>
          <a:off x="4317313" y="2862580"/>
          <a:ext cx="1269417" cy="1366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0617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80" name="Oval 79">
            <a:extLst>
              <a:ext uri="{FF2B5EF4-FFF2-40B4-BE49-F238E27FC236}">
                <a16:creationId xmlns:a16="http://schemas.microsoft.com/office/drawing/2014/main" id="{C31CFD89-E368-4E07-93E7-D9D6C41E2F06}"/>
              </a:ext>
            </a:extLst>
          </p:cNvPr>
          <p:cNvSpPr/>
          <p:nvPr/>
        </p:nvSpPr>
        <p:spPr>
          <a:xfrm>
            <a:off x="4706489" y="373359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BDC4CC08-6DD9-484B-BB88-2F5488F7F685}"/>
              </a:ext>
            </a:extLst>
          </p:cNvPr>
          <p:cNvSpPr/>
          <p:nvPr/>
        </p:nvSpPr>
        <p:spPr>
          <a:xfrm>
            <a:off x="4706489" y="405030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4A67CFCF-C452-4FB4-989C-EA08F035EE8D}"/>
              </a:ext>
            </a:extLst>
          </p:cNvPr>
          <p:cNvSpPr/>
          <p:nvPr/>
        </p:nvSpPr>
        <p:spPr>
          <a:xfrm>
            <a:off x="4706489" y="319067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019C2334-8B9B-4072-A3BC-6ECDB1CD5D88}"/>
              </a:ext>
            </a:extLst>
          </p:cNvPr>
          <p:cNvCxnSpPr>
            <a:cxnSpLocks/>
          </p:cNvCxnSpPr>
          <p:nvPr/>
        </p:nvCxnSpPr>
        <p:spPr>
          <a:xfrm>
            <a:off x="4319588" y="457835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D1056AEA-94A5-4B3D-939C-DD7DF50FE376}"/>
              </a:ext>
            </a:extLst>
          </p:cNvPr>
          <p:cNvSpPr txBox="1"/>
          <p:nvPr/>
        </p:nvSpPr>
        <p:spPr>
          <a:xfrm>
            <a:off x="4040522" y="2589387"/>
            <a:ext cx="3369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ж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39D3E9BD-1EBB-4D0E-9D59-76F8DA0A809A}"/>
              </a:ext>
            </a:extLst>
          </p:cNvPr>
          <p:cNvCxnSpPr>
            <a:cxnSpLocks/>
          </p:cNvCxnSpPr>
          <p:nvPr/>
        </p:nvCxnSpPr>
        <p:spPr>
          <a:xfrm>
            <a:off x="6392228" y="457835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434227CF-F788-4354-8AB9-0AC8E524F803}"/>
              </a:ext>
            </a:extLst>
          </p:cNvPr>
          <p:cNvSpPr txBox="1"/>
          <p:nvPr/>
        </p:nvSpPr>
        <p:spPr>
          <a:xfrm>
            <a:off x="6133200" y="2589387"/>
            <a:ext cx="296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з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89" name="Table 5">
            <a:extLst>
              <a:ext uri="{FF2B5EF4-FFF2-40B4-BE49-F238E27FC236}">
                <a16:creationId xmlns:a16="http://schemas.microsoft.com/office/drawing/2014/main" id="{B00FD361-17B1-4639-9656-8200C2F3F8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960345"/>
              </p:ext>
            </p:extLst>
          </p:nvPr>
        </p:nvGraphicFramePr>
        <p:xfrm>
          <a:off x="8510732" y="2862580"/>
          <a:ext cx="966414" cy="1366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207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83207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06179"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жарым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90" name="Oval 89">
            <a:extLst>
              <a:ext uri="{FF2B5EF4-FFF2-40B4-BE49-F238E27FC236}">
                <a16:creationId xmlns:a16="http://schemas.microsoft.com/office/drawing/2014/main" id="{300644C3-76D7-4D1C-AC05-BEB41E3163F7}"/>
              </a:ext>
            </a:extLst>
          </p:cNvPr>
          <p:cNvSpPr/>
          <p:nvPr/>
        </p:nvSpPr>
        <p:spPr>
          <a:xfrm>
            <a:off x="9020044" y="373359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86B2A249-8379-4644-B088-9E8949BFFB4F}"/>
              </a:ext>
            </a:extLst>
          </p:cNvPr>
          <p:cNvSpPr/>
          <p:nvPr/>
        </p:nvSpPr>
        <p:spPr>
          <a:xfrm>
            <a:off x="9020044" y="405030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6B9BB14A-44EF-496D-AE2C-E7BE3958247D}"/>
              </a:ext>
            </a:extLst>
          </p:cNvPr>
          <p:cNvSpPr/>
          <p:nvPr/>
        </p:nvSpPr>
        <p:spPr>
          <a:xfrm>
            <a:off x="9020044" y="319067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BAA5014F-9B0C-4A93-A23D-67A108CA3DA1}"/>
              </a:ext>
            </a:extLst>
          </p:cNvPr>
          <p:cNvCxnSpPr>
            <a:cxnSpLocks/>
          </p:cNvCxnSpPr>
          <p:nvPr/>
        </p:nvCxnSpPr>
        <p:spPr>
          <a:xfrm>
            <a:off x="8464868" y="457835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73B119BF-8EB6-4BB5-A56F-91BCF7F5BEE4}"/>
              </a:ext>
            </a:extLst>
          </p:cNvPr>
          <p:cNvSpPr txBox="1"/>
          <p:nvPr/>
        </p:nvSpPr>
        <p:spPr>
          <a:xfrm>
            <a:off x="8197023" y="2589387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и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6" name="Table 5">
                <a:extLst>
                  <a:ext uri="{FF2B5EF4-FFF2-40B4-BE49-F238E27FC236}">
                    <a16:creationId xmlns:a16="http://schemas.microsoft.com/office/drawing/2014/main" id="{D86323DF-A3C3-4A31-88B8-41537BAB214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89953" y="2860036"/>
              <a:ext cx="1269531" cy="136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317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756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17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6" name="Table 5">
                <a:extLst>
                  <a:ext uri="{FF2B5EF4-FFF2-40B4-BE49-F238E27FC236}">
                    <a16:creationId xmlns:a16="http://schemas.microsoft.com/office/drawing/2014/main" id="{D86323DF-A3C3-4A31-88B8-41537BAB214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89953" y="2860036"/>
              <a:ext cx="1269531" cy="136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317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756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29" t="-806" r="-201429" b="-83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899" t="-806" r="-104348" b="-83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806" r="-2857" b="-830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17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7" name="Oval 96">
            <a:extLst>
              <a:ext uri="{FF2B5EF4-FFF2-40B4-BE49-F238E27FC236}">
                <a16:creationId xmlns:a16="http://schemas.microsoft.com/office/drawing/2014/main" id="{D329C2FC-B586-4ECA-8AF5-65F756C17FDD}"/>
              </a:ext>
            </a:extLst>
          </p:cNvPr>
          <p:cNvSpPr/>
          <p:nvPr/>
        </p:nvSpPr>
        <p:spPr>
          <a:xfrm>
            <a:off x="6780831" y="3726650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1C3ED11F-1695-4E28-8A28-D87690B6682D}"/>
              </a:ext>
            </a:extLst>
          </p:cNvPr>
          <p:cNvSpPr/>
          <p:nvPr/>
        </p:nvSpPr>
        <p:spPr>
          <a:xfrm>
            <a:off x="6780831" y="4043357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17BB2423-6469-467E-9F32-09BE3B0760F0}"/>
              </a:ext>
            </a:extLst>
          </p:cNvPr>
          <p:cNvSpPr/>
          <p:nvPr/>
        </p:nvSpPr>
        <p:spPr>
          <a:xfrm>
            <a:off x="6780831" y="3183725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100" name="Table 5">
            <a:extLst>
              <a:ext uri="{FF2B5EF4-FFF2-40B4-BE49-F238E27FC236}">
                <a16:creationId xmlns:a16="http://schemas.microsoft.com/office/drawing/2014/main" id="{ACD46838-4D4D-4A18-B026-356C0F9E2F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881297"/>
              </p:ext>
            </p:extLst>
          </p:nvPr>
        </p:nvGraphicFramePr>
        <p:xfrm>
          <a:off x="173991" y="4968967"/>
          <a:ext cx="1374141" cy="14604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8047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58047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5804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8062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7215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жарым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7023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230D264-E7CB-4EC4-B234-5D880D72870C}"/>
              </a:ext>
            </a:extLst>
          </p:cNvPr>
          <p:cNvCxnSpPr>
            <a:cxnSpLocks/>
          </p:cNvCxnSpPr>
          <p:nvPr/>
        </p:nvCxnSpPr>
        <p:spPr>
          <a:xfrm>
            <a:off x="280988" y="6778625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B778C8A2-B6A5-42DB-B375-57AA559B9CF2}"/>
              </a:ext>
            </a:extLst>
          </p:cNvPr>
          <p:cNvSpPr txBox="1"/>
          <p:nvPr/>
        </p:nvSpPr>
        <p:spPr>
          <a:xfrm>
            <a:off x="13143" y="4789662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й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E4D0B37B-643F-4C69-B310-7A6151957425}"/>
              </a:ext>
            </a:extLst>
          </p:cNvPr>
          <p:cNvCxnSpPr>
            <a:cxnSpLocks/>
          </p:cNvCxnSpPr>
          <p:nvPr/>
        </p:nvCxnSpPr>
        <p:spPr>
          <a:xfrm>
            <a:off x="2246948" y="6778625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AEC36D05-308C-4F2B-82B2-7DD945948FB9}"/>
              </a:ext>
            </a:extLst>
          </p:cNvPr>
          <p:cNvSpPr txBox="1"/>
          <p:nvPr/>
        </p:nvSpPr>
        <p:spPr>
          <a:xfrm>
            <a:off x="1984714" y="4789662"/>
            <a:ext cx="303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к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114" name="Table 5">
            <a:extLst>
              <a:ext uri="{FF2B5EF4-FFF2-40B4-BE49-F238E27FC236}">
                <a16:creationId xmlns:a16="http://schemas.microsoft.com/office/drawing/2014/main" id="{4B92C179-E652-42F1-9F4A-7B17F666C6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610271"/>
              </p:ext>
            </p:extLst>
          </p:nvPr>
        </p:nvGraphicFramePr>
        <p:xfrm>
          <a:off x="4317313" y="4976909"/>
          <a:ext cx="1269417" cy="1452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8018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5435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5245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A13FE84D-5C57-4E6E-AC1F-7E2AFC204255}"/>
              </a:ext>
            </a:extLst>
          </p:cNvPr>
          <p:cNvCxnSpPr>
            <a:cxnSpLocks/>
          </p:cNvCxnSpPr>
          <p:nvPr/>
        </p:nvCxnSpPr>
        <p:spPr>
          <a:xfrm>
            <a:off x="4319588" y="6778625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0C8B08B3-1DB1-4BB8-9AAA-71735A3EDF24}"/>
              </a:ext>
            </a:extLst>
          </p:cNvPr>
          <p:cNvSpPr txBox="1"/>
          <p:nvPr/>
        </p:nvSpPr>
        <p:spPr>
          <a:xfrm>
            <a:off x="4054149" y="4789662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л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12CCFBF5-BF07-45C3-9B95-FDC3C858FAFA}"/>
              </a:ext>
            </a:extLst>
          </p:cNvPr>
          <p:cNvCxnSpPr>
            <a:cxnSpLocks/>
          </p:cNvCxnSpPr>
          <p:nvPr/>
        </p:nvCxnSpPr>
        <p:spPr>
          <a:xfrm>
            <a:off x="6392228" y="6778625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186A035F-484B-48CE-8D93-B7456FDEC17A}"/>
              </a:ext>
            </a:extLst>
          </p:cNvPr>
          <p:cNvSpPr txBox="1"/>
          <p:nvPr/>
        </p:nvSpPr>
        <p:spPr>
          <a:xfrm>
            <a:off x="6113964" y="4789662"/>
            <a:ext cx="335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м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124" name="Table 5">
            <a:extLst>
              <a:ext uri="{FF2B5EF4-FFF2-40B4-BE49-F238E27FC236}">
                <a16:creationId xmlns:a16="http://schemas.microsoft.com/office/drawing/2014/main" id="{DACBEE09-6BA2-4646-B4E2-FDE29CE2DC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808162"/>
              </p:ext>
            </p:extLst>
          </p:nvPr>
        </p:nvGraphicFramePr>
        <p:xfrm>
          <a:off x="8462593" y="4976909"/>
          <a:ext cx="1269417" cy="1146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8155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30991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59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217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</a:tbl>
          </a:graphicData>
        </a:graphic>
      </p:graphicFrame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E5B63F46-D70F-4996-8599-C471B9E97677}"/>
              </a:ext>
            </a:extLst>
          </p:cNvPr>
          <p:cNvCxnSpPr>
            <a:cxnSpLocks/>
          </p:cNvCxnSpPr>
          <p:nvPr/>
        </p:nvCxnSpPr>
        <p:spPr>
          <a:xfrm>
            <a:off x="8464868" y="6778625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5073A844-49F7-4DD6-9228-283235C36F68}"/>
              </a:ext>
            </a:extLst>
          </p:cNvPr>
          <p:cNvSpPr txBox="1"/>
          <p:nvPr/>
        </p:nvSpPr>
        <p:spPr>
          <a:xfrm>
            <a:off x="8197825" y="4789662"/>
            <a:ext cx="312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н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31" name="Table 5">
                <a:extLst>
                  <a:ext uri="{FF2B5EF4-FFF2-40B4-BE49-F238E27FC236}">
                    <a16:creationId xmlns:a16="http://schemas.microsoft.com/office/drawing/2014/main" id="{FADFB86C-4423-4FB1-8AEF-E46BBC9ABB0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89953" y="4975806"/>
              <a:ext cx="1269531" cy="14525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317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8027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249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37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24902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31" name="Table 5">
                <a:extLst>
                  <a:ext uri="{FF2B5EF4-FFF2-40B4-BE49-F238E27FC236}">
                    <a16:creationId xmlns:a16="http://schemas.microsoft.com/office/drawing/2014/main" id="{FADFB86C-4423-4FB1-8AEF-E46BBC9ABB0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89953" y="4975806"/>
              <a:ext cx="1269531" cy="14525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317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802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29" t="-758" r="-201429" b="-82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2899" t="-758" r="-104348" b="-82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758" r="-2857" b="-825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249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37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24902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43" name="Table 5">
            <a:extLst>
              <a:ext uri="{FF2B5EF4-FFF2-40B4-BE49-F238E27FC236}">
                <a16:creationId xmlns:a16="http://schemas.microsoft.com/office/drawing/2014/main" id="{29C5980E-F198-4D88-8073-7E9AF0F380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5102188"/>
              </p:ext>
            </p:extLst>
          </p:nvPr>
        </p:nvGraphicFramePr>
        <p:xfrm>
          <a:off x="6390906" y="571198"/>
          <a:ext cx="1269417" cy="1429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7888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018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0002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144" name="Oval 143">
            <a:extLst>
              <a:ext uri="{FF2B5EF4-FFF2-40B4-BE49-F238E27FC236}">
                <a16:creationId xmlns:a16="http://schemas.microsoft.com/office/drawing/2014/main" id="{56945582-AB9A-4B8B-A319-904F16F7E078}"/>
              </a:ext>
            </a:extLst>
          </p:cNvPr>
          <p:cNvSpPr/>
          <p:nvPr/>
        </p:nvSpPr>
        <p:spPr>
          <a:xfrm>
            <a:off x="6780082" y="150474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892F6C3C-F299-4B5F-94CA-706EAEFFDFEE}"/>
              </a:ext>
            </a:extLst>
          </p:cNvPr>
          <p:cNvSpPr/>
          <p:nvPr/>
        </p:nvSpPr>
        <p:spPr>
          <a:xfrm>
            <a:off x="6780082" y="182145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0F609C62-D434-472C-962F-8D1E06EC7794}"/>
              </a:ext>
            </a:extLst>
          </p:cNvPr>
          <p:cNvSpPr/>
          <p:nvPr/>
        </p:nvSpPr>
        <p:spPr>
          <a:xfrm>
            <a:off x="6780082" y="96182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7" name="Table 5">
                <a:extLst>
                  <a:ext uri="{FF2B5EF4-FFF2-40B4-BE49-F238E27FC236}">
                    <a16:creationId xmlns:a16="http://schemas.microsoft.com/office/drawing/2014/main" id="{24162633-AC8B-4067-8541-7AD3F8C31E9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46146" y="2864365"/>
              <a:ext cx="1269531" cy="136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317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756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7" name="Table 5">
                <a:extLst>
                  <a:ext uri="{FF2B5EF4-FFF2-40B4-BE49-F238E27FC236}">
                    <a16:creationId xmlns:a16="http://schemas.microsoft.com/office/drawing/2014/main" id="{24162633-AC8B-4067-8541-7AD3F8C31E9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46146" y="2864365"/>
              <a:ext cx="1269531" cy="136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317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756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29" t="-800" r="-201429" b="-824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2899" t="-800" r="-104348" b="-824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800" r="-2857" b="-824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8" name="Oval 147">
            <a:extLst>
              <a:ext uri="{FF2B5EF4-FFF2-40B4-BE49-F238E27FC236}">
                <a16:creationId xmlns:a16="http://schemas.microsoft.com/office/drawing/2014/main" id="{FFCA35F5-9A92-4318-9C9D-7006A19FBD6A}"/>
              </a:ext>
            </a:extLst>
          </p:cNvPr>
          <p:cNvSpPr/>
          <p:nvPr/>
        </p:nvSpPr>
        <p:spPr>
          <a:xfrm>
            <a:off x="2637024" y="373097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F322E425-84BB-4AEF-B272-27E431F9A7E3}"/>
              </a:ext>
            </a:extLst>
          </p:cNvPr>
          <p:cNvSpPr/>
          <p:nvPr/>
        </p:nvSpPr>
        <p:spPr>
          <a:xfrm>
            <a:off x="2637024" y="404768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F15765B5-DA59-4F77-8498-D5B347EEB644}"/>
              </a:ext>
            </a:extLst>
          </p:cNvPr>
          <p:cNvSpPr/>
          <p:nvPr/>
        </p:nvSpPr>
        <p:spPr>
          <a:xfrm>
            <a:off x="2637024" y="318805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55" name="Table 5">
                <a:extLst>
                  <a:ext uri="{FF2B5EF4-FFF2-40B4-BE49-F238E27FC236}">
                    <a16:creationId xmlns:a16="http://schemas.microsoft.com/office/drawing/2014/main" id="{F7609678-2F6B-4E3F-8D78-8DF703489D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2425447"/>
                  </p:ext>
                </p:extLst>
              </p:nvPr>
            </p:nvGraphicFramePr>
            <p:xfrm>
              <a:off x="2241902" y="4975805"/>
              <a:ext cx="1537071" cy="14525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235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51235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51235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80270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249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жарым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24903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55" name="Table 5">
                <a:extLst>
                  <a:ext uri="{FF2B5EF4-FFF2-40B4-BE49-F238E27FC236}">
                    <a16:creationId xmlns:a16="http://schemas.microsoft.com/office/drawing/2014/main" id="{F7609678-2F6B-4E3F-8D78-8DF703489D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2425447"/>
                  </p:ext>
                </p:extLst>
              </p:nvPr>
            </p:nvGraphicFramePr>
            <p:xfrm>
              <a:off x="2241902" y="4975805"/>
              <a:ext cx="1537071" cy="14525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235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51235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51235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80270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90" t="-758" r="-203571" b="-82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000" t="-758" r="-101176" b="-82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2381" t="-758" r="-2381" b="-825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249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жарым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24903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FFC64F0-D0F0-92DC-6C2B-C98FC7DB42AE}"/>
              </a:ext>
            </a:extLst>
          </p:cNvPr>
          <p:cNvSpPr txBox="1"/>
          <p:nvPr/>
        </p:nvSpPr>
        <p:spPr>
          <a:xfrm>
            <a:off x="676693" y="2028032"/>
            <a:ext cx="477796" cy="318924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108000" tIns="36000" rIns="108000" bIns="36000" rtlCol="0">
            <a:spAutoFit/>
          </a:bodyPr>
          <a:lstStyle/>
          <a:p>
            <a:pPr algn="ctr"/>
            <a:r>
              <a:rPr lang="en-GB" sz="1600" dirty="0"/>
              <a:t>1.2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A9A159-E445-FE50-AA8A-0EFEADE69383}"/>
              </a:ext>
            </a:extLst>
          </p:cNvPr>
          <p:cNvSpPr txBox="1"/>
          <p:nvPr/>
        </p:nvSpPr>
        <p:spPr>
          <a:xfrm>
            <a:off x="2666550" y="2028032"/>
            <a:ext cx="477796" cy="318924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108000" tIns="36000" rIns="108000" bIns="36000" rtlCol="0">
            <a:spAutoFit/>
          </a:bodyPr>
          <a:lstStyle/>
          <a:p>
            <a:pPr algn="ctr"/>
            <a:r>
              <a:rPr lang="en-GB" sz="1600" dirty="0"/>
              <a:t>2.4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1FC79C-3198-B51C-9975-8808E12A88FE}"/>
              </a:ext>
            </a:extLst>
          </p:cNvPr>
          <p:cNvSpPr txBox="1"/>
          <p:nvPr/>
        </p:nvSpPr>
        <p:spPr>
          <a:xfrm>
            <a:off x="4686803" y="2028032"/>
            <a:ext cx="477796" cy="318924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108000" tIns="36000" rIns="108000" bIns="36000" rtlCol="0">
            <a:spAutoFit/>
          </a:bodyPr>
          <a:lstStyle/>
          <a:p>
            <a:pPr algn="ctr"/>
            <a:r>
              <a:rPr lang="en-GB" sz="1600" dirty="0"/>
              <a:t>2.3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9BAD3B-441E-A939-4EE7-D7420DFE3DF6}"/>
              </a:ext>
            </a:extLst>
          </p:cNvPr>
          <p:cNvSpPr txBox="1"/>
          <p:nvPr/>
        </p:nvSpPr>
        <p:spPr>
          <a:xfrm>
            <a:off x="6707345" y="2028032"/>
            <a:ext cx="581992" cy="318924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108000" tIns="36000" rIns="108000" bIns="36000" rtlCol="0">
            <a:spAutoFit/>
          </a:bodyPr>
          <a:lstStyle/>
          <a:p>
            <a:pPr algn="ctr"/>
            <a:r>
              <a:rPr lang="en-GB" sz="1600" dirty="0"/>
              <a:t>1.35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8604DB-B1CD-4F84-A886-9414D958E633}"/>
              </a:ext>
            </a:extLst>
          </p:cNvPr>
          <p:cNvSpPr txBox="1"/>
          <p:nvPr/>
        </p:nvSpPr>
        <p:spPr>
          <a:xfrm>
            <a:off x="8779985" y="2028032"/>
            <a:ext cx="581992" cy="318924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108000" tIns="36000" rIns="108000" bIns="36000" rtlCol="0">
            <a:spAutoFit/>
          </a:bodyPr>
          <a:lstStyle/>
          <a:p>
            <a:pPr algn="ctr"/>
            <a:r>
              <a:rPr lang="en-GB" sz="1600" dirty="0"/>
              <a:t>0.38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A56196-3D95-56AF-70F6-A88436A0CD00}"/>
              </a:ext>
            </a:extLst>
          </p:cNvPr>
          <p:cNvSpPr txBox="1"/>
          <p:nvPr/>
        </p:nvSpPr>
        <p:spPr>
          <a:xfrm>
            <a:off x="596105" y="4256882"/>
            <a:ext cx="581992" cy="318924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108000" tIns="36000" rIns="108000" bIns="36000" rtlCol="0">
            <a:spAutoFit/>
          </a:bodyPr>
          <a:lstStyle/>
          <a:p>
            <a:pPr algn="ctr"/>
            <a:r>
              <a:rPr lang="en-GB" sz="1600" dirty="0"/>
              <a:t>2.82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917461-5555-4502-92DB-01A8A25DF4D0}"/>
              </a:ext>
            </a:extLst>
          </p:cNvPr>
          <p:cNvSpPr txBox="1"/>
          <p:nvPr/>
        </p:nvSpPr>
        <p:spPr>
          <a:xfrm>
            <a:off x="2562065" y="4256882"/>
            <a:ext cx="581992" cy="318924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108000" tIns="36000" rIns="108000" bIns="36000" rtlCol="0">
            <a:spAutoFit/>
          </a:bodyPr>
          <a:lstStyle/>
          <a:p>
            <a:pPr algn="ctr"/>
            <a:r>
              <a:rPr lang="en-GB" sz="1600" dirty="0"/>
              <a:t>7.91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0EBCD0-9B83-D04F-BA03-B3998CF7082C}"/>
              </a:ext>
            </a:extLst>
          </p:cNvPr>
          <p:cNvSpPr txBox="1"/>
          <p:nvPr/>
        </p:nvSpPr>
        <p:spPr>
          <a:xfrm>
            <a:off x="4634705" y="4256882"/>
            <a:ext cx="581992" cy="318924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108000" tIns="36000" rIns="108000" bIns="36000" rtlCol="0">
            <a:spAutoFit/>
          </a:bodyPr>
          <a:lstStyle/>
          <a:p>
            <a:pPr algn="ctr"/>
            <a:r>
              <a:rPr lang="en-GB" sz="1600" dirty="0"/>
              <a:t>1.02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D6D5E6-958D-E4C1-A52E-09F231E9AF8A}"/>
              </a:ext>
            </a:extLst>
          </p:cNvPr>
          <p:cNvSpPr txBox="1"/>
          <p:nvPr/>
        </p:nvSpPr>
        <p:spPr>
          <a:xfrm>
            <a:off x="6707345" y="4256882"/>
            <a:ext cx="581992" cy="318924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108000" tIns="36000" rIns="108000" bIns="36000" rtlCol="0">
            <a:spAutoFit/>
          </a:bodyPr>
          <a:lstStyle/>
          <a:p>
            <a:pPr algn="ctr"/>
            <a:r>
              <a:rPr lang="en-GB" sz="1600" dirty="0"/>
              <a:t>3.07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70D62A-E710-EA7C-61D1-73B13D254314}"/>
              </a:ext>
            </a:extLst>
          </p:cNvPr>
          <p:cNvSpPr txBox="1"/>
          <p:nvPr/>
        </p:nvSpPr>
        <p:spPr>
          <a:xfrm>
            <a:off x="8832083" y="4256882"/>
            <a:ext cx="477796" cy="318924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108000" tIns="36000" rIns="108000" bIns="36000" rtlCol="0">
            <a:spAutoFit/>
          </a:bodyPr>
          <a:lstStyle/>
          <a:p>
            <a:pPr algn="ctr"/>
            <a:r>
              <a:rPr lang="en-GB" sz="1600" dirty="0"/>
              <a:t>0.6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7D9ED2-2AE9-6283-4BD7-35ECF92D340E}"/>
              </a:ext>
            </a:extLst>
          </p:cNvPr>
          <p:cNvSpPr txBox="1"/>
          <p:nvPr/>
        </p:nvSpPr>
        <p:spPr>
          <a:xfrm>
            <a:off x="596105" y="6457157"/>
            <a:ext cx="581992" cy="318924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108000" tIns="36000" rIns="108000" bIns="36000" rtlCol="0">
            <a:spAutoFit/>
          </a:bodyPr>
          <a:lstStyle/>
          <a:p>
            <a:pPr algn="ctr"/>
            <a:r>
              <a:rPr lang="en-GB" sz="1600" dirty="0"/>
              <a:t>0.07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A95F58-CE21-BB29-EACA-74C5F30D17C0}"/>
              </a:ext>
            </a:extLst>
          </p:cNvPr>
          <p:cNvSpPr txBox="1"/>
          <p:nvPr/>
        </p:nvSpPr>
        <p:spPr>
          <a:xfrm>
            <a:off x="2562066" y="6457157"/>
            <a:ext cx="581992" cy="318924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108000" tIns="36000" rIns="108000" bIns="36000" rtlCol="0">
            <a:spAutoFit/>
          </a:bodyPr>
          <a:lstStyle/>
          <a:p>
            <a:pPr algn="ctr"/>
            <a:r>
              <a:rPr lang="en-GB" sz="1600" dirty="0"/>
              <a:t>2.12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A8D1DB-FC39-DEBC-A946-9A56DC9BA2EC}"/>
              </a:ext>
            </a:extLst>
          </p:cNvPr>
          <p:cNvSpPr txBox="1"/>
          <p:nvPr/>
        </p:nvSpPr>
        <p:spPr>
          <a:xfrm>
            <a:off x="4634705" y="6457157"/>
            <a:ext cx="581992" cy="318924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108000" tIns="36000" rIns="108000" bIns="36000" rtlCol="0">
            <a:spAutoFit/>
          </a:bodyPr>
          <a:lstStyle/>
          <a:p>
            <a:pPr algn="ctr"/>
            <a:r>
              <a:rPr lang="en-GB" sz="1600" dirty="0"/>
              <a:t>1.78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BA14E6-DB16-50ED-BD24-E41A0C094BE0}"/>
              </a:ext>
            </a:extLst>
          </p:cNvPr>
          <p:cNvSpPr txBox="1"/>
          <p:nvPr/>
        </p:nvSpPr>
        <p:spPr>
          <a:xfrm>
            <a:off x="6707345" y="6457157"/>
            <a:ext cx="581992" cy="318924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108000" tIns="36000" rIns="108000" bIns="36000" rtlCol="0">
            <a:spAutoFit/>
          </a:bodyPr>
          <a:lstStyle/>
          <a:p>
            <a:pPr algn="ctr"/>
            <a:r>
              <a:rPr lang="en-GB" sz="1600" dirty="0"/>
              <a:t>7.97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503680-2D41-E6F2-4914-DB59B5BA030B}"/>
              </a:ext>
            </a:extLst>
          </p:cNvPr>
          <p:cNvSpPr txBox="1"/>
          <p:nvPr/>
        </p:nvSpPr>
        <p:spPr>
          <a:xfrm>
            <a:off x="8727890" y="6457157"/>
            <a:ext cx="686186" cy="318924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108000" tIns="36000" rIns="108000" bIns="36000" rtlCol="0">
            <a:spAutoFit/>
          </a:bodyPr>
          <a:lstStyle/>
          <a:p>
            <a:pPr algn="ctr"/>
            <a:r>
              <a:rPr lang="en-GB" sz="1600" dirty="0"/>
              <a:t>15.07</a:t>
            </a:r>
          </a:p>
        </p:txBody>
      </p:sp>
    </p:spTree>
    <p:extLst>
      <p:ext uri="{BB962C8B-B14F-4D97-AF65-F5344CB8AC3E}">
        <p14:creationId xmlns:p14="http://schemas.microsoft.com/office/powerpoint/2010/main" val="3448867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91120" y="-75133"/>
            <a:ext cx="17363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rPr>
              <a:t>Ооба... бирок </a:t>
            </a:r>
          </a:p>
          <a:p>
            <a:pPr algn="ctr"/>
            <a:r>
              <a:rPr lang="ky-KG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rPr>
              <a:t>Жок </a:t>
            </a:r>
            <a:r>
              <a:rPr lang="en-GB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  <a:sym typeface="Wingdings" panose="05000000000000000000" pitchFamily="2" charset="2"/>
              </a:rPr>
              <a:t></a:t>
            </a:r>
            <a:endParaRPr lang="en-GB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3443677" y="17199"/>
            <a:ext cx="46004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Бул орундардын мааниси таблицалары туура эмес толтурулган! </a:t>
            </a:r>
          </a:p>
          <a:p>
            <a:pPr algn="ctr"/>
            <a:r>
              <a:rPr lang="ky-KG" sz="1200" dirty="0"/>
              <a:t>Ар бир таблицаны оңдоп, чекиттүү сызыкка ондук санды жазыңыз.</a:t>
            </a:r>
            <a:endParaRPr lang="en-GB" sz="1200" dirty="0"/>
          </a:p>
        </p:txBody>
      </p:sp>
      <p:graphicFrame>
        <p:nvGraphicFramePr>
          <p:cNvPr id="13" name="Table 5">
            <a:extLst>
              <a:ext uri="{FF2B5EF4-FFF2-40B4-BE49-F238E27FC236}">
                <a16:creationId xmlns:a16="http://schemas.microsoft.com/office/drawing/2014/main" id="{C4C45624-CD2C-4E3D-BA18-7BEC9A5891C9}"/>
              </a:ext>
            </a:extLst>
          </p:cNvPr>
          <p:cNvGraphicFramePr>
            <a:graphicFrameLocks noGrp="1"/>
          </p:cNvGraphicFramePr>
          <p:nvPr/>
        </p:nvGraphicFramePr>
        <p:xfrm>
          <a:off x="504932" y="571198"/>
          <a:ext cx="846278" cy="1429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788899"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018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0002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452227AD-4334-4841-A494-5B13888F55EC}"/>
              </a:ext>
            </a:extLst>
          </p:cNvPr>
          <p:cNvSpPr/>
          <p:nvPr/>
        </p:nvSpPr>
        <p:spPr>
          <a:xfrm>
            <a:off x="894108" y="150474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6F07AB2-698A-4AFA-9BB8-886EB7209E57}"/>
              </a:ext>
            </a:extLst>
          </p:cNvPr>
          <p:cNvSpPr/>
          <p:nvPr/>
        </p:nvSpPr>
        <p:spPr>
          <a:xfrm>
            <a:off x="894108" y="182145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D7060D4-A5F4-4DB7-8668-F76E7D4F0E0C}"/>
              </a:ext>
            </a:extLst>
          </p:cNvPr>
          <p:cNvSpPr/>
          <p:nvPr/>
        </p:nvSpPr>
        <p:spPr>
          <a:xfrm>
            <a:off x="894108" y="96182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BAE701B-2F59-41D7-AC6E-98B4B74128E0}"/>
              </a:ext>
            </a:extLst>
          </p:cNvPr>
          <p:cNvCxnSpPr>
            <a:cxnSpLocks/>
          </p:cNvCxnSpPr>
          <p:nvPr/>
        </p:nvCxnSpPr>
        <p:spPr>
          <a:xfrm>
            <a:off x="280988" y="234950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1824CCF-34CB-4006-8A7D-19D525495AB8}"/>
              </a:ext>
            </a:extLst>
          </p:cNvPr>
          <p:cNvSpPr txBox="1"/>
          <p:nvPr/>
        </p:nvSpPr>
        <p:spPr>
          <a:xfrm>
            <a:off x="17952" y="360537"/>
            <a:ext cx="304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27" name="Table 5">
            <a:extLst>
              <a:ext uri="{FF2B5EF4-FFF2-40B4-BE49-F238E27FC236}">
                <a16:creationId xmlns:a16="http://schemas.microsoft.com/office/drawing/2014/main" id="{1C09F5F6-7DC0-4697-8DF6-F84B141B59B3}"/>
              </a:ext>
            </a:extLst>
          </p:cNvPr>
          <p:cNvGraphicFramePr>
            <a:graphicFrameLocks noGrp="1"/>
          </p:cNvGraphicFramePr>
          <p:nvPr/>
        </p:nvGraphicFramePr>
        <p:xfrm>
          <a:off x="2482798" y="571198"/>
          <a:ext cx="846278" cy="1429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7888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018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0002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28" name="Oval 27">
            <a:extLst>
              <a:ext uri="{FF2B5EF4-FFF2-40B4-BE49-F238E27FC236}">
                <a16:creationId xmlns:a16="http://schemas.microsoft.com/office/drawing/2014/main" id="{31E7CB14-7B88-4439-A620-AF49F8CA31D8}"/>
              </a:ext>
            </a:extLst>
          </p:cNvPr>
          <p:cNvSpPr/>
          <p:nvPr/>
        </p:nvSpPr>
        <p:spPr>
          <a:xfrm>
            <a:off x="2871974" y="150474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D0A03E3-11D1-4C6F-878D-2368A90A3C24}"/>
              </a:ext>
            </a:extLst>
          </p:cNvPr>
          <p:cNvSpPr/>
          <p:nvPr/>
        </p:nvSpPr>
        <p:spPr>
          <a:xfrm>
            <a:off x="2871974" y="182145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0B55C70-3028-48FC-932A-AD7EB8D4B933}"/>
              </a:ext>
            </a:extLst>
          </p:cNvPr>
          <p:cNvSpPr/>
          <p:nvPr/>
        </p:nvSpPr>
        <p:spPr>
          <a:xfrm>
            <a:off x="2871974" y="96182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A9A2298-AAA3-43AF-AC1A-83D5B716B11B}"/>
              </a:ext>
            </a:extLst>
          </p:cNvPr>
          <p:cNvCxnSpPr>
            <a:cxnSpLocks/>
          </p:cNvCxnSpPr>
          <p:nvPr/>
        </p:nvCxnSpPr>
        <p:spPr>
          <a:xfrm>
            <a:off x="2246948" y="234950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F605C88-CE9A-466A-85D3-E115AE8C4B6C}"/>
              </a:ext>
            </a:extLst>
          </p:cNvPr>
          <p:cNvSpPr txBox="1"/>
          <p:nvPr/>
        </p:nvSpPr>
        <p:spPr>
          <a:xfrm>
            <a:off x="1979904" y="360537"/>
            <a:ext cx="312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40" name="Table 5">
            <a:extLst>
              <a:ext uri="{FF2B5EF4-FFF2-40B4-BE49-F238E27FC236}">
                <a16:creationId xmlns:a16="http://schemas.microsoft.com/office/drawing/2014/main" id="{B2A37411-F4DD-4AD2-97A6-B4815FAAF95E}"/>
              </a:ext>
            </a:extLst>
          </p:cNvPr>
          <p:cNvGraphicFramePr>
            <a:graphicFrameLocks noGrp="1"/>
          </p:cNvGraphicFramePr>
          <p:nvPr/>
        </p:nvGraphicFramePr>
        <p:xfrm>
          <a:off x="4539563" y="571198"/>
          <a:ext cx="846278" cy="1429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7888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018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0002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41" name="Oval 40">
            <a:extLst>
              <a:ext uri="{FF2B5EF4-FFF2-40B4-BE49-F238E27FC236}">
                <a16:creationId xmlns:a16="http://schemas.microsoft.com/office/drawing/2014/main" id="{2E30FAA4-EEAB-43A4-9691-86796F65E69F}"/>
              </a:ext>
            </a:extLst>
          </p:cNvPr>
          <p:cNvSpPr/>
          <p:nvPr/>
        </p:nvSpPr>
        <p:spPr>
          <a:xfrm>
            <a:off x="4928739" y="150474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9C328C6-63F9-41C5-8B60-DA56FD6EB3B3}"/>
              </a:ext>
            </a:extLst>
          </p:cNvPr>
          <p:cNvSpPr/>
          <p:nvPr/>
        </p:nvSpPr>
        <p:spPr>
          <a:xfrm>
            <a:off x="4928739" y="182145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139DC8E-0686-4FC1-8F87-9855A87EE988}"/>
              </a:ext>
            </a:extLst>
          </p:cNvPr>
          <p:cNvSpPr/>
          <p:nvPr/>
        </p:nvSpPr>
        <p:spPr>
          <a:xfrm>
            <a:off x="4928739" y="96182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3C7376A-B9CF-4DA7-81EA-96BAFE8ADA4C}"/>
              </a:ext>
            </a:extLst>
          </p:cNvPr>
          <p:cNvCxnSpPr>
            <a:cxnSpLocks/>
          </p:cNvCxnSpPr>
          <p:nvPr/>
        </p:nvCxnSpPr>
        <p:spPr>
          <a:xfrm>
            <a:off x="4319588" y="234950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30BAA91-1B88-4E11-B681-C4383018FA61}"/>
              </a:ext>
            </a:extLst>
          </p:cNvPr>
          <p:cNvSpPr txBox="1"/>
          <p:nvPr/>
        </p:nvSpPr>
        <p:spPr>
          <a:xfrm>
            <a:off x="4056552" y="360537"/>
            <a:ext cx="304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5F77ADC-6A83-46C0-97C4-CB431F3563F6}"/>
              </a:ext>
            </a:extLst>
          </p:cNvPr>
          <p:cNvCxnSpPr>
            <a:cxnSpLocks/>
          </p:cNvCxnSpPr>
          <p:nvPr/>
        </p:nvCxnSpPr>
        <p:spPr>
          <a:xfrm>
            <a:off x="6392228" y="234950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6428D54-4192-4786-994D-E681B2DACF07}"/>
              </a:ext>
            </a:extLst>
          </p:cNvPr>
          <p:cNvSpPr txBox="1"/>
          <p:nvPr/>
        </p:nvSpPr>
        <p:spPr>
          <a:xfrm>
            <a:off x="6139612" y="360537"/>
            <a:ext cx="2840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54" name="Table 5">
            <a:extLst>
              <a:ext uri="{FF2B5EF4-FFF2-40B4-BE49-F238E27FC236}">
                <a16:creationId xmlns:a16="http://schemas.microsoft.com/office/drawing/2014/main" id="{99019CA1-945A-4D23-818A-6ABA1A2BEB47}"/>
              </a:ext>
            </a:extLst>
          </p:cNvPr>
          <p:cNvGraphicFramePr>
            <a:graphicFrameLocks noGrp="1"/>
          </p:cNvGraphicFramePr>
          <p:nvPr/>
        </p:nvGraphicFramePr>
        <p:xfrm>
          <a:off x="8462593" y="571198"/>
          <a:ext cx="1269417" cy="1429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7888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үлү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018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0002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55" name="Oval 54">
            <a:extLst>
              <a:ext uri="{FF2B5EF4-FFF2-40B4-BE49-F238E27FC236}">
                <a16:creationId xmlns:a16="http://schemas.microsoft.com/office/drawing/2014/main" id="{9DF86289-8304-41F3-9C6E-9F52C4D5ABB0}"/>
              </a:ext>
            </a:extLst>
          </p:cNvPr>
          <p:cNvSpPr/>
          <p:nvPr/>
        </p:nvSpPr>
        <p:spPr>
          <a:xfrm>
            <a:off x="8851769" y="150474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DFD6FBF-BFED-4981-8469-205D870493ED}"/>
              </a:ext>
            </a:extLst>
          </p:cNvPr>
          <p:cNvSpPr/>
          <p:nvPr/>
        </p:nvSpPr>
        <p:spPr>
          <a:xfrm>
            <a:off x="8851769" y="182145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0C2D0764-E291-4D98-AA90-FE6586A869AA}"/>
              </a:ext>
            </a:extLst>
          </p:cNvPr>
          <p:cNvSpPr/>
          <p:nvPr/>
        </p:nvSpPr>
        <p:spPr>
          <a:xfrm>
            <a:off x="8851769" y="96182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69148C5-C8FF-4FEE-A504-0446DF65E811}"/>
              </a:ext>
            </a:extLst>
          </p:cNvPr>
          <p:cNvCxnSpPr>
            <a:cxnSpLocks/>
          </p:cNvCxnSpPr>
          <p:nvPr/>
        </p:nvCxnSpPr>
        <p:spPr>
          <a:xfrm>
            <a:off x="8464868" y="234950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915CA67A-C083-48AB-9C67-D8A20F8EDA10}"/>
              </a:ext>
            </a:extLst>
          </p:cNvPr>
          <p:cNvSpPr txBox="1"/>
          <p:nvPr/>
        </p:nvSpPr>
        <p:spPr>
          <a:xfrm>
            <a:off x="8195420" y="360537"/>
            <a:ext cx="317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65" name="Table 5">
            <a:extLst>
              <a:ext uri="{FF2B5EF4-FFF2-40B4-BE49-F238E27FC236}">
                <a16:creationId xmlns:a16="http://schemas.microsoft.com/office/drawing/2014/main" id="{85692B5C-9716-4CBD-B19E-43B2D1757D66}"/>
              </a:ext>
            </a:extLst>
          </p:cNvPr>
          <p:cNvGraphicFramePr>
            <a:graphicFrameLocks noGrp="1"/>
          </p:cNvGraphicFramePr>
          <p:nvPr/>
        </p:nvGraphicFramePr>
        <p:xfrm>
          <a:off x="278713" y="2862580"/>
          <a:ext cx="1269417" cy="1366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0617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66" name="Oval 65">
            <a:extLst>
              <a:ext uri="{FF2B5EF4-FFF2-40B4-BE49-F238E27FC236}">
                <a16:creationId xmlns:a16="http://schemas.microsoft.com/office/drawing/2014/main" id="{615347E9-5896-4D44-A4FD-58EA4E832C55}"/>
              </a:ext>
            </a:extLst>
          </p:cNvPr>
          <p:cNvSpPr/>
          <p:nvPr/>
        </p:nvSpPr>
        <p:spPr>
          <a:xfrm>
            <a:off x="667889" y="373359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E29BA079-B5C4-4E5A-B8FA-F0F9DCC852A9}"/>
              </a:ext>
            </a:extLst>
          </p:cNvPr>
          <p:cNvSpPr/>
          <p:nvPr/>
        </p:nvSpPr>
        <p:spPr>
          <a:xfrm>
            <a:off x="667889" y="405030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52328FED-AF61-4397-B38F-0E05236D1B93}"/>
              </a:ext>
            </a:extLst>
          </p:cNvPr>
          <p:cNvSpPr/>
          <p:nvPr/>
        </p:nvSpPr>
        <p:spPr>
          <a:xfrm>
            <a:off x="667889" y="319067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3E30632-AF0F-4476-B29C-5891740C7559}"/>
              </a:ext>
            </a:extLst>
          </p:cNvPr>
          <p:cNvCxnSpPr>
            <a:cxnSpLocks/>
          </p:cNvCxnSpPr>
          <p:nvPr/>
        </p:nvCxnSpPr>
        <p:spPr>
          <a:xfrm>
            <a:off x="280988" y="457835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4B0B520B-8826-4C40-B203-079D882443F2}"/>
              </a:ext>
            </a:extLst>
          </p:cNvPr>
          <p:cNvSpPr txBox="1"/>
          <p:nvPr/>
        </p:nvSpPr>
        <p:spPr>
          <a:xfrm>
            <a:off x="16349" y="258938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A6B00A3C-D2F4-464A-AE25-E1FA1807824C}"/>
              </a:ext>
            </a:extLst>
          </p:cNvPr>
          <p:cNvCxnSpPr>
            <a:cxnSpLocks/>
          </p:cNvCxnSpPr>
          <p:nvPr/>
        </p:nvCxnSpPr>
        <p:spPr>
          <a:xfrm>
            <a:off x="2246948" y="457835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CBEF1FF-0869-4BFC-BC19-DF3F47BEC287}"/>
              </a:ext>
            </a:extLst>
          </p:cNvPr>
          <p:cNvSpPr txBox="1"/>
          <p:nvPr/>
        </p:nvSpPr>
        <p:spPr>
          <a:xfrm>
            <a:off x="1982309" y="258938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ё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79" name="Table 5">
            <a:extLst>
              <a:ext uri="{FF2B5EF4-FFF2-40B4-BE49-F238E27FC236}">
                <a16:creationId xmlns:a16="http://schemas.microsoft.com/office/drawing/2014/main" id="{33CABCC1-9235-43CD-8BEA-86739C727CEE}"/>
              </a:ext>
            </a:extLst>
          </p:cNvPr>
          <p:cNvGraphicFramePr>
            <a:graphicFrameLocks noGrp="1"/>
          </p:cNvGraphicFramePr>
          <p:nvPr/>
        </p:nvGraphicFramePr>
        <p:xfrm>
          <a:off x="4317313" y="2862580"/>
          <a:ext cx="1269417" cy="1366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0617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80" name="Oval 79">
            <a:extLst>
              <a:ext uri="{FF2B5EF4-FFF2-40B4-BE49-F238E27FC236}">
                <a16:creationId xmlns:a16="http://schemas.microsoft.com/office/drawing/2014/main" id="{C31CFD89-E368-4E07-93E7-D9D6C41E2F06}"/>
              </a:ext>
            </a:extLst>
          </p:cNvPr>
          <p:cNvSpPr/>
          <p:nvPr/>
        </p:nvSpPr>
        <p:spPr>
          <a:xfrm>
            <a:off x="4706489" y="373359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BDC4CC08-6DD9-484B-BB88-2F5488F7F685}"/>
              </a:ext>
            </a:extLst>
          </p:cNvPr>
          <p:cNvSpPr/>
          <p:nvPr/>
        </p:nvSpPr>
        <p:spPr>
          <a:xfrm>
            <a:off x="4706489" y="405030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4A67CFCF-C452-4FB4-989C-EA08F035EE8D}"/>
              </a:ext>
            </a:extLst>
          </p:cNvPr>
          <p:cNvSpPr/>
          <p:nvPr/>
        </p:nvSpPr>
        <p:spPr>
          <a:xfrm>
            <a:off x="4706489" y="319067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019C2334-8B9B-4072-A3BC-6ECDB1CD5D88}"/>
              </a:ext>
            </a:extLst>
          </p:cNvPr>
          <p:cNvCxnSpPr>
            <a:cxnSpLocks/>
          </p:cNvCxnSpPr>
          <p:nvPr/>
        </p:nvCxnSpPr>
        <p:spPr>
          <a:xfrm>
            <a:off x="4319588" y="457835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D1056AEA-94A5-4B3D-939C-DD7DF50FE376}"/>
              </a:ext>
            </a:extLst>
          </p:cNvPr>
          <p:cNvSpPr txBox="1"/>
          <p:nvPr/>
        </p:nvSpPr>
        <p:spPr>
          <a:xfrm>
            <a:off x="4040522" y="2589387"/>
            <a:ext cx="3369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ж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39D3E9BD-1EBB-4D0E-9D59-76F8DA0A809A}"/>
              </a:ext>
            </a:extLst>
          </p:cNvPr>
          <p:cNvCxnSpPr>
            <a:cxnSpLocks/>
          </p:cNvCxnSpPr>
          <p:nvPr/>
        </p:nvCxnSpPr>
        <p:spPr>
          <a:xfrm>
            <a:off x="6392228" y="457835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434227CF-F788-4354-8AB9-0AC8E524F803}"/>
              </a:ext>
            </a:extLst>
          </p:cNvPr>
          <p:cNvSpPr txBox="1"/>
          <p:nvPr/>
        </p:nvSpPr>
        <p:spPr>
          <a:xfrm>
            <a:off x="6133200" y="2589387"/>
            <a:ext cx="296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з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89" name="Table 5">
            <a:extLst>
              <a:ext uri="{FF2B5EF4-FFF2-40B4-BE49-F238E27FC236}">
                <a16:creationId xmlns:a16="http://schemas.microsoft.com/office/drawing/2014/main" id="{B00FD361-17B1-4639-9656-8200C2F3F8FC}"/>
              </a:ext>
            </a:extLst>
          </p:cNvPr>
          <p:cNvGraphicFramePr>
            <a:graphicFrameLocks noGrp="1"/>
          </p:cNvGraphicFramePr>
          <p:nvPr/>
        </p:nvGraphicFramePr>
        <p:xfrm>
          <a:off x="8510732" y="2862580"/>
          <a:ext cx="966414" cy="1366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207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83207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06179"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жарым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90" name="Oval 89">
            <a:extLst>
              <a:ext uri="{FF2B5EF4-FFF2-40B4-BE49-F238E27FC236}">
                <a16:creationId xmlns:a16="http://schemas.microsoft.com/office/drawing/2014/main" id="{300644C3-76D7-4D1C-AC05-BEB41E3163F7}"/>
              </a:ext>
            </a:extLst>
          </p:cNvPr>
          <p:cNvSpPr/>
          <p:nvPr/>
        </p:nvSpPr>
        <p:spPr>
          <a:xfrm>
            <a:off x="9020044" y="373359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86B2A249-8379-4644-B088-9E8949BFFB4F}"/>
              </a:ext>
            </a:extLst>
          </p:cNvPr>
          <p:cNvSpPr/>
          <p:nvPr/>
        </p:nvSpPr>
        <p:spPr>
          <a:xfrm>
            <a:off x="9020044" y="405030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6B9BB14A-44EF-496D-AE2C-E7BE3958247D}"/>
              </a:ext>
            </a:extLst>
          </p:cNvPr>
          <p:cNvSpPr/>
          <p:nvPr/>
        </p:nvSpPr>
        <p:spPr>
          <a:xfrm>
            <a:off x="9020044" y="319067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BAA5014F-9B0C-4A93-A23D-67A108CA3DA1}"/>
              </a:ext>
            </a:extLst>
          </p:cNvPr>
          <p:cNvCxnSpPr>
            <a:cxnSpLocks/>
          </p:cNvCxnSpPr>
          <p:nvPr/>
        </p:nvCxnSpPr>
        <p:spPr>
          <a:xfrm>
            <a:off x="8464868" y="457835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73B119BF-8EB6-4BB5-A56F-91BCF7F5BEE4}"/>
              </a:ext>
            </a:extLst>
          </p:cNvPr>
          <p:cNvSpPr txBox="1"/>
          <p:nvPr/>
        </p:nvSpPr>
        <p:spPr>
          <a:xfrm>
            <a:off x="8197023" y="2589387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и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6" name="Table 5">
                <a:extLst>
                  <a:ext uri="{FF2B5EF4-FFF2-40B4-BE49-F238E27FC236}">
                    <a16:creationId xmlns:a16="http://schemas.microsoft.com/office/drawing/2014/main" id="{D86323DF-A3C3-4A31-88B8-41537BAB214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89953" y="2860036"/>
              <a:ext cx="1269531" cy="136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317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756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17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6" name="Table 5">
                <a:extLst>
                  <a:ext uri="{FF2B5EF4-FFF2-40B4-BE49-F238E27FC236}">
                    <a16:creationId xmlns:a16="http://schemas.microsoft.com/office/drawing/2014/main" id="{D86323DF-A3C3-4A31-88B8-41537BAB214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89953" y="2860036"/>
              <a:ext cx="1269531" cy="136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317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756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29" t="-806" r="-201429" b="-83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899" t="-806" r="-104348" b="-83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806" r="-2857" b="-830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17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7" name="Oval 96">
            <a:extLst>
              <a:ext uri="{FF2B5EF4-FFF2-40B4-BE49-F238E27FC236}">
                <a16:creationId xmlns:a16="http://schemas.microsoft.com/office/drawing/2014/main" id="{D329C2FC-B586-4ECA-8AF5-65F756C17FDD}"/>
              </a:ext>
            </a:extLst>
          </p:cNvPr>
          <p:cNvSpPr/>
          <p:nvPr/>
        </p:nvSpPr>
        <p:spPr>
          <a:xfrm>
            <a:off x="6780831" y="3726650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1C3ED11F-1695-4E28-8A28-D87690B6682D}"/>
              </a:ext>
            </a:extLst>
          </p:cNvPr>
          <p:cNvSpPr/>
          <p:nvPr/>
        </p:nvSpPr>
        <p:spPr>
          <a:xfrm>
            <a:off x="6780831" y="4043357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17BB2423-6469-467E-9F32-09BE3B0760F0}"/>
              </a:ext>
            </a:extLst>
          </p:cNvPr>
          <p:cNvSpPr/>
          <p:nvPr/>
        </p:nvSpPr>
        <p:spPr>
          <a:xfrm>
            <a:off x="6780831" y="3183725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100" name="Table 5">
            <a:extLst>
              <a:ext uri="{FF2B5EF4-FFF2-40B4-BE49-F238E27FC236}">
                <a16:creationId xmlns:a16="http://schemas.microsoft.com/office/drawing/2014/main" id="{ACD46838-4D4D-4A18-B026-356C0F9E2FD1}"/>
              </a:ext>
            </a:extLst>
          </p:cNvPr>
          <p:cNvGraphicFramePr>
            <a:graphicFrameLocks noGrp="1"/>
          </p:cNvGraphicFramePr>
          <p:nvPr/>
        </p:nvGraphicFramePr>
        <p:xfrm>
          <a:off x="278713" y="4968967"/>
          <a:ext cx="1420473" cy="14604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491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67542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37944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8062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7215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жарым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7023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230D264-E7CB-4EC4-B234-5D880D72870C}"/>
              </a:ext>
            </a:extLst>
          </p:cNvPr>
          <p:cNvCxnSpPr>
            <a:cxnSpLocks/>
          </p:cNvCxnSpPr>
          <p:nvPr/>
        </p:nvCxnSpPr>
        <p:spPr>
          <a:xfrm>
            <a:off x="280988" y="6778625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B778C8A2-B6A5-42DB-B375-57AA559B9CF2}"/>
              </a:ext>
            </a:extLst>
          </p:cNvPr>
          <p:cNvSpPr txBox="1"/>
          <p:nvPr/>
        </p:nvSpPr>
        <p:spPr>
          <a:xfrm>
            <a:off x="13143" y="4789662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й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E4D0B37B-643F-4C69-B310-7A6151957425}"/>
              </a:ext>
            </a:extLst>
          </p:cNvPr>
          <p:cNvCxnSpPr>
            <a:cxnSpLocks/>
          </p:cNvCxnSpPr>
          <p:nvPr/>
        </p:nvCxnSpPr>
        <p:spPr>
          <a:xfrm>
            <a:off x="2246948" y="6778625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AEC36D05-308C-4F2B-82B2-7DD945948FB9}"/>
              </a:ext>
            </a:extLst>
          </p:cNvPr>
          <p:cNvSpPr txBox="1"/>
          <p:nvPr/>
        </p:nvSpPr>
        <p:spPr>
          <a:xfrm>
            <a:off x="1984714" y="4789662"/>
            <a:ext cx="303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к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114" name="Table 5">
            <a:extLst>
              <a:ext uri="{FF2B5EF4-FFF2-40B4-BE49-F238E27FC236}">
                <a16:creationId xmlns:a16="http://schemas.microsoft.com/office/drawing/2014/main" id="{4B92C179-E652-42F1-9F4A-7B17F666C674}"/>
              </a:ext>
            </a:extLst>
          </p:cNvPr>
          <p:cNvGraphicFramePr>
            <a:graphicFrameLocks noGrp="1"/>
          </p:cNvGraphicFramePr>
          <p:nvPr/>
        </p:nvGraphicFramePr>
        <p:xfrm>
          <a:off x="4317313" y="4976909"/>
          <a:ext cx="1269417" cy="1452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8018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5435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5245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A13FE84D-5C57-4E6E-AC1F-7E2AFC204255}"/>
              </a:ext>
            </a:extLst>
          </p:cNvPr>
          <p:cNvCxnSpPr>
            <a:cxnSpLocks/>
          </p:cNvCxnSpPr>
          <p:nvPr/>
        </p:nvCxnSpPr>
        <p:spPr>
          <a:xfrm>
            <a:off x="4319588" y="6778625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0C8B08B3-1DB1-4BB8-9AAA-71735A3EDF24}"/>
              </a:ext>
            </a:extLst>
          </p:cNvPr>
          <p:cNvSpPr txBox="1"/>
          <p:nvPr/>
        </p:nvSpPr>
        <p:spPr>
          <a:xfrm>
            <a:off x="4054149" y="4789662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л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12CCFBF5-BF07-45C3-9B95-FDC3C858FAFA}"/>
              </a:ext>
            </a:extLst>
          </p:cNvPr>
          <p:cNvCxnSpPr>
            <a:cxnSpLocks/>
          </p:cNvCxnSpPr>
          <p:nvPr/>
        </p:nvCxnSpPr>
        <p:spPr>
          <a:xfrm>
            <a:off x="6392228" y="6778625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186A035F-484B-48CE-8D93-B7456FDEC17A}"/>
              </a:ext>
            </a:extLst>
          </p:cNvPr>
          <p:cNvSpPr txBox="1"/>
          <p:nvPr/>
        </p:nvSpPr>
        <p:spPr>
          <a:xfrm>
            <a:off x="6113964" y="4789662"/>
            <a:ext cx="335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м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124" name="Table 5">
            <a:extLst>
              <a:ext uri="{FF2B5EF4-FFF2-40B4-BE49-F238E27FC236}">
                <a16:creationId xmlns:a16="http://schemas.microsoft.com/office/drawing/2014/main" id="{DACBEE09-6BA2-4646-B4E2-FDE29CE2DCD0}"/>
              </a:ext>
            </a:extLst>
          </p:cNvPr>
          <p:cNvGraphicFramePr>
            <a:graphicFrameLocks noGrp="1"/>
          </p:cNvGraphicFramePr>
          <p:nvPr/>
        </p:nvGraphicFramePr>
        <p:xfrm>
          <a:off x="8462593" y="4976909"/>
          <a:ext cx="1269417" cy="1146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8155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30991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59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217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</a:tbl>
          </a:graphicData>
        </a:graphic>
      </p:graphicFrame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E5B63F46-D70F-4996-8599-C471B9E97677}"/>
              </a:ext>
            </a:extLst>
          </p:cNvPr>
          <p:cNvCxnSpPr>
            <a:cxnSpLocks/>
          </p:cNvCxnSpPr>
          <p:nvPr/>
        </p:nvCxnSpPr>
        <p:spPr>
          <a:xfrm>
            <a:off x="8464868" y="6778625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5073A844-49F7-4DD6-9228-283235C36F68}"/>
              </a:ext>
            </a:extLst>
          </p:cNvPr>
          <p:cNvSpPr txBox="1"/>
          <p:nvPr/>
        </p:nvSpPr>
        <p:spPr>
          <a:xfrm>
            <a:off x="8197825" y="4789662"/>
            <a:ext cx="312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н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31" name="Table 5">
                <a:extLst>
                  <a:ext uri="{FF2B5EF4-FFF2-40B4-BE49-F238E27FC236}">
                    <a16:creationId xmlns:a16="http://schemas.microsoft.com/office/drawing/2014/main" id="{FADFB86C-4423-4FB1-8AEF-E46BBC9ABB0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89953" y="4975806"/>
              <a:ext cx="1269531" cy="14525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317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8027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249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37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24902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31" name="Table 5">
                <a:extLst>
                  <a:ext uri="{FF2B5EF4-FFF2-40B4-BE49-F238E27FC236}">
                    <a16:creationId xmlns:a16="http://schemas.microsoft.com/office/drawing/2014/main" id="{FADFB86C-4423-4FB1-8AEF-E46BBC9ABB0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89953" y="4975806"/>
              <a:ext cx="1269531" cy="14525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317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802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29" t="-758" r="-201429" b="-82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2899" t="-758" r="-104348" b="-82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758" r="-2857" b="-825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249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37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24902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43" name="Table 5">
            <a:extLst>
              <a:ext uri="{FF2B5EF4-FFF2-40B4-BE49-F238E27FC236}">
                <a16:creationId xmlns:a16="http://schemas.microsoft.com/office/drawing/2014/main" id="{29C5980E-F198-4D88-8073-7E9AF0F38029}"/>
              </a:ext>
            </a:extLst>
          </p:cNvPr>
          <p:cNvGraphicFramePr>
            <a:graphicFrameLocks noGrp="1"/>
          </p:cNvGraphicFramePr>
          <p:nvPr/>
        </p:nvGraphicFramePr>
        <p:xfrm>
          <a:off x="6390906" y="571198"/>
          <a:ext cx="1269417" cy="1429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7888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018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0002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144" name="Oval 143">
            <a:extLst>
              <a:ext uri="{FF2B5EF4-FFF2-40B4-BE49-F238E27FC236}">
                <a16:creationId xmlns:a16="http://schemas.microsoft.com/office/drawing/2014/main" id="{56945582-AB9A-4B8B-A319-904F16F7E078}"/>
              </a:ext>
            </a:extLst>
          </p:cNvPr>
          <p:cNvSpPr/>
          <p:nvPr/>
        </p:nvSpPr>
        <p:spPr>
          <a:xfrm>
            <a:off x="6780082" y="150474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892F6C3C-F299-4B5F-94CA-706EAEFFDFEE}"/>
              </a:ext>
            </a:extLst>
          </p:cNvPr>
          <p:cNvSpPr/>
          <p:nvPr/>
        </p:nvSpPr>
        <p:spPr>
          <a:xfrm>
            <a:off x="6780082" y="182145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0F609C62-D434-472C-962F-8D1E06EC7794}"/>
              </a:ext>
            </a:extLst>
          </p:cNvPr>
          <p:cNvSpPr/>
          <p:nvPr/>
        </p:nvSpPr>
        <p:spPr>
          <a:xfrm>
            <a:off x="6780082" y="96182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7" name="Table 5">
                <a:extLst>
                  <a:ext uri="{FF2B5EF4-FFF2-40B4-BE49-F238E27FC236}">
                    <a16:creationId xmlns:a16="http://schemas.microsoft.com/office/drawing/2014/main" id="{24162633-AC8B-4067-8541-7AD3F8C31E9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46146" y="2864365"/>
              <a:ext cx="1269531" cy="136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317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756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7" name="Table 5">
                <a:extLst>
                  <a:ext uri="{FF2B5EF4-FFF2-40B4-BE49-F238E27FC236}">
                    <a16:creationId xmlns:a16="http://schemas.microsoft.com/office/drawing/2014/main" id="{24162633-AC8B-4067-8541-7AD3F8C31E9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46146" y="2864365"/>
              <a:ext cx="1269531" cy="136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317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756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29" t="-800" r="-201429" b="-824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2899" t="-800" r="-104348" b="-824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800" r="-2857" b="-824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8" name="Oval 147">
            <a:extLst>
              <a:ext uri="{FF2B5EF4-FFF2-40B4-BE49-F238E27FC236}">
                <a16:creationId xmlns:a16="http://schemas.microsoft.com/office/drawing/2014/main" id="{FFCA35F5-9A92-4318-9C9D-7006A19FBD6A}"/>
              </a:ext>
            </a:extLst>
          </p:cNvPr>
          <p:cNvSpPr/>
          <p:nvPr/>
        </p:nvSpPr>
        <p:spPr>
          <a:xfrm>
            <a:off x="2637024" y="373097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F322E425-84BB-4AEF-B272-27E431F9A7E3}"/>
              </a:ext>
            </a:extLst>
          </p:cNvPr>
          <p:cNvSpPr/>
          <p:nvPr/>
        </p:nvSpPr>
        <p:spPr>
          <a:xfrm>
            <a:off x="2637024" y="404768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F15765B5-DA59-4F77-8498-D5B347EEB644}"/>
              </a:ext>
            </a:extLst>
          </p:cNvPr>
          <p:cNvSpPr/>
          <p:nvPr/>
        </p:nvSpPr>
        <p:spPr>
          <a:xfrm>
            <a:off x="2637024" y="318805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55" name="Table 5">
                <a:extLst>
                  <a:ext uri="{FF2B5EF4-FFF2-40B4-BE49-F238E27FC236}">
                    <a16:creationId xmlns:a16="http://schemas.microsoft.com/office/drawing/2014/main" id="{F7609678-2F6B-4E3F-8D78-8DF703489DD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41902" y="4975805"/>
              <a:ext cx="1537071" cy="14525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235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51235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51235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80270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249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жарым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24903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55" name="Table 5">
                <a:extLst>
                  <a:ext uri="{FF2B5EF4-FFF2-40B4-BE49-F238E27FC236}">
                    <a16:creationId xmlns:a16="http://schemas.microsoft.com/office/drawing/2014/main" id="{F7609678-2F6B-4E3F-8D78-8DF703489DD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41902" y="4975805"/>
              <a:ext cx="1537071" cy="14525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235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51235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51235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80270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90" t="-758" r="-203571" b="-82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000" t="-758" r="-101176" b="-82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2381" t="-758" r="-2381" b="-825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249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жарым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24903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64775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6F1789C-7419-7309-5D42-F4E592A90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08526" y="1030740"/>
            <a:ext cx="6736948" cy="47861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6CB988-D5B7-4251-259B-D4A7D7E2B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44474" y="1030740"/>
            <a:ext cx="6736948" cy="478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356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84FCA1F-FB88-6A58-DB7B-5E8B8CE73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72"/>
            <a:ext cx="4917442" cy="33274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93B8BA6-4A1F-915C-0DB9-B258172F9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560" y="12472"/>
            <a:ext cx="4917442" cy="332746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023648D-6344-7DCF-10DF-F3107664A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3518062"/>
            <a:ext cx="4917442" cy="33274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25A824B-2C86-94DB-1BA3-BE19A120D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558" y="3518062"/>
            <a:ext cx="4917442" cy="3327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35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544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145095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10626</TotalTime>
  <Words>704</Words>
  <Application>Microsoft Office PowerPoint</Application>
  <PresentationFormat>A4 Paper (210x297 mm)</PresentationFormat>
  <Paragraphs>491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Calibri Light</vt:lpstr>
      <vt:lpstr>Arial</vt:lpstr>
      <vt:lpstr>Cambria Math</vt:lpstr>
      <vt:lpstr>Calibri</vt:lpstr>
      <vt:lpstr>Cooper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542</cp:revision>
  <cp:lastPrinted>2024-09-23T08:34:57Z</cp:lastPrinted>
  <dcterms:created xsi:type="dcterms:W3CDTF">2017-01-17T16:57:04Z</dcterms:created>
  <dcterms:modified xsi:type="dcterms:W3CDTF">2024-09-23T08:36:05Z</dcterms:modified>
</cp:coreProperties>
</file>