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91" r:id="rId2"/>
    <p:sldId id="992" r:id="rId3"/>
    <p:sldId id="965" r:id="rId4"/>
    <p:sldId id="957" r:id="rId5"/>
    <p:sldId id="984" r:id="rId6"/>
    <p:sldId id="987" r:id="rId7"/>
    <p:sldId id="988" r:id="rId8"/>
    <p:sldId id="983" r:id="rId9"/>
    <p:sldId id="959" r:id="rId10"/>
    <p:sldId id="979" r:id="rId11"/>
    <p:sldId id="980" r:id="rId12"/>
    <p:sldId id="985" r:id="rId13"/>
    <p:sldId id="989" r:id="rId14"/>
    <p:sldId id="986" r:id="rId15"/>
    <p:sldId id="960" r:id="rId16"/>
    <p:sldId id="990" r:id="rId17"/>
    <p:sldId id="981" r:id="rId18"/>
    <p:sldId id="963" r:id="rId19"/>
    <p:sldId id="982" r:id="rId20"/>
    <p:sldId id="940" r:id="rId21"/>
    <p:sldId id="96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- аралаш – бинго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жооптору 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тордон тогуз жоопту тандап, дептердеги 3х3 чакмакка каалагандай коюшат.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3914059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800" b="1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 </a:t>
            </a: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арифметика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55176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0,2 + 0,7</a:t>
            </a:r>
          </a:p>
        </p:txBody>
      </p:sp>
    </p:spTree>
    <p:extLst>
      <p:ext uri="{BB962C8B-B14F-4D97-AF65-F5344CB8AC3E}">
        <p14:creationId xmlns:p14="http://schemas.microsoft.com/office/powerpoint/2010/main" val="337634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1,4 + 2,1</a:t>
            </a:r>
          </a:p>
        </p:txBody>
      </p:sp>
    </p:spTree>
    <p:extLst>
      <p:ext uri="{BB962C8B-B14F-4D97-AF65-F5344CB8AC3E}">
        <p14:creationId xmlns:p14="http://schemas.microsoft.com/office/powerpoint/2010/main" val="354320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3,9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6 − 2,1</a:t>
            </a:r>
          </a:p>
        </p:txBody>
      </p:sp>
    </p:spTree>
    <p:extLst>
      <p:ext uri="{BB962C8B-B14F-4D97-AF65-F5344CB8AC3E}">
        <p14:creationId xmlns:p14="http://schemas.microsoft.com/office/powerpoint/2010/main" val="362437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2,7 − 0,8</a:t>
            </a:r>
          </a:p>
        </p:txBody>
      </p:sp>
    </p:spTree>
    <p:extLst>
      <p:ext uri="{BB962C8B-B14F-4D97-AF65-F5344CB8AC3E}">
        <p14:creationId xmlns:p14="http://schemas.microsoft.com/office/powerpoint/2010/main" val="211851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× 0,8</a:t>
            </a:r>
          </a:p>
        </p:txBody>
      </p:sp>
    </p:spTree>
    <p:extLst>
      <p:ext uri="{BB962C8B-B14F-4D97-AF65-F5344CB8AC3E}">
        <p14:creationId xmlns:p14="http://schemas.microsoft.com/office/powerpoint/2010/main" val="396799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4</a:t>
            </a:r>
          </a:p>
        </p:txBody>
      </p:sp>
    </p:spTree>
    <p:extLst>
      <p:ext uri="{BB962C8B-B14F-4D97-AF65-F5344CB8AC3E}">
        <p14:creationId xmlns:p14="http://schemas.microsoft.com/office/powerpoint/2010/main" val="180558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0,5</a:t>
            </a:r>
          </a:p>
        </p:txBody>
      </p:sp>
    </p:spTree>
    <p:extLst>
      <p:ext uri="{BB962C8B-B14F-4D97-AF65-F5344CB8AC3E}">
        <p14:creationId xmlns:p14="http://schemas.microsoft.com/office/powerpoint/2010/main" val="302299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2,8 ÷ 1,4</a:t>
            </a:r>
          </a:p>
        </p:txBody>
      </p:sp>
    </p:spTree>
    <p:extLst>
      <p:ext uri="{BB962C8B-B14F-4D97-AF65-F5344CB8AC3E}">
        <p14:creationId xmlns:p14="http://schemas.microsoft.com/office/powerpoint/2010/main" val="125223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6,5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0,9 + 5,6</a:t>
            </a:r>
          </a:p>
        </p:txBody>
      </p:sp>
    </p:spTree>
    <p:extLst>
      <p:ext uri="{BB962C8B-B14F-4D97-AF65-F5344CB8AC3E}">
        <p14:creationId xmlns:p14="http://schemas.microsoft.com/office/powerpoint/2010/main" val="2157490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2,1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4,8 − 2,7</a:t>
            </a:r>
          </a:p>
        </p:txBody>
      </p:sp>
    </p:spTree>
    <p:extLst>
      <p:ext uri="{BB962C8B-B14F-4D97-AF65-F5344CB8AC3E}">
        <p14:creationId xmlns:p14="http://schemas.microsoft.com/office/powerpoint/2010/main" val="11871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6,4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2,8 + 3,6</a:t>
            </a:r>
          </a:p>
        </p:txBody>
      </p:sp>
    </p:spTree>
    <p:extLst>
      <p:ext uri="{BB962C8B-B14F-4D97-AF65-F5344CB8AC3E}">
        <p14:creationId xmlns:p14="http://schemas.microsoft.com/office/powerpoint/2010/main" val="348047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8,4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1,2 × 7</a:t>
            </a:r>
          </a:p>
        </p:txBody>
      </p:sp>
    </p:spTree>
    <p:extLst>
      <p:ext uri="{BB962C8B-B14F-4D97-AF65-F5344CB8AC3E}">
        <p14:creationId xmlns:p14="http://schemas.microsoft.com/office/powerpoint/2010/main" val="42015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4,5 − 3,7</a:t>
            </a:r>
          </a:p>
        </p:txBody>
      </p:sp>
    </p:spTree>
    <p:extLst>
      <p:ext uri="{BB962C8B-B14F-4D97-AF65-F5344CB8AC3E}">
        <p14:creationId xmlns:p14="http://schemas.microsoft.com/office/powerpoint/2010/main" val="40387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1,5 ÷ 0,5</a:t>
            </a:r>
          </a:p>
        </p:txBody>
      </p:sp>
    </p:spTree>
    <p:extLst>
      <p:ext uri="{BB962C8B-B14F-4D97-AF65-F5344CB8AC3E}">
        <p14:creationId xmlns:p14="http://schemas.microsoft.com/office/powerpoint/2010/main" val="41927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0,42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1,4 × 0,3</a:t>
            </a:r>
          </a:p>
        </p:txBody>
      </p:sp>
    </p:spTree>
    <p:extLst>
      <p:ext uri="{BB962C8B-B14F-4D97-AF65-F5344CB8AC3E}">
        <p14:creationId xmlns:p14="http://schemas.microsoft.com/office/powerpoint/2010/main" val="171042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1,98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1,1 × 1,8</a:t>
            </a:r>
          </a:p>
        </p:txBody>
      </p:sp>
    </p:spTree>
    <p:extLst>
      <p:ext uri="{BB962C8B-B14F-4D97-AF65-F5344CB8AC3E}">
        <p14:creationId xmlns:p14="http://schemas.microsoft.com/office/powerpoint/2010/main" val="161359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8755</TotalTime>
  <Words>228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2024-05-13T09:57:02Z</dcterms:modified>
</cp:coreProperties>
</file>