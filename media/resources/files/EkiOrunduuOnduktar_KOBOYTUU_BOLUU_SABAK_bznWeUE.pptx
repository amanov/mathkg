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  <p:sldMasterId id="2147483733" r:id="rId3"/>
    <p:sldMasterId id="2147483747" r:id="rId4"/>
    <p:sldMasterId id="2147483749" r:id="rId5"/>
  </p:sldMasterIdLst>
  <p:notesMasterIdLst>
    <p:notesMasterId r:id="rId59"/>
  </p:notesMasterIdLst>
  <p:handoutMasterIdLst>
    <p:handoutMasterId r:id="rId60"/>
  </p:handoutMasterIdLst>
  <p:sldIdLst>
    <p:sldId id="257" r:id="rId6"/>
    <p:sldId id="965" r:id="rId7"/>
    <p:sldId id="966" r:id="rId8"/>
    <p:sldId id="973" r:id="rId9"/>
    <p:sldId id="976" r:id="rId10"/>
    <p:sldId id="974" r:id="rId11"/>
    <p:sldId id="977" r:id="rId12"/>
    <p:sldId id="978" r:id="rId13"/>
    <p:sldId id="979" r:id="rId14"/>
    <p:sldId id="997" r:id="rId15"/>
    <p:sldId id="980" r:id="rId16"/>
    <p:sldId id="981" r:id="rId17"/>
    <p:sldId id="982" r:id="rId18"/>
    <p:sldId id="983" r:id="rId19"/>
    <p:sldId id="984" r:id="rId20"/>
    <p:sldId id="985" r:id="rId21"/>
    <p:sldId id="986" r:id="rId22"/>
    <p:sldId id="987" r:id="rId23"/>
    <p:sldId id="995" r:id="rId24"/>
    <p:sldId id="1147" r:id="rId25"/>
    <p:sldId id="1143" r:id="rId26"/>
    <p:sldId id="1145" r:id="rId27"/>
    <p:sldId id="1144" r:id="rId28"/>
    <p:sldId id="1123" r:id="rId29"/>
    <p:sldId id="1124" r:id="rId30"/>
    <p:sldId id="1148" r:id="rId31"/>
    <p:sldId id="1149" r:id="rId32"/>
    <p:sldId id="1150" r:id="rId33"/>
    <p:sldId id="1151" r:id="rId34"/>
    <p:sldId id="1117" r:id="rId35"/>
    <p:sldId id="1118" r:id="rId36"/>
    <p:sldId id="1119" r:id="rId37"/>
    <p:sldId id="1105" r:id="rId38"/>
    <p:sldId id="1128" r:id="rId39"/>
    <p:sldId id="1129" r:id="rId40"/>
    <p:sldId id="1141" r:id="rId41"/>
    <p:sldId id="1127" r:id="rId42"/>
    <p:sldId id="1132" r:id="rId43"/>
    <p:sldId id="1135" r:id="rId44"/>
    <p:sldId id="1131" r:id="rId45"/>
    <p:sldId id="1134" r:id="rId46"/>
    <p:sldId id="1137" r:id="rId47"/>
    <p:sldId id="1142" r:id="rId48"/>
    <p:sldId id="1085" r:id="rId49"/>
    <p:sldId id="1086" r:id="rId50"/>
    <p:sldId id="1087" r:id="rId51"/>
    <p:sldId id="1088" r:id="rId52"/>
    <p:sldId id="1091" r:id="rId53"/>
    <p:sldId id="1092" r:id="rId54"/>
    <p:sldId id="1094" r:id="rId55"/>
    <p:sldId id="1096" r:id="rId56"/>
    <p:sldId id="1146" r:id="rId57"/>
    <p:sldId id="942" r:id="rId58"/>
  </p:sldIdLst>
  <p:sldSz cx="9906000" cy="6858000" type="A4"/>
  <p:notesSz cx="7104063" cy="10234613"/>
  <p:embeddedFontLst>
    <p:embeddedFont>
      <p:font typeface="Stencil" panose="040409050D0802020404" pitchFamily="82" charset="0"/>
      <p:regular r:id="rId6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Көбөйтүү" id="{059544AC-2C27-45B1-9F95-F87DF8854DD6}">
          <p14:sldIdLst>
            <p14:sldId id="965"/>
            <p14:sldId id="966"/>
          </p14:sldIdLst>
        </p14:section>
        <p14:section name="1 орундуу" id="{1FCABE41-1AD6-4DB3-A6CD-82EC9313586F}">
          <p14:sldIdLst>
            <p14:sldId id="973"/>
            <p14:sldId id="976"/>
            <p14:sldId id="974"/>
            <p14:sldId id="977"/>
            <p14:sldId id="978"/>
            <p14:sldId id="979"/>
            <p14:sldId id="997"/>
          </p14:sldIdLst>
        </p14:section>
        <p14:section name="2 орундуу" id="{70559AFD-08D0-4934-8FC3-1BAC0FD0367F}">
          <p14:sldIdLst>
            <p14:sldId id="980"/>
            <p14:sldId id="981"/>
            <p14:sldId id="982"/>
            <p14:sldId id="983"/>
            <p14:sldId id="984"/>
            <p14:sldId id="985"/>
            <p14:sldId id="986"/>
            <p14:sldId id="987"/>
            <p14:sldId id="995"/>
            <p14:sldId id="1147"/>
          </p14:sldIdLst>
        </p14:section>
        <p14:section name="БӨЛҮҮ" id="{0B384D5E-19B1-413B-97C8-65D0DE9342E9}">
          <p14:sldIdLst>
            <p14:sldId id="1143"/>
            <p14:sldId id="1145"/>
            <p14:sldId id="1144"/>
            <p14:sldId id="1123"/>
            <p14:sldId id="1124"/>
            <p14:sldId id="1148"/>
            <p14:sldId id="1149"/>
            <p14:sldId id="1150"/>
            <p14:sldId id="1151"/>
          </p14:sldIdLst>
        </p14:section>
        <p14:section name="1 орундуу" id="{91F16702-42C0-4A79-9119-0A2778F7B813}">
          <p14:sldIdLst>
            <p14:sldId id="1117"/>
            <p14:sldId id="1118"/>
            <p14:sldId id="1119"/>
            <p14:sldId id="1105"/>
            <p14:sldId id="1128"/>
            <p14:sldId id="1129"/>
            <p14:sldId id="1141"/>
          </p14:sldIdLst>
        </p14:section>
        <p14:section name="2 орундуу" id="{8874A9AC-BF0E-4924-976F-29051BEBDAD7}">
          <p14:sldIdLst>
            <p14:sldId id="1127"/>
            <p14:sldId id="1132"/>
            <p14:sldId id="1135"/>
            <p14:sldId id="1131"/>
            <p14:sldId id="1134"/>
            <p14:sldId id="1137"/>
            <p14:sldId id="1142"/>
          </p14:sldIdLst>
        </p14:section>
        <p14:section name="3 орундуу" id="{CCAA12B3-15ED-4681-A04F-4E3F45CE5E0D}">
          <p14:sldIdLst>
            <p14:sldId id="1085"/>
            <p14:sldId id="1086"/>
            <p14:sldId id="1087"/>
            <p14:sldId id="1088"/>
            <p14:sldId id="1091"/>
            <p14:sldId id="1092"/>
            <p14:sldId id="1094"/>
            <p14:sldId id="1096"/>
            <p14:sldId id="1146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  <a:srgbClr val="C5E0B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font" Target="fonts/font1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4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27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9675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4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87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4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8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35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14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45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42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7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6915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9313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057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6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91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98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71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209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089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26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4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33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0432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3011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4798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91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5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3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84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60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– Көбөйтүү жана Бөлүү – Сабак</a:t>
            </a:r>
          </a:p>
          <a:p>
            <a:endParaRPr lang="ru-RU" baseline="-3000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2785696" y="782517"/>
            <a:ext cx="4334608" cy="5099538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3719765" y="2633301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3953804" y="347956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3485727" y="1787041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3251688" y="940781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3602745" y="4325819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3368707" y="5108335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5442419" y="263330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5442419" y="347956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5442419" y="1787041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5442419" y="940781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5442419" y="4325819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4D24D-2A76-4E13-9B11-B1C0BB5A421C}"/>
              </a:ext>
            </a:extLst>
          </p:cNvPr>
          <p:cNvSpPr txBox="1"/>
          <p:nvPr/>
        </p:nvSpPr>
        <p:spPr>
          <a:xfrm>
            <a:off x="5442419" y="5108335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0,06</a:t>
            </a:r>
          </a:p>
        </p:txBody>
      </p:sp>
      <p:sp>
        <p:nvSpPr>
          <p:cNvPr id="30" name="Arrow: Circular 29">
            <a:extLst>
              <a:ext uri="{FF2B5EF4-FFF2-40B4-BE49-F238E27FC236}">
                <a16:creationId xmlns:a16="http://schemas.microsoft.com/office/drawing/2014/main" id="{46E32C67-7C55-433E-9D5C-A3AC3B35A641}"/>
              </a:ext>
            </a:extLst>
          </p:cNvPr>
          <p:cNvSpPr/>
          <p:nvPr/>
        </p:nvSpPr>
        <p:spPr>
          <a:xfrm rot="16200000">
            <a:off x="2561771" y="2933343"/>
            <a:ext cx="843270" cy="84327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A82E76B2-4294-4F54-A44E-09EC4DF9F182}"/>
              </a:ext>
            </a:extLst>
          </p:cNvPr>
          <p:cNvSpPr/>
          <p:nvPr/>
        </p:nvSpPr>
        <p:spPr>
          <a:xfrm rot="16200000" flipV="1">
            <a:off x="6508267" y="2934553"/>
            <a:ext cx="843270" cy="84085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57B6322-DE04-4283-8E03-5AAA8782B3F8}"/>
              </a:ext>
            </a:extLst>
          </p:cNvPr>
          <p:cNvSpPr/>
          <p:nvPr/>
        </p:nvSpPr>
        <p:spPr>
          <a:xfrm rot="5400000">
            <a:off x="6507057" y="3821366"/>
            <a:ext cx="843270" cy="84327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3BDA201C-081C-4EF6-8C86-5CD244BB57A7}"/>
              </a:ext>
            </a:extLst>
          </p:cNvPr>
          <p:cNvSpPr/>
          <p:nvPr/>
        </p:nvSpPr>
        <p:spPr>
          <a:xfrm rot="5400000" flipV="1">
            <a:off x="2560561" y="3822576"/>
            <a:ext cx="843270" cy="84085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654F0-8752-48E5-9027-2E8C75C2F225}"/>
              </a:ext>
            </a:extLst>
          </p:cNvPr>
          <p:cNvSpPr txBox="1"/>
          <p:nvPr/>
        </p:nvSpPr>
        <p:spPr>
          <a:xfrm>
            <a:off x="7363722" y="3023093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DB3C-0ABC-467D-8E3D-EAF9107B87F1}"/>
              </a:ext>
            </a:extLst>
          </p:cNvPr>
          <p:cNvSpPr txBox="1"/>
          <p:nvPr/>
        </p:nvSpPr>
        <p:spPr>
          <a:xfrm>
            <a:off x="1631137" y="3023093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5D86CC-1968-46C8-9EC0-C21B7633E261}"/>
              </a:ext>
            </a:extLst>
          </p:cNvPr>
          <p:cNvSpPr txBox="1"/>
          <p:nvPr/>
        </p:nvSpPr>
        <p:spPr>
          <a:xfrm>
            <a:off x="7363722" y="39902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59ABE-F0B9-4A47-8B42-D9CD2363AD25}"/>
              </a:ext>
            </a:extLst>
          </p:cNvPr>
          <p:cNvSpPr txBox="1"/>
          <p:nvPr/>
        </p:nvSpPr>
        <p:spPr>
          <a:xfrm>
            <a:off x="1631137" y="39902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1989279" y="38669"/>
            <a:ext cx="5927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чоң болсо,</a:t>
            </a:r>
          </a:p>
          <a:p>
            <a:pPr algn="ctr"/>
            <a:r>
              <a:rPr lang="ru-RU" sz="2000" dirty="0"/>
              <a:t> жооп дагы 10 эсе чоң болушу керек.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3D08C-B61C-402B-B541-512EB283907E}"/>
              </a:ext>
            </a:extLst>
          </p:cNvPr>
          <p:cNvSpPr txBox="1"/>
          <p:nvPr/>
        </p:nvSpPr>
        <p:spPr>
          <a:xfrm>
            <a:off x="2071835" y="6008646"/>
            <a:ext cx="5762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аз болсо,</a:t>
            </a:r>
          </a:p>
          <a:p>
            <a:pPr algn="ctr"/>
            <a:r>
              <a:rPr lang="ru-RU" sz="2000" dirty="0"/>
              <a:t> жооп дагы 10 эсе аз болушу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47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726831" y="650629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57919" y="7429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491958" y="13452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40899" y="19475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0,4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906861" y="2549772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0,04 × 2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3634232" y="38669"/>
            <a:ext cx="2637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1AB1E-5294-4921-BA42-63579CF63E63}"/>
              </a:ext>
            </a:extLst>
          </p:cNvPr>
          <p:cNvSpPr txBox="1"/>
          <p:nvPr/>
        </p:nvSpPr>
        <p:spPr>
          <a:xfrm>
            <a:off x="3008222" y="7429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0E3D8-6AE3-4A42-BE29-8203A705011D}"/>
              </a:ext>
            </a:extLst>
          </p:cNvPr>
          <p:cNvSpPr txBox="1"/>
          <p:nvPr/>
        </p:nvSpPr>
        <p:spPr>
          <a:xfrm>
            <a:off x="3008222" y="13452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BF360-8567-4B31-8B58-C5C2C492670B}"/>
              </a:ext>
            </a:extLst>
          </p:cNvPr>
          <p:cNvSpPr txBox="1"/>
          <p:nvPr/>
        </p:nvSpPr>
        <p:spPr>
          <a:xfrm>
            <a:off x="3008222" y="19475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AD66C6-9416-48B8-A76E-401782820C56}"/>
              </a:ext>
            </a:extLst>
          </p:cNvPr>
          <p:cNvSpPr txBox="1"/>
          <p:nvPr/>
        </p:nvSpPr>
        <p:spPr>
          <a:xfrm>
            <a:off x="3008222" y="2549772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07A156-741D-4DF6-ADDA-2AA1772E4836}"/>
              </a:ext>
            </a:extLst>
          </p:cNvPr>
          <p:cNvSpPr/>
          <p:nvPr/>
        </p:nvSpPr>
        <p:spPr>
          <a:xfrm>
            <a:off x="5861539" y="650629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696F74-2B67-40C1-B378-BB63BF45A396}"/>
              </a:ext>
            </a:extLst>
          </p:cNvPr>
          <p:cNvSpPr txBox="1"/>
          <p:nvPr/>
        </p:nvSpPr>
        <p:spPr>
          <a:xfrm>
            <a:off x="6392627" y="7429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3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EE58-3914-4DC2-80DE-09F05918AAFE}"/>
              </a:ext>
            </a:extLst>
          </p:cNvPr>
          <p:cNvSpPr txBox="1"/>
          <p:nvPr/>
        </p:nvSpPr>
        <p:spPr>
          <a:xfrm>
            <a:off x="6626666" y="13452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3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63BBD-9EC6-4473-B28B-F3DCAEDABA28}"/>
              </a:ext>
            </a:extLst>
          </p:cNvPr>
          <p:cNvSpPr txBox="1"/>
          <p:nvPr/>
        </p:nvSpPr>
        <p:spPr>
          <a:xfrm>
            <a:off x="6275607" y="19475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3 =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0B9FF5-D3D0-432E-B26C-147633C676C5}"/>
              </a:ext>
            </a:extLst>
          </p:cNvPr>
          <p:cNvSpPr txBox="1"/>
          <p:nvPr/>
        </p:nvSpPr>
        <p:spPr>
          <a:xfrm>
            <a:off x="6041569" y="2549772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0,03 × 3 =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57514-2527-42FC-8BCF-92088A5E4ED1}"/>
              </a:ext>
            </a:extLst>
          </p:cNvPr>
          <p:cNvSpPr txBox="1"/>
          <p:nvPr/>
        </p:nvSpPr>
        <p:spPr>
          <a:xfrm>
            <a:off x="8142930" y="7429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A8EF8-C3BF-42B7-BC6C-EE04FEA1A58D}"/>
              </a:ext>
            </a:extLst>
          </p:cNvPr>
          <p:cNvSpPr txBox="1"/>
          <p:nvPr/>
        </p:nvSpPr>
        <p:spPr>
          <a:xfrm>
            <a:off x="8142930" y="13452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3863E3-794A-4902-A0D0-01F5661AAF40}"/>
              </a:ext>
            </a:extLst>
          </p:cNvPr>
          <p:cNvSpPr txBox="1"/>
          <p:nvPr/>
        </p:nvSpPr>
        <p:spPr>
          <a:xfrm>
            <a:off x="8142930" y="19475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F97D7-B1A9-4AA9-8254-77C419CF48BD}"/>
              </a:ext>
            </a:extLst>
          </p:cNvPr>
          <p:cNvSpPr txBox="1"/>
          <p:nvPr/>
        </p:nvSpPr>
        <p:spPr>
          <a:xfrm>
            <a:off x="8142930" y="2549772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20608F4-0E38-4874-9E4E-29E75B6EDC23}"/>
              </a:ext>
            </a:extLst>
          </p:cNvPr>
          <p:cNvSpPr/>
          <p:nvPr/>
        </p:nvSpPr>
        <p:spPr>
          <a:xfrm>
            <a:off x="726831" y="3789483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DDA3B-0519-47FF-94EF-70CED29C4514}"/>
              </a:ext>
            </a:extLst>
          </p:cNvPr>
          <p:cNvSpPr txBox="1"/>
          <p:nvPr/>
        </p:nvSpPr>
        <p:spPr>
          <a:xfrm>
            <a:off x="1257919" y="38818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20 × 5 =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CAF76-A729-471D-B296-BF0D42F1F6AB}"/>
              </a:ext>
            </a:extLst>
          </p:cNvPr>
          <p:cNvSpPr txBox="1"/>
          <p:nvPr/>
        </p:nvSpPr>
        <p:spPr>
          <a:xfrm>
            <a:off x="1491958" y="44840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 × 5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73C3-9F29-4E8E-88D9-D30B87FD08BC}"/>
              </a:ext>
            </a:extLst>
          </p:cNvPr>
          <p:cNvSpPr txBox="1"/>
          <p:nvPr/>
        </p:nvSpPr>
        <p:spPr>
          <a:xfrm>
            <a:off x="1140899" y="50863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0,2 × 5 =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2FDA2E-087D-44DE-AE15-2451E9C362A2}"/>
              </a:ext>
            </a:extLst>
          </p:cNvPr>
          <p:cNvSpPr txBox="1"/>
          <p:nvPr/>
        </p:nvSpPr>
        <p:spPr>
          <a:xfrm>
            <a:off x="906861" y="5688626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0,02 × 5 =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A204E-67DF-4175-A997-1DE3A24B2F4F}"/>
              </a:ext>
            </a:extLst>
          </p:cNvPr>
          <p:cNvSpPr txBox="1"/>
          <p:nvPr/>
        </p:nvSpPr>
        <p:spPr>
          <a:xfrm>
            <a:off x="3008222" y="38818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632A8-4ABC-4CC0-B312-267BE5ABA342}"/>
              </a:ext>
            </a:extLst>
          </p:cNvPr>
          <p:cNvSpPr txBox="1"/>
          <p:nvPr/>
        </p:nvSpPr>
        <p:spPr>
          <a:xfrm>
            <a:off x="3008222" y="44840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3D29CA-28E3-4C44-9BE6-ACCD8EE29394}"/>
              </a:ext>
            </a:extLst>
          </p:cNvPr>
          <p:cNvSpPr txBox="1"/>
          <p:nvPr/>
        </p:nvSpPr>
        <p:spPr>
          <a:xfrm>
            <a:off x="3008222" y="50863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E56F28-F864-424D-B2BE-8C886A33DE77}"/>
              </a:ext>
            </a:extLst>
          </p:cNvPr>
          <p:cNvSpPr txBox="1"/>
          <p:nvPr/>
        </p:nvSpPr>
        <p:spPr>
          <a:xfrm>
            <a:off x="3008222" y="5688626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8A9CDB-3BB5-4BD1-A156-2F276E49BA0B}"/>
              </a:ext>
            </a:extLst>
          </p:cNvPr>
          <p:cNvSpPr/>
          <p:nvPr/>
        </p:nvSpPr>
        <p:spPr>
          <a:xfrm>
            <a:off x="5861539" y="3789483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7AFA-7747-47C7-B4DF-1002CB3C7059}"/>
              </a:ext>
            </a:extLst>
          </p:cNvPr>
          <p:cNvSpPr txBox="1"/>
          <p:nvPr/>
        </p:nvSpPr>
        <p:spPr>
          <a:xfrm>
            <a:off x="6392627" y="38818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70 × 3 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72AB0-550F-46F0-AAA2-B1AE7A99DE2E}"/>
              </a:ext>
            </a:extLst>
          </p:cNvPr>
          <p:cNvSpPr txBox="1"/>
          <p:nvPr/>
        </p:nvSpPr>
        <p:spPr>
          <a:xfrm>
            <a:off x="6626666" y="44840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 × 3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5DF32-9A5D-490B-8CDD-9F6B8170BC6F}"/>
              </a:ext>
            </a:extLst>
          </p:cNvPr>
          <p:cNvSpPr txBox="1"/>
          <p:nvPr/>
        </p:nvSpPr>
        <p:spPr>
          <a:xfrm>
            <a:off x="6275607" y="50863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0,7 × 3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C33D62-7505-4AC9-B507-BEB90DB59224}"/>
              </a:ext>
            </a:extLst>
          </p:cNvPr>
          <p:cNvSpPr txBox="1"/>
          <p:nvPr/>
        </p:nvSpPr>
        <p:spPr>
          <a:xfrm>
            <a:off x="6041569" y="5688626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0,07 × 3 =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7C8D47-E5C9-4FFC-98C1-0ABD266B53D1}"/>
              </a:ext>
            </a:extLst>
          </p:cNvPr>
          <p:cNvSpPr txBox="1"/>
          <p:nvPr/>
        </p:nvSpPr>
        <p:spPr>
          <a:xfrm>
            <a:off x="8142930" y="38818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88DF1-6562-4D33-9E71-91797B5E5CE4}"/>
              </a:ext>
            </a:extLst>
          </p:cNvPr>
          <p:cNvSpPr txBox="1"/>
          <p:nvPr/>
        </p:nvSpPr>
        <p:spPr>
          <a:xfrm>
            <a:off x="8142930" y="44840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2BD10B-2471-4812-9F0F-E3D9E4C620D2}"/>
              </a:ext>
            </a:extLst>
          </p:cNvPr>
          <p:cNvSpPr txBox="1"/>
          <p:nvPr/>
        </p:nvSpPr>
        <p:spPr>
          <a:xfrm>
            <a:off x="8142930" y="5086354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2,1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9C2C0E-B193-4570-9603-C51D22D76CF9}"/>
              </a:ext>
            </a:extLst>
          </p:cNvPr>
          <p:cNvSpPr txBox="1"/>
          <p:nvPr/>
        </p:nvSpPr>
        <p:spPr>
          <a:xfrm>
            <a:off x="8142930" y="5688626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0,21</a:t>
            </a:r>
          </a:p>
        </p:txBody>
      </p:sp>
    </p:spTree>
    <p:extLst>
      <p:ext uri="{BB962C8B-B14F-4D97-AF65-F5344CB8AC3E}">
        <p14:creationId xmlns:p14="http://schemas.microsoft.com/office/powerpoint/2010/main" val="38796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44" grpId="0"/>
      <p:bldP spid="45" grpId="0"/>
      <p:bldP spid="46" grpId="0"/>
      <p:bldP spid="52" grpId="0"/>
      <p:bldP spid="53" grpId="0"/>
      <p:bldP spid="54" grpId="0"/>
      <p:bldP spid="55" grpId="0"/>
      <p:bldP spid="61" grpId="0"/>
      <p:bldP spid="62" grpId="0"/>
      <p:bldP spid="63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7,2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44047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7,2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F939C-52A6-A08A-FC95-E47BA2951F8A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D2FC1-C40F-3695-0DF8-2E395FC9BB20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31ADB-F70F-B625-CE6D-5723D298F603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2" grpId="0"/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27342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9" y="34553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7C1EC-E377-490E-8EEA-DCB8156CFF31}"/>
              </a:ext>
            </a:extLst>
          </p:cNvPr>
          <p:cNvSpPr txBox="1"/>
          <p:nvPr/>
        </p:nvSpPr>
        <p:spPr>
          <a:xfrm>
            <a:off x="265765" y="16514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B3C4-242F-471D-95A7-13C35669F1EE}"/>
              </a:ext>
            </a:extLst>
          </p:cNvPr>
          <p:cNvSpPr txBox="1"/>
          <p:nvPr/>
        </p:nvSpPr>
        <p:spPr>
          <a:xfrm>
            <a:off x="3072580" y="29993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E6E5-1B75-4EB7-82C4-F99D0B6A67E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E42044-7CE9-E5F3-E762-3B986F96C09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7208A-B606-D968-E23E-AA6C078E00B6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9BCEF-E054-503B-F48F-0F3F139178DA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2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50" y="14141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4" y="72976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59396" y="144927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64ED9-BCA0-42F5-AE27-5D516A3701C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DD29A8-819F-0AE8-A04A-4F604FFD5C7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60BC7-02FE-2C31-A2D2-9AC791818132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32901-4D2A-557C-4872-7FB170480830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AAC5-60C0-4547-B419-1CF0109423A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376EC4-A7A9-5F7A-BAF3-836CA1925F7D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67385-820D-790A-4377-A840B2DC8F9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D3E96-E7C4-283F-FB8B-C415447A7A4C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64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13748" y="2358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0,35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885458" y="21277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35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4EED2D-1867-40A9-AF5E-51B204B17F8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D6CD52-8156-978F-843F-7EA2C534FCFE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2A11E-7B07-3676-F872-0F5A2305812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D94B7-1CA7-476D-A136-B754090E8201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025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55595" y="-488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0,91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7812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91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C89B51-A2D8-49D8-B195-2825CC28EFB2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A4D46-DB29-7D1B-F055-BD976694A0FA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61A3E-7F66-3AB5-DC79-A0FC9F952758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4F1456-5A13-0916-7BA5-E50153B0ACA0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1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93630" y="-16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1</a:t>
            </a:r>
            <a:r>
              <a:rPr lang="en-GB" sz="3200" dirty="0"/>
              <a:t>)   0,5 × 3 = 1,5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2</a:t>
            </a:r>
            <a:r>
              <a:rPr lang="en-GB" sz="3200" dirty="0"/>
              <a:t>)   6 × 0,2 = 1,2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3</a:t>
            </a:r>
            <a:r>
              <a:rPr lang="en-GB" sz="3200" dirty="0"/>
              <a:t>)   0,6 × 0,6 = 0,36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4</a:t>
            </a:r>
            <a:r>
              <a:rPr lang="en-GB" sz="3200" dirty="0"/>
              <a:t>)   1,1 × 0,8 = 0,88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246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5</a:t>
            </a:r>
            <a:r>
              <a:rPr lang="en-GB" sz="3200" dirty="0"/>
              <a:t>)   0,12 × 4 = 0,48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6</a:t>
            </a:r>
            <a:r>
              <a:rPr lang="en-GB" sz="3200" dirty="0"/>
              <a:t>)   0,5 × 0,13 = 0,065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7</a:t>
            </a:r>
            <a:r>
              <a:rPr lang="en-GB" sz="3200" dirty="0"/>
              <a:t>)   0,21 × 0,04 = 0,0084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D974AD-2071-424E-93FB-312CDABBD730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1D6692-F503-4DBF-A560-063D870E8C17}"/>
              </a:ext>
            </a:extLst>
          </p:cNvPr>
          <p:cNvSpPr/>
          <p:nvPr/>
        </p:nvSpPr>
        <p:spPr>
          <a:xfrm>
            <a:off x="7666892" y="681463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11C38B-CE39-41A0-AA51-A7218AAAD1EA}"/>
              </a:ext>
            </a:extLst>
          </p:cNvPr>
          <p:cNvSpPr/>
          <p:nvPr/>
        </p:nvSpPr>
        <p:spPr>
          <a:xfrm>
            <a:off x="7634654" y="16427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030BF5-2075-4561-832A-BB16AEC42B4A}"/>
              </a:ext>
            </a:extLst>
          </p:cNvPr>
          <p:cNvSpPr/>
          <p:nvPr/>
        </p:nvSpPr>
        <p:spPr>
          <a:xfrm>
            <a:off x="7918938" y="2384240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3FB9E3C-03F9-4E35-B2A9-61C5433BA611}"/>
              </a:ext>
            </a:extLst>
          </p:cNvPr>
          <p:cNvSpPr/>
          <p:nvPr/>
        </p:nvSpPr>
        <p:spPr>
          <a:xfrm>
            <a:off x="7939454" y="3257609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0209C3-EA73-41CB-A144-A1302BB8485E}"/>
              </a:ext>
            </a:extLst>
          </p:cNvPr>
          <p:cNvSpPr/>
          <p:nvPr/>
        </p:nvSpPr>
        <p:spPr>
          <a:xfrm>
            <a:off x="7819293" y="420131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2623BC-85EC-46A7-AEEE-990705F3DA7D}"/>
              </a:ext>
            </a:extLst>
          </p:cNvPr>
          <p:cNvSpPr/>
          <p:nvPr/>
        </p:nvSpPr>
        <p:spPr>
          <a:xfrm>
            <a:off x="8059616" y="4907632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FF07D7-5318-4E47-8F93-03CF6324A96B}"/>
              </a:ext>
            </a:extLst>
          </p:cNvPr>
          <p:cNvSpPr/>
          <p:nvPr/>
        </p:nvSpPr>
        <p:spPr>
          <a:xfrm>
            <a:off x="8361485" y="5763417"/>
            <a:ext cx="1256701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49DAD-77A1-FF43-55D4-BA333488BBBB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6224F-A88F-85F4-75B4-267F470F07A1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2AD280-EED4-3D50-80FE-5BFC2973B9E8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C15AB6-8C1C-AFB5-8098-DB50BF7A4015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FDFF14-3D0E-214B-800B-477EC384C0F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F5CDA7-05DF-6243-0930-B1DEF3C5A203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347208-5DE6-81B8-21A1-60D22A6F8626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425DAA-CED2-4D09-419B-E1BDB5BEA4DF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C7728C-9687-6237-84B6-D8FA711A7AF5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1F4C867-A0B1-BF20-D024-CA6B35CD7C94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C5CA82-A8DF-4F43-7875-331609FE70BE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05E9DB-D2D9-C04C-07E5-D8A4290EF880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B987AE-F08B-ACF3-C5CD-127C918401D2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911724-0440-C5BB-836A-8F4C797989FC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CD15DD-705F-FF5E-5804-1B4DDF5FC142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57F653-7105-9D6A-7EE2-21C81D2F7543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581F39-694A-06C7-7B46-3F0B2277D4AC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06ABDE-87EC-0AE8-C464-83B1F7A07F04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C6B148-2880-761E-8D20-DE1CD97C29B1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6601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0,068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487759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958D6-49A7-4B58-BD0E-21C632D4A271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A83B0-DC0A-BFF2-8D54-A34C5FB15DDA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90179-CD55-C6A5-323B-DA0F6056DD48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B6F04-17C5-DF94-1693-E25A69A28CE0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79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84204-7CC2-45C4-829A-A7C28BF8107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C88316-8290-429E-3E03-F4A38DA0773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53634-BB88-D068-927B-ADBDCA5E22D3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B10CC-9EA9-7463-F47D-655B7E00D16F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58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10390" y="2470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710390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4DCF4-886E-4311-AE0D-1F1AE02C27CD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7B6CCF-4D7B-357C-BC08-2347C5B24C53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97503-459D-F9AB-8DA0-AA7263BC0D8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FE41D-AA27-1AA4-D6F4-1AC83F2BC3E3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82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689474" y="3511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0,0168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168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606195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8C47-5E57-45F5-86C8-7DDF4C733F6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D369B-44ED-FBF5-546C-3774C5FA6061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49384-B09F-039A-BFCC-8B6CFA0EDF48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7D5A0-48E9-8C07-F6F9-03C31F9ED68E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12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0,0195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195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0,0195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5121FA-8DEC-4515-B5D7-E9336AD1052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7B83A-5957-ABA3-7F04-1C348CE6F95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9351D-887E-ABE2-0AC6-2B2983797CC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E0D20-702C-E588-8E64-0F714DC4B94C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59813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38" grpId="0"/>
      <p:bldP spid="39" grpId="0"/>
      <p:bldP spid="40" grpId="0"/>
      <p:bldP spid="41" grpId="0"/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68905B-5C22-4FF3-BD43-FDCD96A4A72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DF6C8E-6317-E5C8-1F0C-91E12A7A555E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6D492-05AE-1A2C-2428-0C12B8C8C9F6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A7A55-30B4-35AC-63ED-18ECAC9572E8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1955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38" grpId="0"/>
      <p:bldP spid="39" grpId="0"/>
      <p:bldP spid="40" grpId="0"/>
      <p:bldP spid="41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47373" y="1538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9F806D-910A-4E1E-BE06-6CEE8D4B57A8}"/>
              </a:ext>
            </a:extLst>
          </p:cNvPr>
          <p:cNvSpPr txBox="1"/>
          <p:nvPr/>
        </p:nvSpPr>
        <p:spPr>
          <a:xfrm>
            <a:off x="536605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9E4C3-D73C-4D53-9EA4-9CCFEE46C05D}"/>
              </a:ext>
            </a:extLst>
          </p:cNvPr>
          <p:cNvSpPr txBox="1"/>
          <p:nvPr/>
        </p:nvSpPr>
        <p:spPr>
          <a:xfrm>
            <a:off x="757379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0,064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C6652B-D2DA-4B7F-8C6A-7BA2EB70719E}"/>
              </a:ext>
            </a:extLst>
          </p:cNvPr>
          <p:cNvCxnSpPr>
            <a:cxnSpLocks/>
          </p:cNvCxnSpPr>
          <p:nvPr/>
        </p:nvCxnSpPr>
        <p:spPr>
          <a:xfrm>
            <a:off x="593552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3E95741-EA04-4A1F-9020-B0E3E8820E81}"/>
              </a:ext>
            </a:extLst>
          </p:cNvPr>
          <p:cNvSpPr txBox="1"/>
          <p:nvPr/>
        </p:nvSpPr>
        <p:spPr>
          <a:xfrm>
            <a:off x="523947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A80F4-F627-433C-99B9-180BBB17C910}"/>
              </a:ext>
            </a:extLst>
          </p:cNvPr>
          <p:cNvSpPr txBox="1"/>
          <p:nvPr/>
        </p:nvSpPr>
        <p:spPr>
          <a:xfrm>
            <a:off x="564664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652122-5838-4711-B2B7-579C6E35AAC9}"/>
              </a:ext>
            </a:extLst>
          </p:cNvPr>
          <p:cNvSpPr txBox="1"/>
          <p:nvPr/>
        </p:nvSpPr>
        <p:spPr>
          <a:xfrm>
            <a:off x="682631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CF400E-444B-42AD-8780-B2FBA5B65191}"/>
              </a:ext>
            </a:extLst>
          </p:cNvPr>
          <p:cNvSpPr txBox="1"/>
          <p:nvPr/>
        </p:nvSpPr>
        <p:spPr>
          <a:xfrm>
            <a:off x="740743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64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A20010-24D8-4C83-8BBD-73A560C47D6D}"/>
              </a:ext>
            </a:extLst>
          </p:cNvPr>
          <p:cNvCxnSpPr>
            <a:cxnSpLocks/>
          </p:cNvCxnSpPr>
          <p:nvPr/>
        </p:nvCxnSpPr>
        <p:spPr>
          <a:xfrm>
            <a:off x="711110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AEC0EE-D9D2-476B-B8DA-9978B1AFB8E7}"/>
              </a:ext>
            </a:extLst>
          </p:cNvPr>
          <p:cNvCxnSpPr>
            <a:cxnSpLocks/>
          </p:cNvCxnSpPr>
          <p:nvPr/>
        </p:nvCxnSpPr>
        <p:spPr>
          <a:xfrm>
            <a:off x="807239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903E228-654E-4DF2-A057-D89EB5910BBC}"/>
              </a:ext>
            </a:extLst>
          </p:cNvPr>
          <p:cNvSpPr txBox="1"/>
          <p:nvPr/>
        </p:nvSpPr>
        <p:spPr>
          <a:xfrm>
            <a:off x="817544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331015-ABC4-420E-8C94-615EAD78D214}"/>
              </a:ext>
            </a:extLst>
          </p:cNvPr>
          <p:cNvSpPr txBox="1"/>
          <p:nvPr/>
        </p:nvSpPr>
        <p:spPr>
          <a:xfrm>
            <a:off x="7496638" y="3455381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0,064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60153B-D199-447F-8B43-3C21B9C8C39C}"/>
              </a:ext>
            </a:extLst>
          </p:cNvPr>
          <p:cNvSpPr txBox="1"/>
          <p:nvPr/>
        </p:nvSpPr>
        <p:spPr>
          <a:xfrm>
            <a:off x="632054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F8AE85-4D1A-4FE2-A857-2DDC7552B713}"/>
              </a:ext>
            </a:extLst>
          </p:cNvPr>
          <p:cNvSpPr txBox="1"/>
          <p:nvPr/>
        </p:nvSpPr>
        <p:spPr>
          <a:xfrm>
            <a:off x="663403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2BBEF-0255-446F-84DE-AB5887030EA7}"/>
              </a:ext>
            </a:extLst>
          </p:cNvPr>
          <p:cNvSpPr txBox="1"/>
          <p:nvPr/>
        </p:nvSpPr>
        <p:spPr>
          <a:xfrm>
            <a:off x="632054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E3C803-4807-4EDC-A201-4EA3D3356351}"/>
              </a:ext>
            </a:extLst>
          </p:cNvPr>
          <p:cNvSpPr txBox="1"/>
          <p:nvPr/>
        </p:nvSpPr>
        <p:spPr>
          <a:xfrm>
            <a:off x="819576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E4E626-6F35-422A-900C-557B7B06E4EB}"/>
              </a:ext>
            </a:extLst>
          </p:cNvPr>
          <p:cNvSpPr txBox="1"/>
          <p:nvPr/>
        </p:nvSpPr>
        <p:spPr>
          <a:xfrm>
            <a:off x="879639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3C8CC5-FCDC-406C-9F1A-016383AC5D96}"/>
              </a:ext>
            </a:extLst>
          </p:cNvPr>
          <p:cNvSpPr txBox="1"/>
          <p:nvPr/>
        </p:nvSpPr>
        <p:spPr>
          <a:xfrm>
            <a:off x="879639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A47AE-9A88-4708-85AC-6A0E8626686A}"/>
              </a:ext>
            </a:extLst>
          </p:cNvPr>
          <p:cNvSpPr txBox="1"/>
          <p:nvPr/>
        </p:nvSpPr>
        <p:spPr>
          <a:xfrm>
            <a:off x="523947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CC2480-E8C7-4CAC-B59E-3E69F003F7D3}"/>
              </a:ext>
            </a:extLst>
          </p:cNvPr>
          <p:cNvSpPr txBox="1"/>
          <p:nvPr/>
        </p:nvSpPr>
        <p:spPr>
          <a:xfrm>
            <a:off x="720016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C3F63A-FF56-4482-A618-A7EF3624F29B}"/>
              </a:ext>
            </a:extLst>
          </p:cNvPr>
          <p:cNvSpPr txBox="1"/>
          <p:nvPr/>
        </p:nvSpPr>
        <p:spPr>
          <a:xfrm>
            <a:off x="720016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C6C51A-E6C0-459C-B0DB-70DD98D60F96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3A558-4AA3-525B-A551-39DC29A3817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238B8-DD1C-8307-ACE0-459A2290D00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8BB4C-7970-57CE-722A-0EB73600835A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5448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/>
      <p:bldP spid="53" grpId="0"/>
      <p:bldP spid="59" grpId="0"/>
      <p:bldP spid="62" grpId="0"/>
      <p:bldP spid="63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61433" y="-16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9F806D-910A-4E1E-BE06-6CEE8D4B57A8}"/>
              </a:ext>
            </a:extLst>
          </p:cNvPr>
          <p:cNvSpPr txBox="1"/>
          <p:nvPr/>
        </p:nvSpPr>
        <p:spPr>
          <a:xfrm>
            <a:off x="536605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9E4C3-D73C-4D53-9EA4-9CCFEE46C05D}"/>
              </a:ext>
            </a:extLst>
          </p:cNvPr>
          <p:cNvSpPr txBox="1"/>
          <p:nvPr/>
        </p:nvSpPr>
        <p:spPr>
          <a:xfrm>
            <a:off x="757379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0,0276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C6652B-D2DA-4B7F-8C6A-7BA2EB70719E}"/>
              </a:ext>
            </a:extLst>
          </p:cNvPr>
          <p:cNvCxnSpPr>
            <a:cxnSpLocks/>
          </p:cNvCxnSpPr>
          <p:nvPr/>
        </p:nvCxnSpPr>
        <p:spPr>
          <a:xfrm>
            <a:off x="593552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3E95741-EA04-4A1F-9020-B0E3E8820E81}"/>
              </a:ext>
            </a:extLst>
          </p:cNvPr>
          <p:cNvSpPr txBox="1"/>
          <p:nvPr/>
        </p:nvSpPr>
        <p:spPr>
          <a:xfrm>
            <a:off x="523947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A80F4-F627-433C-99B9-180BBB17C910}"/>
              </a:ext>
            </a:extLst>
          </p:cNvPr>
          <p:cNvSpPr txBox="1"/>
          <p:nvPr/>
        </p:nvSpPr>
        <p:spPr>
          <a:xfrm>
            <a:off x="564664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652122-5838-4711-B2B7-579C6E35AAC9}"/>
              </a:ext>
            </a:extLst>
          </p:cNvPr>
          <p:cNvSpPr txBox="1"/>
          <p:nvPr/>
        </p:nvSpPr>
        <p:spPr>
          <a:xfrm>
            <a:off x="672212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CF400E-444B-42AD-8780-B2FBA5B65191}"/>
              </a:ext>
            </a:extLst>
          </p:cNvPr>
          <p:cNvSpPr txBox="1"/>
          <p:nvPr/>
        </p:nvSpPr>
        <p:spPr>
          <a:xfrm>
            <a:off x="740743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276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A20010-24D8-4C83-8BBD-73A560C47D6D}"/>
              </a:ext>
            </a:extLst>
          </p:cNvPr>
          <p:cNvCxnSpPr>
            <a:cxnSpLocks/>
          </p:cNvCxnSpPr>
          <p:nvPr/>
        </p:nvCxnSpPr>
        <p:spPr>
          <a:xfrm>
            <a:off x="711110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AEC0EE-D9D2-476B-B8DA-9978B1AFB8E7}"/>
              </a:ext>
            </a:extLst>
          </p:cNvPr>
          <p:cNvCxnSpPr>
            <a:cxnSpLocks/>
          </p:cNvCxnSpPr>
          <p:nvPr/>
        </p:nvCxnSpPr>
        <p:spPr>
          <a:xfrm>
            <a:off x="807239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903E228-654E-4DF2-A057-D89EB5910BBC}"/>
              </a:ext>
            </a:extLst>
          </p:cNvPr>
          <p:cNvSpPr txBox="1"/>
          <p:nvPr/>
        </p:nvSpPr>
        <p:spPr>
          <a:xfrm>
            <a:off x="817544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331015-ABC4-420E-8C94-615EAD78D214}"/>
              </a:ext>
            </a:extLst>
          </p:cNvPr>
          <p:cNvSpPr txBox="1"/>
          <p:nvPr/>
        </p:nvSpPr>
        <p:spPr>
          <a:xfrm>
            <a:off x="7392442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0,0276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60153B-D199-447F-8B43-3C21B9C8C39C}"/>
              </a:ext>
            </a:extLst>
          </p:cNvPr>
          <p:cNvSpPr txBox="1"/>
          <p:nvPr/>
        </p:nvSpPr>
        <p:spPr>
          <a:xfrm>
            <a:off x="632054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F8AE85-4D1A-4FE2-A857-2DDC7552B713}"/>
              </a:ext>
            </a:extLst>
          </p:cNvPr>
          <p:cNvSpPr txBox="1"/>
          <p:nvPr/>
        </p:nvSpPr>
        <p:spPr>
          <a:xfrm>
            <a:off x="663403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2BBEF-0255-446F-84DE-AB5887030EA7}"/>
              </a:ext>
            </a:extLst>
          </p:cNvPr>
          <p:cNvSpPr txBox="1"/>
          <p:nvPr/>
        </p:nvSpPr>
        <p:spPr>
          <a:xfrm>
            <a:off x="632054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E3C803-4807-4EDC-A201-4EA3D3356351}"/>
              </a:ext>
            </a:extLst>
          </p:cNvPr>
          <p:cNvSpPr txBox="1"/>
          <p:nvPr/>
        </p:nvSpPr>
        <p:spPr>
          <a:xfrm>
            <a:off x="819576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E4E626-6F35-422A-900C-557B7B06E4EB}"/>
              </a:ext>
            </a:extLst>
          </p:cNvPr>
          <p:cNvSpPr txBox="1"/>
          <p:nvPr/>
        </p:nvSpPr>
        <p:spPr>
          <a:xfrm>
            <a:off x="879639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3C8CC5-FCDC-406C-9F1A-016383AC5D96}"/>
              </a:ext>
            </a:extLst>
          </p:cNvPr>
          <p:cNvSpPr txBox="1"/>
          <p:nvPr/>
        </p:nvSpPr>
        <p:spPr>
          <a:xfrm>
            <a:off x="879639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A47AE-9A88-4708-85AC-6A0E8626686A}"/>
              </a:ext>
            </a:extLst>
          </p:cNvPr>
          <p:cNvSpPr txBox="1"/>
          <p:nvPr/>
        </p:nvSpPr>
        <p:spPr>
          <a:xfrm>
            <a:off x="523947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CC2480-E8C7-4CAC-B59E-3E69F003F7D3}"/>
              </a:ext>
            </a:extLst>
          </p:cNvPr>
          <p:cNvSpPr txBox="1"/>
          <p:nvPr/>
        </p:nvSpPr>
        <p:spPr>
          <a:xfrm>
            <a:off x="720016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C3F63A-FF56-4482-A618-A7EF3624F29B}"/>
              </a:ext>
            </a:extLst>
          </p:cNvPr>
          <p:cNvSpPr txBox="1"/>
          <p:nvPr/>
        </p:nvSpPr>
        <p:spPr>
          <a:xfrm>
            <a:off x="720016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5791CC-FD5C-4EE7-820F-B69EBD762D2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9CEED-F69F-23B6-956B-C57C81B522FE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1E9C4-412A-3054-B16A-B56D9DDA3D0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10C79-7DF3-5454-5BAC-E3B878239E5C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7630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/>
      <p:bldP spid="53" grpId="0"/>
      <p:bldP spid="59" grpId="0"/>
      <p:bldP spid="62" grpId="0"/>
      <p:bldP spid="63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26585" y="-196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1</a:t>
            </a:r>
            <a:r>
              <a:rPr lang="en-GB" sz="3200" dirty="0"/>
              <a:t>)   1,5 × 0,8 = 1,2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397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2</a:t>
            </a:r>
            <a:r>
              <a:rPr lang="en-GB" sz="3200" dirty="0"/>
              <a:t>)   0,15 × 0,02 = 0,003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3</a:t>
            </a:r>
            <a:r>
              <a:rPr lang="en-GB" sz="3200" dirty="0"/>
              <a:t>)   0,06 × 0,08 = 0,0048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4</a:t>
            </a:r>
            <a:r>
              <a:rPr lang="en-GB" sz="3200" dirty="0"/>
              <a:t>)   0,41 × 1,2 = 0,492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5</a:t>
            </a:r>
            <a:r>
              <a:rPr lang="en-GB" sz="3200" dirty="0"/>
              <a:t>)   5,2 × 0,14 = 0,728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6</a:t>
            </a:r>
            <a:r>
              <a:rPr lang="en-GB" sz="3200" dirty="0"/>
              <a:t>)   1,14 × 0,08 = 0,0912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dirty="0"/>
              <a:t>7</a:t>
            </a:r>
            <a:r>
              <a:rPr lang="en-GB" sz="3200" dirty="0"/>
              <a:t>)   2,44 × 0,26 = 0,6344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B215F-6FA4-4F7B-B811-AA421EC1C75D}"/>
              </a:ext>
            </a:extLst>
          </p:cNvPr>
          <p:cNvSpPr/>
          <p:nvPr/>
        </p:nvSpPr>
        <p:spPr>
          <a:xfrm>
            <a:off x="7921869" y="6902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0A6F6-CF60-424F-9F88-AA87CA93B605}"/>
              </a:ext>
            </a:extLst>
          </p:cNvPr>
          <p:cNvSpPr/>
          <p:nvPr/>
        </p:nvSpPr>
        <p:spPr>
          <a:xfrm>
            <a:off x="8346831" y="1502078"/>
            <a:ext cx="1122484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E8E792-9A1C-4B66-85F5-ADC699120AC3}"/>
              </a:ext>
            </a:extLst>
          </p:cNvPr>
          <p:cNvSpPr/>
          <p:nvPr/>
        </p:nvSpPr>
        <p:spPr>
          <a:xfrm>
            <a:off x="8288215" y="2340278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562335-414B-4C8D-843F-E5650AD6AB5D}"/>
              </a:ext>
            </a:extLst>
          </p:cNvPr>
          <p:cNvSpPr/>
          <p:nvPr/>
        </p:nvSpPr>
        <p:spPr>
          <a:xfrm>
            <a:off x="8080131" y="331915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156A99-66C0-47B2-8E9E-B44B2F64AE25}"/>
              </a:ext>
            </a:extLst>
          </p:cNvPr>
          <p:cNvSpPr/>
          <p:nvPr/>
        </p:nvSpPr>
        <p:spPr>
          <a:xfrm>
            <a:off x="8100647" y="4025471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BB2937-2853-4583-89B7-77235F3A2198}"/>
              </a:ext>
            </a:extLst>
          </p:cNvPr>
          <p:cNvSpPr/>
          <p:nvPr/>
        </p:nvSpPr>
        <p:spPr>
          <a:xfrm>
            <a:off x="8279424" y="4881256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F1566-CF99-43B9-A335-40B21360DD8B}"/>
              </a:ext>
            </a:extLst>
          </p:cNvPr>
          <p:cNvSpPr/>
          <p:nvPr/>
        </p:nvSpPr>
        <p:spPr>
          <a:xfrm>
            <a:off x="8326316" y="590409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6ECEC-C844-3840-E9BF-68B427E463B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494AF-FA7E-258D-C6DE-25367AF89A9F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FF21C-57B2-3B3E-3843-83B625DAF592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702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33459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20768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 жөн гана ондуктарды санай алам.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151931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0,17 × 0,3 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249951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ондук орун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268848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ондук орун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154557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13868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13868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21234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21234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13868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21615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286463" y="3476266"/>
            <a:ext cx="7333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эсептөөлөргө жооп табуу үчүн Алиянын методун колдонуңуз.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72443" y="43593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 × 3 = 0,9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D912E-4C8A-405F-B9C0-BD2AB0C3A63F}"/>
              </a:ext>
            </a:extLst>
          </p:cNvPr>
          <p:cNvSpPr txBox="1"/>
          <p:nvPr/>
        </p:nvSpPr>
        <p:spPr>
          <a:xfrm>
            <a:off x="72443" y="55785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× 0,5 = 2,5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1A182-4466-439F-A5FE-2DF3D04F3F02}"/>
              </a:ext>
            </a:extLst>
          </p:cNvPr>
          <p:cNvSpPr txBox="1"/>
          <p:nvPr/>
        </p:nvSpPr>
        <p:spPr>
          <a:xfrm>
            <a:off x="2965048" y="435936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0,6 × 0,7 = 0,42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E6A74-082E-463F-A89F-8EB5A471E478}"/>
              </a:ext>
            </a:extLst>
          </p:cNvPr>
          <p:cNvSpPr txBox="1"/>
          <p:nvPr/>
        </p:nvSpPr>
        <p:spPr>
          <a:xfrm>
            <a:off x="6399087" y="4359367"/>
            <a:ext cx="3155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0,21 × 0,7 = 0,147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1A6D9-E083-46D8-9C26-7727A95C1DFF}"/>
              </a:ext>
            </a:extLst>
          </p:cNvPr>
          <p:cNvSpPr txBox="1"/>
          <p:nvPr/>
        </p:nvSpPr>
        <p:spPr>
          <a:xfrm>
            <a:off x="6266785" y="5578567"/>
            <a:ext cx="35718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 × 0,036 = 0,0108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2D393-26F8-4953-9925-3AFB3EE64F58}"/>
              </a:ext>
            </a:extLst>
          </p:cNvPr>
          <p:cNvSpPr txBox="1"/>
          <p:nvPr/>
        </p:nvSpPr>
        <p:spPr>
          <a:xfrm>
            <a:off x="2761627" y="5578567"/>
            <a:ext cx="3155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 × 0,13 = 0,065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53B37-A446-43EF-A0E6-FA5EBEC655F0}"/>
              </a:ext>
            </a:extLst>
          </p:cNvPr>
          <p:cNvSpPr/>
          <p:nvPr/>
        </p:nvSpPr>
        <p:spPr>
          <a:xfrm>
            <a:off x="1626576" y="4356648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4EEDD8-10F6-4F0E-B698-C82B15BA1DA3}"/>
              </a:ext>
            </a:extLst>
          </p:cNvPr>
          <p:cNvSpPr/>
          <p:nvPr/>
        </p:nvSpPr>
        <p:spPr>
          <a:xfrm>
            <a:off x="1620714" y="564325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E4CC28-FE5A-4EB2-977B-DA84459EE084}"/>
              </a:ext>
            </a:extLst>
          </p:cNvPr>
          <p:cNvSpPr/>
          <p:nvPr/>
        </p:nvSpPr>
        <p:spPr>
          <a:xfrm>
            <a:off x="4850422" y="4265794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534E8D-60B1-45EE-855C-C1DE9EB89DD3}"/>
              </a:ext>
            </a:extLst>
          </p:cNvPr>
          <p:cNvSpPr/>
          <p:nvPr/>
        </p:nvSpPr>
        <p:spPr>
          <a:xfrm>
            <a:off x="4826975" y="55699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F1C743-EB08-4F4D-9664-7A667ACC1135}"/>
              </a:ext>
            </a:extLst>
          </p:cNvPr>
          <p:cNvSpPr/>
          <p:nvPr/>
        </p:nvSpPr>
        <p:spPr>
          <a:xfrm>
            <a:off x="8513883" y="4333201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6C3B45-8BFB-4FD0-A312-9793A9E99D8A}"/>
              </a:ext>
            </a:extLst>
          </p:cNvPr>
          <p:cNvSpPr/>
          <p:nvPr/>
        </p:nvSpPr>
        <p:spPr>
          <a:xfrm>
            <a:off x="8587152" y="55318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59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577E0-8D55-5658-398E-9914E4E5A771}"/>
              </a:ext>
            </a:extLst>
          </p:cNvPr>
          <p:cNvSpPr/>
          <p:nvPr/>
        </p:nvSpPr>
        <p:spPr>
          <a:xfrm>
            <a:off x="2215844" y="2378826"/>
            <a:ext cx="5495076" cy="1602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227AA-087B-F932-FF8B-85EA4BAB399A}"/>
              </a:ext>
            </a:extLst>
          </p:cNvPr>
          <p:cNvSpPr txBox="1"/>
          <p:nvPr/>
        </p:nvSpPr>
        <p:spPr>
          <a:xfrm>
            <a:off x="3211139" y="2718646"/>
            <a:ext cx="3504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  ÷  8  =  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C2987-F31F-F7A7-63F3-A507384FFD26}"/>
              </a:ext>
            </a:extLst>
          </p:cNvPr>
          <p:cNvSpPr/>
          <p:nvPr/>
        </p:nvSpPr>
        <p:spPr>
          <a:xfrm flipH="1" flipV="1">
            <a:off x="6871335" y="1039087"/>
            <a:ext cx="403628" cy="172073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478E-A1C3-6E0E-28C9-28FD446A3884}"/>
              </a:ext>
            </a:extLst>
          </p:cNvPr>
          <p:cNvSpPr txBox="1"/>
          <p:nvPr/>
        </p:nvSpPr>
        <p:spPr>
          <a:xfrm>
            <a:off x="4356891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F5B4-5501-12F9-BE1F-328783E03143}"/>
              </a:ext>
            </a:extLst>
          </p:cNvPr>
          <p:cNvSpPr txBox="1"/>
          <p:nvPr/>
        </p:nvSpPr>
        <p:spPr>
          <a:xfrm>
            <a:off x="1632333" y="738331"/>
            <a:ext cx="170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E727-2A7F-8E26-8007-40E4B7B7EE89}"/>
              </a:ext>
            </a:extLst>
          </p:cNvPr>
          <p:cNvSpPr txBox="1"/>
          <p:nvPr/>
        </p:nvSpPr>
        <p:spPr>
          <a:xfrm>
            <a:off x="6543138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6C6E36-96DC-7F38-28B2-4A740D7D4B43}"/>
              </a:ext>
            </a:extLst>
          </p:cNvPr>
          <p:cNvSpPr/>
          <p:nvPr/>
        </p:nvSpPr>
        <p:spPr>
          <a:xfrm flipV="1">
            <a:off x="4930282" y="1030777"/>
            <a:ext cx="204160" cy="162929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72" h="1294004">
                <a:moveTo>
                  <a:pt x="59673" y="0"/>
                </a:moveTo>
                <a:cubicBezTo>
                  <a:pt x="-158980" y="667699"/>
                  <a:pt x="311643" y="812011"/>
                  <a:pt x="72591" y="129400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6DBD95-F99A-CF6E-C9B9-BA4E65662564}"/>
              </a:ext>
            </a:extLst>
          </p:cNvPr>
          <p:cNvSpPr/>
          <p:nvPr/>
        </p:nvSpPr>
        <p:spPr>
          <a:xfrm flipV="1">
            <a:off x="2482216" y="1155465"/>
            <a:ext cx="640080" cy="165423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3B6E-BB61-485E-6332-513EB0239E5E}"/>
              </a:ext>
            </a:extLst>
          </p:cNvPr>
          <p:cNvSpPr txBox="1"/>
          <p:nvPr/>
        </p:nvSpPr>
        <p:spPr>
          <a:xfrm>
            <a:off x="1575418" y="4761080"/>
            <a:ext cx="7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дайым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бөлүнүүчүдөн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кичине болот'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E9647-AC23-2CF8-78FA-B25AE91B58CC}"/>
              </a:ext>
            </a:extLst>
          </p:cNvPr>
          <p:cNvSpPr txBox="1"/>
          <p:nvPr/>
        </p:nvSpPr>
        <p:spPr>
          <a:xfrm>
            <a:off x="1592658" y="5639879"/>
            <a:ext cx="67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макулсузбу?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7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5EB02-5E56-2167-2703-7CBB4846E69C}"/>
              </a:ext>
            </a:extLst>
          </p:cNvPr>
          <p:cNvSpPr/>
          <p:nvPr/>
        </p:nvSpPr>
        <p:spPr>
          <a:xfrm>
            <a:off x="1104898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7BDF3ADF-4ED6-4B77-20DF-731D7D9936B1}"/>
              </a:ext>
            </a:extLst>
          </p:cNvPr>
          <p:cNvSpPr/>
          <p:nvPr/>
        </p:nvSpPr>
        <p:spPr>
          <a:xfrm>
            <a:off x="5681661" y="1104898"/>
            <a:ext cx="1190627" cy="1190627"/>
          </a:xfrm>
          <a:prstGeom prst="pie">
            <a:avLst>
              <a:gd name="adj1" fmla="val 5380817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30F0C-32A5-14F1-C859-E77A868FE2B0}"/>
              </a:ext>
            </a:extLst>
          </p:cNvPr>
          <p:cNvSpPr txBox="1"/>
          <p:nvPr/>
        </p:nvSpPr>
        <p:spPr>
          <a:xfrm>
            <a:off x="4224745" y="247099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0,5 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D17D-5DF8-8212-0BE0-DBA7D49E739F}"/>
              </a:ext>
            </a:extLst>
          </p:cNvPr>
          <p:cNvSpPr txBox="1"/>
          <p:nvPr/>
        </p:nvSpPr>
        <p:spPr>
          <a:xfrm>
            <a:off x="2770832" y="365971"/>
            <a:ext cx="436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бүтүндүктө канча жарым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77C898-A7E1-9A06-F198-069284DE11A6}"/>
              </a:ext>
            </a:extLst>
          </p:cNvPr>
          <p:cNvSpPr/>
          <p:nvPr/>
        </p:nvSpPr>
        <p:spPr>
          <a:xfrm>
            <a:off x="2752723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93F3-9B6E-1157-0F4A-2D8BEC12EC85}"/>
              </a:ext>
            </a:extLst>
          </p:cNvPr>
          <p:cNvSpPr txBox="1"/>
          <p:nvPr/>
        </p:nvSpPr>
        <p:spPr>
          <a:xfrm>
            <a:off x="4583753" y="128471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F9847-3B13-64C7-9A3E-FACAA65748BA}"/>
              </a:ext>
            </a:extLst>
          </p:cNvPr>
          <p:cNvSpPr txBox="1"/>
          <p:nvPr/>
        </p:nvSpPr>
        <p:spPr>
          <a:xfrm>
            <a:off x="7019098" y="128471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9CCC-59ED-8012-F4FE-44D0ACDF0404}"/>
              </a:ext>
            </a:extLst>
          </p:cNvPr>
          <p:cNvSpPr txBox="1"/>
          <p:nvPr/>
        </p:nvSpPr>
        <p:spPr>
          <a:xfrm>
            <a:off x="8371498" y="1284713"/>
            <a:ext cx="497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D1E5E-F7C6-A74D-4D07-6C82C05F2A8B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EEE4E-6F72-78A5-57F2-0051EAC6A304}"/>
              </a:ext>
            </a:extLst>
          </p:cNvPr>
          <p:cNvSpPr/>
          <p:nvPr/>
        </p:nvSpPr>
        <p:spPr>
          <a:xfrm>
            <a:off x="179069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1CA96-9472-718C-2A82-E6983FC05F64}"/>
              </a:ext>
            </a:extLst>
          </p:cNvPr>
          <p:cNvSpPr txBox="1"/>
          <p:nvPr/>
        </p:nvSpPr>
        <p:spPr>
          <a:xfrm>
            <a:off x="4218727" y="5804746"/>
            <a:ext cx="2440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0,25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2F7E7-F23D-7FBF-5DA8-57D8A2982468}"/>
              </a:ext>
            </a:extLst>
          </p:cNvPr>
          <p:cNvSpPr txBox="1"/>
          <p:nvPr/>
        </p:nvSpPr>
        <p:spPr>
          <a:xfrm>
            <a:off x="2936125" y="3699721"/>
            <a:ext cx="43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бүтүндүктө канча чейрек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CB8611-619C-751D-E0AC-95FFB7E8A01C}"/>
              </a:ext>
            </a:extLst>
          </p:cNvPr>
          <p:cNvSpPr/>
          <p:nvPr/>
        </p:nvSpPr>
        <p:spPr>
          <a:xfrm>
            <a:off x="31432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68FC8-CC36-B54D-F3BB-CBBE3CB6FDE1}"/>
              </a:ext>
            </a:extLst>
          </p:cNvPr>
          <p:cNvSpPr txBox="1"/>
          <p:nvPr/>
        </p:nvSpPr>
        <p:spPr>
          <a:xfrm>
            <a:off x="4583753" y="461846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62D78-18E5-E178-B157-219CDFE800C6}"/>
              </a:ext>
            </a:extLst>
          </p:cNvPr>
          <p:cNvSpPr txBox="1"/>
          <p:nvPr/>
        </p:nvSpPr>
        <p:spPr>
          <a:xfrm>
            <a:off x="7019098" y="461846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265D1-B96D-E741-8589-0EB5426A89E8}"/>
              </a:ext>
            </a:extLst>
          </p:cNvPr>
          <p:cNvSpPr txBox="1"/>
          <p:nvPr/>
        </p:nvSpPr>
        <p:spPr>
          <a:xfrm>
            <a:off x="8215205" y="4618463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B95B2A79-46A5-09DD-A3D1-BE2C4B382FB4}"/>
              </a:ext>
            </a:extLst>
          </p:cNvPr>
          <p:cNvSpPr/>
          <p:nvPr/>
        </p:nvSpPr>
        <p:spPr>
          <a:xfrm>
            <a:off x="5681661" y="4438648"/>
            <a:ext cx="1162050" cy="1162050"/>
          </a:xfrm>
          <a:prstGeom prst="pie">
            <a:avLst>
              <a:gd name="adj1" fmla="val 10818845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FED638-3F78-EDEE-9EBC-0EFA5A90B703}"/>
              </a:ext>
            </a:extLst>
          </p:cNvPr>
          <p:cNvSpPr/>
          <p:nvPr/>
        </p:nvSpPr>
        <p:spPr>
          <a:xfrm>
            <a:off x="4381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20ADAC-7256-68FD-8241-2785841B1E1C}"/>
              </a:ext>
            </a:extLst>
          </p:cNvPr>
          <p:cNvCxnSpPr>
            <a:cxnSpLocks/>
          </p:cNvCxnSpPr>
          <p:nvPr/>
        </p:nvCxnSpPr>
        <p:spPr>
          <a:xfrm flipH="1">
            <a:off x="2647950" y="3429000"/>
            <a:ext cx="4610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205ECF-5E67-1548-D926-5BF59A23FA2F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1700212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310814-658C-8208-DDB8-C0E93EF68E19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348037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0C786E-FE33-5C9F-70C8-51C5E1D1E3B1}"/>
              </a:ext>
            </a:extLst>
          </p:cNvPr>
          <p:cNvCxnSpPr>
            <a:cxnSpLocks/>
            <a:stCxn id="15" idx="0"/>
            <a:endCxn id="15" idx="4"/>
          </p:cNvCxnSpPr>
          <p:nvPr/>
        </p:nvCxnSpPr>
        <p:spPr>
          <a:xfrm>
            <a:off x="37385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20D1F-6438-37CD-3447-0892690B5588}"/>
              </a:ext>
            </a:extLst>
          </p:cNvPr>
          <p:cNvCxnSpPr>
            <a:cxnSpLocks/>
            <a:stCxn id="15" idx="6"/>
            <a:endCxn id="15" idx="2"/>
          </p:cNvCxnSpPr>
          <p:nvPr/>
        </p:nvCxnSpPr>
        <p:spPr>
          <a:xfrm flipH="1">
            <a:off x="31432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E44950-3BE8-08A5-F74D-EA8F96E4855B}"/>
              </a:ext>
            </a:extLst>
          </p:cNvPr>
          <p:cNvCxnSpPr>
            <a:cxnSpLocks/>
            <a:stCxn id="11" idx="6"/>
            <a:endCxn id="11" idx="2"/>
          </p:cNvCxnSpPr>
          <p:nvPr/>
        </p:nvCxnSpPr>
        <p:spPr>
          <a:xfrm flipH="1">
            <a:off x="179069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7C3AC-6247-288F-A633-276415CCAA6F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238601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6AE621-0FF3-694B-4EA4-B03A2520B061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10334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47795-E7AC-F0A7-4820-6BDE11CEDD94}"/>
              </a:ext>
            </a:extLst>
          </p:cNvPr>
          <p:cNvCxnSpPr>
            <a:cxnSpLocks/>
            <a:stCxn id="21" idx="6"/>
            <a:endCxn id="21" idx="2"/>
          </p:cNvCxnSpPr>
          <p:nvPr/>
        </p:nvCxnSpPr>
        <p:spPr>
          <a:xfrm flipH="1">
            <a:off x="4381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C1E0A-33C7-6208-128C-009A7FCA6540}"/>
              </a:ext>
            </a:extLst>
          </p:cNvPr>
          <p:cNvSpPr txBox="1"/>
          <p:nvPr/>
        </p:nvSpPr>
        <p:spPr>
          <a:xfrm>
            <a:off x="5284825" y="2226487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0,5  =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0950B-4E04-8580-457F-EA326BF4701D}"/>
              </a:ext>
            </a:extLst>
          </p:cNvPr>
          <p:cNvSpPr txBox="1"/>
          <p:nvPr/>
        </p:nvSpPr>
        <p:spPr>
          <a:xfrm>
            <a:off x="629007" y="1467605"/>
            <a:ext cx="350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5  = 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186A-69D1-3892-366E-DCDE2271F649}"/>
              </a:ext>
            </a:extLst>
          </p:cNvPr>
          <p:cNvSpPr txBox="1"/>
          <p:nvPr/>
        </p:nvSpPr>
        <p:spPr>
          <a:xfrm>
            <a:off x="-301180" y="708455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A28-EA18-4D43-3BB0-36E1ECA1E343}"/>
              </a:ext>
            </a:extLst>
          </p:cNvPr>
          <p:cNvSpPr txBox="1"/>
          <p:nvPr/>
        </p:nvSpPr>
        <p:spPr>
          <a:xfrm>
            <a:off x="4617530" y="1467336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0,5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BFDEA-D7F7-2E16-2DCA-A9F72595B243}"/>
              </a:ext>
            </a:extLst>
          </p:cNvPr>
          <p:cNvSpPr txBox="1"/>
          <p:nvPr/>
        </p:nvSpPr>
        <p:spPr>
          <a:xfrm>
            <a:off x="8605359" y="2226487"/>
            <a:ext cx="886781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5C9FF-923D-7570-4460-A906E0807122}"/>
              </a:ext>
            </a:extLst>
          </p:cNvPr>
          <p:cNvSpPr txBox="1"/>
          <p:nvPr/>
        </p:nvSpPr>
        <p:spPr>
          <a:xfrm>
            <a:off x="3618337" y="1467605"/>
            <a:ext cx="53572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4FCBC-E2E5-7699-8A3B-9E24F2E571EE}"/>
              </a:ext>
            </a:extLst>
          </p:cNvPr>
          <p:cNvSpPr/>
          <p:nvPr/>
        </p:nvSpPr>
        <p:spPr>
          <a:xfrm>
            <a:off x="1434465" y="4406308"/>
            <a:ext cx="6915150" cy="15391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 1ден аз болгондо, натыйжа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чоң болот.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8F734D-A477-E8DD-454B-6580DF65836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845B51-3470-285B-1C6C-3E5E6F5F3510}"/>
              </a:ext>
            </a:extLst>
          </p:cNvPr>
          <p:cNvSpPr/>
          <p:nvPr/>
        </p:nvSpPr>
        <p:spPr>
          <a:xfrm rot="11243172" flipV="1">
            <a:off x="4843482" y="3109082"/>
            <a:ext cx="2548043" cy="177500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  <a:gd name="connsiteX0" fmla="*/ 16747 w 1577807"/>
              <a:gd name="connsiteY0" fmla="*/ 0 h 1451136"/>
              <a:gd name="connsiteX1" fmla="*/ 1557917 w 1577807"/>
              <a:gd name="connsiteY1" fmla="*/ 1451136 h 1451136"/>
              <a:gd name="connsiteX0" fmla="*/ 0 w 1567714"/>
              <a:gd name="connsiteY0" fmla="*/ 0 h 1451136"/>
              <a:gd name="connsiteX1" fmla="*/ 1541170 w 1567714"/>
              <a:gd name="connsiteY1" fmla="*/ 1451136 h 1451136"/>
              <a:gd name="connsiteX0" fmla="*/ 0 w 1636709"/>
              <a:gd name="connsiteY0" fmla="*/ 0 h 1423350"/>
              <a:gd name="connsiteX1" fmla="*/ 1611263 w 1636709"/>
              <a:gd name="connsiteY1" fmla="*/ 1423350 h 1423350"/>
              <a:gd name="connsiteX0" fmla="*/ 0 w 1611263"/>
              <a:gd name="connsiteY0" fmla="*/ 0 h 1423350"/>
              <a:gd name="connsiteX1" fmla="*/ 1611263 w 1611263"/>
              <a:gd name="connsiteY1" fmla="*/ 1423350 h 1423350"/>
              <a:gd name="connsiteX0" fmla="*/ 2535 w 1613798"/>
              <a:gd name="connsiteY0" fmla="*/ 0 h 1423350"/>
              <a:gd name="connsiteX1" fmla="*/ 1613798 w 1613798"/>
              <a:gd name="connsiteY1" fmla="*/ 1423350 h 1423350"/>
              <a:gd name="connsiteX0" fmla="*/ 2596 w 1588991"/>
              <a:gd name="connsiteY0" fmla="*/ 0 h 1465445"/>
              <a:gd name="connsiteX1" fmla="*/ 1588991 w 1588991"/>
              <a:gd name="connsiteY1" fmla="*/ 1465445 h 1465445"/>
              <a:gd name="connsiteX0" fmla="*/ 2589 w 1592032"/>
              <a:gd name="connsiteY0" fmla="*/ 0 h 1320960"/>
              <a:gd name="connsiteX1" fmla="*/ 1592032 w 1592032"/>
              <a:gd name="connsiteY1" fmla="*/ 1320960 h 1320960"/>
              <a:gd name="connsiteX0" fmla="*/ 1620 w 1591063"/>
              <a:gd name="connsiteY0" fmla="*/ 0 h 1320960"/>
              <a:gd name="connsiteX1" fmla="*/ 1591063 w 1591063"/>
              <a:gd name="connsiteY1" fmla="*/ 1320960 h 132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1063" h="1320960">
                <a:moveTo>
                  <a:pt x="1620" y="0"/>
                </a:moveTo>
                <a:cubicBezTo>
                  <a:pt x="-58319" y="919991"/>
                  <a:pt x="1565106" y="815071"/>
                  <a:pt x="1591063" y="132096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3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 ÷ 20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EC7BC2-861E-41FC-5C0F-098A2FA6F3DE}"/>
              </a:ext>
            </a:extLst>
          </p:cNvPr>
          <p:cNvGrpSpPr/>
          <p:nvPr/>
        </p:nvGrpSpPr>
        <p:grpSpPr>
          <a:xfrm>
            <a:off x="5412048" y="2069696"/>
            <a:ext cx="3897380" cy="4239492"/>
            <a:chOff x="4937761" y="515389"/>
            <a:chExt cx="4829695" cy="52536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4937761" y="515389"/>
              <a:ext cx="4829695" cy="39069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4937761" y="1055716"/>
              <a:ext cx="4829695" cy="39069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4937761" y="1596043"/>
              <a:ext cx="4829695" cy="39069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4937761" y="2136370"/>
              <a:ext cx="4829695" cy="39069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4937761" y="2676697"/>
              <a:ext cx="4829695" cy="39069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4937761" y="3217024"/>
              <a:ext cx="4829695" cy="39069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4937761" y="3757351"/>
              <a:ext cx="4829695" cy="39069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4937761" y="4297678"/>
              <a:ext cx="4829695" cy="39069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67489C0-DB47-9F78-4083-115D1467F2C9}"/>
                </a:ext>
              </a:extLst>
            </p:cNvPr>
            <p:cNvGrpSpPr/>
            <p:nvPr/>
          </p:nvGrpSpPr>
          <p:grpSpPr>
            <a:xfrm>
              <a:off x="4937761" y="4838005"/>
              <a:ext cx="4829695" cy="390699"/>
              <a:chOff x="5162204" y="515389"/>
              <a:chExt cx="4829695" cy="39069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65E2F59-6866-78B6-FC29-EB1EFA02E7B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8074E4C-CF60-8986-4417-00D5F7B9EA42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E14F7F4-95B5-3D5F-6F03-E36FFB43A18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1B0140-7FBD-E2DC-EA39-EC44E2E36777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B53C62F-47F2-EFEC-7A4B-8923411C0AD8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9F65242-ABA4-E1F5-310F-A676F87E21A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7CA2A3B-C00E-FF5F-91D2-D540D1A7C871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6EEEB6-5F4F-B6AE-CA02-5AF095751E2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393BACF-C7CC-4011-BA55-A449994F44C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05E1858-C587-2044-6241-51C32C80246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CDFC1E-D0FA-15E9-4047-9C0902B7F29F}"/>
                </a:ext>
              </a:extLst>
            </p:cNvPr>
            <p:cNvGrpSpPr/>
            <p:nvPr/>
          </p:nvGrpSpPr>
          <p:grpSpPr>
            <a:xfrm>
              <a:off x="4937761" y="5378335"/>
              <a:ext cx="4829695" cy="390699"/>
              <a:chOff x="5162204" y="515389"/>
              <a:chExt cx="4829695" cy="39069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70FC949-14B8-ED82-A017-BA3822667F2C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BF8884B-B2C7-8EE1-2C34-3ACEDC6BA2DB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5A8B423-E081-3C50-AEEF-988E1EF11711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477FBD-4288-9895-D55F-AF68FDF45B8C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68BB93D-B6E8-FF74-090E-A4C1958710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3575E4-B8D1-0CF9-8E32-5B974BA377B0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6ADF0-5FF5-6B9E-9217-12F9AC8D720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C550C6-68EC-5137-21A4-D8ABA6C6593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A6A97F-5C2A-5DDC-AD62-70D735F4103A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0317A77-8867-A764-BB93-C635F3527D9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3C0F55-EF69-63B4-9B36-CC4C49825BDC}"/>
              </a:ext>
            </a:extLst>
          </p:cNvPr>
          <p:cNvGrpSpPr/>
          <p:nvPr/>
        </p:nvGrpSpPr>
        <p:grpSpPr>
          <a:xfrm>
            <a:off x="2290277" y="2069696"/>
            <a:ext cx="315279" cy="4239492"/>
            <a:chOff x="2369590" y="307571"/>
            <a:chExt cx="315279" cy="423949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369590" y="30757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369590" y="74359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369590" y="117961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369590" y="161564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369590" y="205166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369590" y="248768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369590" y="292371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369590" y="3359735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DB5B822-4D14-B7F6-CC28-D3AD9B344441}"/>
                </a:ext>
              </a:extLst>
            </p:cNvPr>
            <p:cNvSpPr/>
            <p:nvPr/>
          </p:nvSpPr>
          <p:spPr>
            <a:xfrm>
              <a:off x="2369590" y="379575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055211B-1F8A-22D0-4F3A-6CAE38259751}"/>
                </a:ext>
              </a:extLst>
            </p:cNvPr>
            <p:cNvSpPr/>
            <p:nvPr/>
          </p:nvSpPr>
          <p:spPr>
            <a:xfrm>
              <a:off x="2369590" y="423178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Right Bracket 232">
            <a:extLst>
              <a:ext uri="{FF2B5EF4-FFF2-40B4-BE49-F238E27FC236}">
                <a16:creationId xmlns:a16="http://schemas.microsoft.com/office/drawing/2014/main" id="{9A703B77-3F17-CA13-4F11-F3D5586B4F8B}"/>
              </a:ext>
            </a:extLst>
          </p:cNvPr>
          <p:cNvSpPr/>
          <p:nvPr/>
        </p:nvSpPr>
        <p:spPr>
          <a:xfrm rot="10800000">
            <a:off x="5001314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Right Bracket 237">
            <a:extLst>
              <a:ext uri="{FF2B5EF4-FFF2-40B4-BE49-F238E27FC236}">
                <a16:creationId xmlns:a16="http://schemas.microsoft.com/office/drawing/2014/main" id="{546D7429-FE06-48DD-41E6-F2D3A007EC4B}"/>
              </a:ext>
            </a:extLst>
          </p:cNvPr>
          <p:cNvSpPr/>
          <p:nvPr/>
        </p:nvSpPr>
        <p:spPr>
          <a:xfrm rot="10800000">
            <a:off x="1992107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9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A0BA9-86A4-86C8-4BA9-52EC142FA3D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 ÷ 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900CC3-7517-AEE9-C10F-20DE2144CAAD}"/>
              </a:ext>
            </a:extLst>
          </p:cNvPr>
          <p:cNvGrpSpPr/>
          <p:nvPr/>
        </p:nvGrpSpPr>
        <p:grpSpPr>
          <a:xfrm>
            <a:off x="5412048" y="2069696"/>
            <a:ext cx="3897380" cy="3367443"/>
            <a:chOff x="5412048" y="2069696"/>
            <a:chExt cx="3897380" cy="3367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5412048" y="2069696"/>
              <a:ext cx="3897380" cy="31527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5412048" y="2505719"/>
              <a:ext cx="3897380" cy="31527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5412048" y="2941743"/>
              <a:ext cx="3897380" cy="31527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5412048" y="3377766"/>
              <a:ext cx="3897380" cy="31527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5412048" y="3813789"/>
              <a:ext cx="3897380" cy="31527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5412048" y="4249813"/>
              <a:ext cx="3897380" cy="31527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5412048" y="4685836"/>
              <a:ext cx="3897380" cy="31527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5412048" y="5121860"/>
              <a:ext cx="3897380" cy="31527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393080-6B6E-0332-22F0-5309E0855C9C}"/>
              </a:ext>
            </a:extLst>
          </p:cNvPr>
          <p:cNvGrpSpPr/>
          <p:nvPr/>
        </p:nvGrpSpPr>
        <p:grpSpPr>
          <a:xfrm>
            <a:off x="2290277" y="2069696"/>
            <a:ext cx="315279" cy="3367443"/>
            <a:chOff x="2290277" y="2069696"/>
            <a:chExt cx="315279" cy="33674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290277" y="206969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290277" y="250571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290277" y="294174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290277" y="337776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290277" y="381378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290277" y="424981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290277" y="468583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290277" y="5121860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8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5F3B03-6CB9-EDBF-2D3C-7AEB723A275C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3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4" grpId="0" animBg="1"/>
      <p:bldP spid="235" grpId="0" animBg="1"/>
      <p:bldP spid="236" grpId="0" animBg="1"/>
      <p:bldP spid="2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92571-08B0-298E-160D-6F8F02587CAF}"/>
              </a:ext>
            </a:extLst>
          </p:cNvPr>
          <p:cNvSpPr/>
          <p:nvPr/>
        </p:nvSpPr>
        <p:spPr>
          <a:xfrm>
            <a:off x="13144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0,8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1E8F-591D-0BE6-34F9-BAF144317266}"/>
              </a:ext>
            </a:extLst>
          </p:cNvPr>
          <p:cNvSpPr txBox="1"/>
          <p:nvPr/>
        </p:nvSpPr>
        <p:spPr>
          <a:xfrm>
            <a:off x="2602760" y="527478"/>
            <a:ext cx="4717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эсепти кантип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сүрөттөп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бере алабыз?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A6A5C-3509-E048-43DA-A056DE922BA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3130-CEA4-8636-0B79-FB66E90D1AB1}"/>
              </a:ext>
            </a:extLst>
          </p:cNvPr>
          <p:cNvSpPr txBox="1"/>
          <p:nvPr/>
        </p:nvSpPr>
        <p:spPr>
          <a:xfrm>
            <a:off x="960849" y="2403903"/>
            <a:ext cx="30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бирдикте канча 0,8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1F8A69EB-3A75-DCCA-49D2-A9AA8A377A8B}"/>
              </a:ext>
            </a:extLst>
          </p:cNvPr>
          <p:cNvSpPr/>
          <p:nvPr/>
        </p:nvSpPr>
        <p:spPr>
          <a:xfrm>
            <a:off x="4784738" y="1614381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2672-4258-E772-EEDB-4EA537C7250E}"/>
              </a:ext>
            </a:extLst>
          </p:cNvPr>
          <p:cNvSpPr txBox="1"/>
          <p:nvPr/>
        </p:nvSpPr>
        <p:spPr>
          <a:xfrm>
            <a:off x="2244533" y="4306063"/>
            <a:ext cx="543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Бөлүүдө биз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санга бөлүүнү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көрөбүз.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556CB-C8B8-9936-761F-A48CAD1D92CE}"/>
              </a:ext>
            </a:extLst>
          </p:cNvPr>
          <p:cNvSpPr txBox="1"/>
          <p:nvPr/>
        </p:nvSpPr>
        <p:spPr>
          <a:xfrm>
            <a:off x="4330401" y="5351565"/>
            <a:ext cx="2528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 эмес,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"тегерек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телген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сан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428DE-7495-6A31-EE7C-20F2A6E09396}"/>
              </a:ext>
            </a:extLst>
          </p:cNvPr>
          <p:cNvSpPr/>
          <p:nvPr/>
        </p:nvSpPr>
        <p:spPr>
          <a:xfrm>
            <a:off x="3360134" y="4706173"/>
            <a:ext cx="1424604" cy="86955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3" h="847725">
                <a:moveTo>
                  <a:pt x="194438" y="0"/>
                </a:moveTo>
                <a:cubicBezTo>
                  <a:pt x="62676" y="252413"/>
                  <a:pt x="-269112" y="619125"/>
                  <a:pt x="432563" y="8477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40AB7-600C-251B-0CC8-B4F5070C73EB}"/>
              </a:ext>
            </a:extLst>
          </p:cNvPr>
          <p:cNvSpPr/>
          <p:nvPr/>
        </p:nvSpPr>
        <p:spPr>
          <a:xfrm>
            <a:off x="61912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÷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CFF90-7EA8-20CC-D577-330FDDF3485E}"/>
              </a:ext>
            </a:extLst>
          </p:cNvPr>
          <p:cNvSpPr txBox="1"/>
          <p:nvPr/>
        </p:nvSpPr>
        <p:spPr>
          <a:xfrm>
            <a:off x="5980365" y="2659091"/>
            <a:ext cx="29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бирдикте канча 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76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0,8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1,2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62 ÷ 0,5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0,12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150 ÷ 2,5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5,25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70 ÷ 12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620 ÷ 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800 ÷ 12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1500 ÷ 25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700 ÷ 525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 ÷ 0,2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3,1 ÷ 2,7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0,17 ÷ 0,3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 ÷ 0,81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1,08 ÷ 3,7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 ÷ 2,42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2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31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170 ÷ 30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81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108 ÷ 370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 ÷ 242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F70B-29DD-912F-0281-85CA47500A95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эсептөөлөрдү кайра жазыңыз, алар бүтүн сандарды гана камтышы керек.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16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 табуудан мурун ар бир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эсептөөнү бүтүн сандарга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айландырыңыз.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710856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0,9  ÷  0,1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710856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0,9  ÷  0,3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715119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942353" y="401347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 ÷  0,15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7944425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83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 табуудан мурун ар бир эсептөөнү бүтүн сандарга айландырыңыз.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1,2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4,2  ÷  0,7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606661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42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2,4  ÷  0,6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61092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619808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3,6  ÷  0,09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8048620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58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92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  ÷  1,3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961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7D887-87A1-C9B5-619A-2CB3106256E7}"/>
              </a:ext>
            </a:extLst>
          </p:cNvPr>
          <p:cNvSpPr txBox="1"/>
          <p:nvPr/>
        </p:nvSpPr>
        <p:spPr>
          <a:xfrm>
            <a:off x="7838325" y="8043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  ÷  1,6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072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74313A-CC2D-F1D4-DE7C-98472B878A9B}"/>
              </a:ext>
            </a:extLst>
          </p:cNvPr>
          <p:cNvSpPr txBox="1"/>
          <p:nvPr/>
        </p:nvSpPr>
        <p:spPr>
          <a:xfrm>
            <a:off x="7816976" y="40254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21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5" grpId="0"/>
      <p:bldP spid="77" grpId="0"/>
      <p:bldP spid="82" grpId="0"/>
      <p:bldP spid="83" grpId="0"/>
      <p:bldP spid="85" grpId="0"/>
      <p:bldP spid="8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4,8  ÷  1,6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77828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9B8B7-D61D-8836-1646-DD8847142B16}"/>
              </a:ext>
            </a:extLst>
          </p:cNvPr>
          <p:cNvSpPr txBox="1"/>
          <p:nvPr/>
        </p:nvSpPr>
        <p:spPr>
          <a:xfrm>
            <a:off x="7826585" y="-16327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8,4  ÷  2,1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84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21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63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84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0CB3F-F637-7686-A34C-B84EB0507BDA}"/>
              </a:ext>
            </a:extLst>
          </p:cNvPr>
          <p:cNvSpPr txBox="1"/>
          <p:nvPr/>
        </p:nvSpPr>
        <p:spPr>
          <a:xfrm>
            <a:off x="7826585" y="-16327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826585" y="-99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FA632D-331F-7D08-5B67-25588D910461}"/>
              </a:ext>
            </a:extLst>
          </p:cNvPr>
          <p:cNvGrpSpPr/>
          <p:nvPr/>
        </p:nvGrpSpPr>
        <p:grpSpPr>
          <a:xfrm>
            <a:off x="243137" y="777510"/>
            <a:ext cx="4420693" cy="1251525"/>
            <a:chOff x="243137" y="1018810"/>
            <a:chExt cx="4420693" cy="125152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3CC122-CE07-0C32-CB3B-EA8C27E96377}"/>
                </a:ext>
              </a:extLst>
            </p:cNvPr>
            <p:cNvSpPr txBox="1"/>
            <p:nvPr/>
          </p:nvSpPr>
          <p:spPr>
            <a:xfrm>
              <a:off x="1746028" y="1018810"/>
              <a:ext cx="1491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  ÷  0,2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8D948B-8D99-51BC-D0BC-DE0D50F3DCDA}"/>
                </a:ext>
              </a:extLst>
            </p:cNvPr>
            <p:cNvSpPr txBox="1"/>
            <p:nvPr/>
          </p:nvSpPr>
          <p:spPr>
            <a:xfrm>
              <a:off x="2685582" y="1685560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870CE7-1695-DEA4-FBF6-05C1EC44F0CE}"/>
                </a:ext>
              </a:extLst>
            </p:cNvPr>
            <p:cNvSpPr txBox="1"/>
            <p:nvPr/>
          </p:nvSpPr>
          <p:spPr>
            <a:xfrm>
              <a:off x="2163310" y="1685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62F6E3-7B84-91C0-5C2D-A523CC688C58}"/>
                </a:ext>
              </a:extLst>
            </p:cNvPr>
            <p:cNvSpPr txBox="1"/>
            <p:nvPr/>
          </p:nvSpPr>
          <p:spPr>
            <a:xfrm>
              <a:off x="1543161" y="1685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80</a:t>
              </a:r>
            </a:p>
          </p:txBody>
        </p:sp>
        <p:sp>
          <p:nvSpPr>
            <p:cNvPr id="43" name="Arrow: Circular 42">
              <a:extLst>
                <a:ext uri="{FF2B5EF4-FFF2-40B4-BE49-F238E27FC236}">
                  <a16:creationId xmlns:a16="http://schemas.microsoft.com/office/drawing/2014/main" id="{3BE5C272-B654-06C9-E057-1B47A9CC4EA9}"/>
                </a:ext>
              </a:extLst>
            </p:cNvPr>
            <p:cNvSpPr/>
            <p:nvPr/>
          </p:nvSpPr>
          <p:spPr>
            <a:xfrm rot="5400000">
              <a:off x="3250769" y="1158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4" name="Arrow: Circular 43">
              <a:extLst>
                <a:ext uri="{FF2B5EF4-FFF2-40B4-BE49-F238E27FC236}">
                  <a16:creationId xmlns:a16="http://schemas.microsoft.com/office/drawing/2014/main" id="{C57EC1E6-3E0A-D7A2-CEF6-BA7F84684EA8}"/>
                </a:ext>
              </a:extLst>
            </p:cNvPr>
            <p:cNvSpPr/>
            <p:nvPr/>
          </p:nvSpPr>
          <p:spPr>
            <a:xfrm rot="5400000" flipV="1">
              <a:off x="786065" y="1158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7E18E0-957D-D95E-BE02-83877B812D7B}"/>
                </a:ext>
              </a:extLst>
            </p:cNvPr>
            <p:cNvSpPr txBox="1"/>
            <p:nvPr/>
          </p:nvSpPr>
          <p:spPr>
            <a:xfrm>
              <a:off x="4091237" y="143029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63DAB-D7EA-2F52-D5B2-E4608697A45E}"/>
                </a:ext>
              </a:extLst>
            </p:cNvPr>
            <p:cNvSpPr txBox="1"/>
            <p:nvPr/>
          </p:nvSpPr>
          <p:spPr>
            <a:xfrm>
              <a:off x="243137" y="14779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849F28-6346-0787-F730-30C6B2A5A093}"/>
              </a:ext>
            </a:extLst>
          </p:cNvPr>
          <p:cNvGrpSpPr/>
          <p:nvPr/>
        </p:nvGrpSpPr>
        <p:grpSpPr>
          <a:xfrm>
            <a:off x="234824" y="2917460"/>
            <a:ext cx="4404068" cy="1251525"/>
            <a:chOff x="234824" y="3177810"/>
            <a:chExt cx="4404068" cy="12515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FBB2C1-92A5-262B-7F92-760E887155AA}"/>
                </a:ext>
              </a:extLst>
            </p:cNvPr>
            <p:cNvSpPr txBox="1"/>
            <p:nvPr/>
          </p:nvSpPr>
          <p:spPr>
            <a:xfrm>
              <a:off x="1589736" y="3177810"/>
              <a:ext cx="18036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2,4  ÷  1,2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D70DB5-1C89-1CB9-12E8-DEC562F72827}"/>
                </a:ext>
              </a:extLst>
            </p:cNvPr>
            <p:cNvSpPr txBox="1"/>
            <p:nvPr/>
          </p:nvSpPr>
          <p:spPr>
            <a:xfrm>
              <a:off x="2876662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FAF6C6-96E3-867D-5F0A-D12F0749A9DE}"/>
                </a:ext>
              </a:extLst>
            </p:cNvPr>
            <p:cNvSpPr txBox="1"/>
            <p:nvPr/>
          </p:nvSpPr>
          <p:spPr>
            <a:xfrm>
              <a:off x="2287135" y="3844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1DA60F-B2E5-F88D-90DF-119A4A29FD90}"/>
                </a:ext>
              </a:extLst>
            </p:cNvPr>
            <p:cNvSpPr txBox="1"/>
            <p:nvPr/>
          </p:nvSpPr>
          <p:spPr>
            <a:xfrm>
              <a:off x="1543161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24</a:t>
              </a:r>
            </a:p>
          </p:txBody>
        </p:sp>
        <p:sp>
          <p:nvSpPr>
            <p:cNvPr id="52" name="Arrow: Circular 51">
              <a:extLst>
                <a:ext uri="{FF2B5EF4-FFF2-40B4-BE49-F238E27FC236}">
                  <a16:creationId xmlns:a16="http://schemas.microsoft.com/office/drawing/2014/main" id="{4758DB24-E7F9-6F08-7F78-1EBBE650000B}"/>
                </a:ext>
              </a:extLst>
            </p:cNvPr>
            <p:cNvSpPr/>
            <p:nvPr/>
          </p:nvSpPr>
          <p:spPr>
            <a:xfrm rot="5400000">
              <a:off x="3250769" y="3317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3" name="Arrow: Circular 52">
              <a:extLst>
                <a:ext uri="{FF2B5EF4-FFF2-40B4-BE49-F238E27FC236}">
                  <a16:creationId xmlns:a16="http://schemas.microsoft.com/office/drawing/2014/main" id="{13EACF51-2A35-73F7-24AA-EB0503773B78}"/>
                </a:ext>
              </a:extLst>
            </p:cNvPr>
            <p:cNvSpPr/>
            <p:nvPr/>
          </p:nvSpPr>
          <p:spPr>
            <a:xfrm rot="5400000" flipV="1">
              <a:off x="786065" y="3317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FB3ABE-D518-5650-B383-325537F77868}"/>
                </a:ext>
              </a:extLst>
            </p:cNvPr>
            <p:cNvSpPr txBox="1"/>
            <p:nvPr/>
          </p:nvSpPr>
          <p:spPr>
            <a:xfrm>
              <a:off x="4066299" y="35981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88D3A4-0050-D376-33D7-98FEEAF50F48}"/>
                </a:ext>
              </a:extLst>
            </p:cNvPr>
            <p:cNvSpPr txBox="1"/>
            <p:nvPr/>
          </p:nvSpPr>
          <p:spPr>
            <a:xfrm>
              <a:off x="234824" y="3573184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0,3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  ÷  0,5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162189" y="179169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12  ÷  0,2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14  ÷  0,4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3,6  ÷  0,6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117160" y="3919854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5,6  ÷  0,8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117160" y="462924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18  ÷  1,5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025789" y="533862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39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24  ÷  0,25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025789" y="60480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96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4B57E2-4FD1-0879-AC43-27B2E389A830}"/>
              </a:ext>
            </a:extLst>
          </p:cNvPr>
          <p:cNvGrpSpPr/>
          <p:nvPr/>
        </p:nvGrpSpPr>
        <p:grpSpPr>
          <a:xfrm>
            <a:off x="243137" y="5057410"/>
            <a:ext cx="4420693" cy="1251525"/>
            <a:chOff x="243137" y="5336810"/>
            <a:chExt cx="4420693" cy="1251525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676AE25-4799-DD76-8FED-370B8435F357}"/>
                </a:ext>
              </a:extLst>
            </p:cNvPr>
            <p:cNvSpPr txBox="1"/>
            <p:nvPr/>
          </p:nvSpPr>
          <p:spPr>
            <a:xfrm>
              <a:off x="1641833" y="5336810"/>
              <a:ext cx="16995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  ÷  1,2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A13C74-ABA4-4987-FE92-D0AE075B9F55}"/>
                </a:ext>
              </a:extLst>
            </p:cNvPr>
            <p:cNvSpPr txBox="1"/>
            <p:nvPr/>
          </p:nvSpPr>
          <p:spPr>
            <a:xfrm>
              <a:off x="2876662" y="6003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032C45-84D4-8ED0-416E-DA99C6516D86}"/>
                </a:ext>
              </a:extLst>
            </p:cNvPr>
            <p:cNvSpPr txBox="1"/>
            <p:nvPr/>
          </p:nvSpPr>
          <p:spPr>
            <a:xfrm>
              <a:off x="2287135" y="6003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8AAD37-D8ED-6144-C4AD-DDCC7301AD66}"/>
                </a:ext>
              </a:extLst>
            </p:cNvPr>
            <p:cNvSpPr txBox="1"/>
            <p:nvPr/>
          </p:nvSpPr>
          <p:spPr>
            <a:xfrm>
              <a:off x="1438966" y="60035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180</a:t>
              </a:r>
            </a:p>
          </p:txBody>
        </p:sp>
        <p:sp>
          <p:nvSpPr>
            <p:cNvPr id="101" name="Arrow: Circular 100">
              <a:extLst>
                <a:ext uri="{FF2B5EF4-FFF2-40B4-BE49-F238E27FC236}">
                  <a16:creationId xmlns:a16="http://schemas.microsoft.com/office/drawing/2014/main" id="{E3F3B550-A84C-96DD-BE5D-E958F8BA62CD}"/>
                </a:ext>
              </a:extLst>
            </p:cNvPr>
            <p:cNvSpPr/>
            <p:nvPr/>
          </p:nvSpPr>
          <p:spPr>
            <a:xfrm rot="5400000">
              <a:off x="3250769" y="5476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2" name="Arrow: Circular 101">
              <a:extLst>
                <a:ext uri="{FF2B5EF4-FFF2-40B4-BE49-F238E27FC236}">
                  <a16:creationId xmlns:a16="http://schemas.microsoft.com/office/drawing/2014/main" id="{3C54A214-841E-6D40-6E23-439FF4DD6C31}"/>
                </a:ext>
              </a:extLst>
            </p:cNvPr>
            <p:cNvSpPr/>
            <p:nvPr/>
          </p:nvSpPr>
          <p:spPr>
            <a:xfrm rot="5400000" flipV="1">
              <a:off x="786065" y="5476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F0567F-9BA8-7687-AC7C-5FA94EA5ABAF}"/>
                </a:ext>
              </a:extLst>
            </p:cNvPr>
            <p:cNvSpPr txBox="1"/>
            <p:nvPr/>
          </p:nvSpPr>
          <p:spPr>
            <a:xfrm>
              <a:off x="40912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C7B2CFC-B6C7-50B4-60C3-45C4CD277FD1}"/>
                </a:ext>
              </a:extLst>
            </p:cNvPr>
            <p:cNvSpPr txBox="1"/>
            <p:nvPr/>
          </p:nvSpPr>
          <p:spPr>
            <a:xfrm>
              <a:off x="2431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253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851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8AAE4-247F-BBAE-9C02-8FAEA4C5A416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74040-F6D2-EA6D-1707-CD213EEADC0D}"/>
              </a:ext>
            </a:extLst>
          </p:cNvPr>
          <p:cNvSpPr txBox="1"/>
          <p:nvPr/>
        </p:nvSpPr>
        <p:spPr>
          <a:xfrm>
            <a:off x="5753575" y="4790710"/>
            <a:ext cx="702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EC631-0295-4137-1930-F9525E55333F}"/>
              </a:ext>
            </a:extLst>
          </p:cNvPr>
          <p:cNvSpPr txBox="1"/>
          <p:nvPr/>
        </p:nvSpPr>
        <p:spPr>
          <a:xfrm>
            <a:off x="7800912" y="-1753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09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7719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E0057-C575-224A-CBE4-D20E22F0E656}"/>
              </a:ext>
            </a:extLst>
          </p:cNvPr>
          <p:cNvSpPr txBox="1"/>
          <p:nvPr/>
        </p:nvSpPr>
        <p:spPr>
          <a:xfrm>
            <a:off x="5753575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824959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8C2093-A6F6-C62B-7664-DF9CE0892A00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B0A23F62-1C0D-7BE9-1FEF-29B1C986594B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0E9A4-71D9-76FD-7BAB-F263F709BF48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EE8673-8A23-DF22-7E83-BBB715AED07F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E081DAE-C2E4-D76D-7794-172D115ACC59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E9EB2-2C0D-E759-633B-91308B8F390E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68545-C436-C570-4ED3-BE06F6EA8D87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27842-6167-2710-751D-5E518B5B549C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3AC2A-5696-26E8-5C9D-43CA726AD441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4F1A4-32C9-6DD8-4878-EB0995FB94B4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AD14F-4450-380D-C047-97873FD47C77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62518162-029A-C4AC-5AFA-1C4822FFDFD4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Arrow: Circular 49">
            <a:extLst>
              <a:ext uri="{FF2B5EF4-FFF2-40B4-BE49-F238E27FC236}">
                <a16:creationId xmlns:a16="http://schemas.microsoft.com/office/drawing/2014/main" id="{EC2D8697-98A4-CEE9-938A-6804D0FA97D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2005B-917D-3D10-9885-D3C4D6CA9017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27BA2-F2F8-1BB0-0D18-24710E1B0A68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DF46D-67DF-CDA2-D900-F4696F8A6640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3BCDBE-93A1-53D2-5BB4-8AFF3CDC6CEA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E1775-5F9E-7C88-CE1D-FDAA84E15093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99B3E-EC2C-B976-C90C-B0C13F05A5FC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F780A5-74F0-99BE-56BC-BA69F1EE655B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7A9E80-DA95-3E0F-063B-BEF8616D803E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FE30-C61C-63C8-1D0B-E5765ADE5B71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F0797-55D0-96DC-8A23-69E92290DE12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8A956-F868-5CD9-7D0B-1958F7E36147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8401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9637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05928-C75A-09FD-726B-847139402147}"/>
              </a:ext>
            </a:extLst>
          </p:cNvPr>
          <p:cNvSpPr txBox="1"/>
          <p:nvPr/>
        </p:nvSpPr>
        <p:spPr>
          <a:xfrm>
            <a:off x="7826585" y="-2517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18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5,6  ÷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1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02DC6-6ADC-DA9E-0EF0-25C5B8A76104}"/>
              </a:ext>
            </a:extLst>
          </p:cNvPr>
          <p:cNvSpPr txBox="1"/>
          <p:nvPr/>
        </p:nvSpPr>
        <p:spPr>
          <a:xfrm>
            <a:off x="5869953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B7DB1-6A0F-FBCD-C023-BBA284E33D11}"/>
              </a:ext>
            </a:extLst>
          </p:cNvPr>
          <p:cNvSpPr txBox="1"/>
          <p:nvPr/>
        </p:nvSpPr>
        <p:spPr>
          <a:xfrm>
            <a:off x="7826585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85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826585" y="-1829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  ÷  0,15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0,25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0,15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  ÷  0,05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070818" y="3210468"/>
            <a:ext cx="732894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8,4  ÷  0,12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3,3  ÷  0,15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2,8  ÷  0,35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117160" y="533862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7,5  ÷  1,25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117160" y="604801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8F72F8-AE35-D1A4-83B4-BACE5003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9" y="704457"/>
            <a:ext cx="4541914" cy="15302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B699E-4A59-3BC3-CB7E-C6D27673DB2B}"/>
              </a:ext>
            </a:extLst>
          </p:cNvPr>
          <p:cNvGrpSpPr/>
          <p:nvPr/>
        </p:nvGrpSpPr>
        <p:grpSpPr>
          <a:xfrm>
            <a:off x="321320" y="3332949"/>
            <a:ext cx="4420693" cy="1251525"/>
            <a:chOff x="306637" y="904510"/>
            <a:chExt cx="4420693" cy="12515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1947A5-F2BF-C1D4-8C3C-998F96FF47E7}"/>
                </a:ext>
              </a:extLst>
            </p:cNvPr>
            <p:cNvSpPr txBox="1"/>
            <p:nvPr/>
          </p:nvSpPr>
          <p:spPr>
            <a:xfrm>
              <a:off x="1549041" y="904510"/>
              <a:ext cx="20120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3,6  ÷  0,12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28D401-1F99-D745-8D0D-A0373697AB63}"/>
                </a:ext>
              </a:extLst>
            </p:cNvPr>
            <p:cNvSpPr txBox="1"/>
            <p:nvPr/>
          </p:nvSpPr>
          <p:spPr>
            <a:xfrm>
              <a:off x="2940162" y="15712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10B2B-5869-5E22-2CFD-D276C22980A0}"/>
                </a:ext>
              </a:extLst>
            </p:cNvPr>
            <p:cNvSpPr txBox="1"/>
            <p:nvPr/>
          </p:nvSpPr>
          <p:spPr>
            <a:xfrm>
              <a:off x="2350635" y="15712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4979C1-DA83-AAA6-D8F6-15F548B09F64}"/>
                </a:ext>
              </a:extLst>
            </p:cNvPr>
            <p:cNvSpPr txBox="1"/>
            <p:nvPr/>
          </p:nvSpPr>
          <p:spPr>
            <a:xfrm>
              <a:off x="1502466" y="15712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360</a:t>
              </a: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975588A3-5533-F042-8351-4D5748461914}"/>
                </a:ext>
              </a:extLst>
            </p:cNvPr>
            <p:cNvSpPr/>
            <p:nvPr/>
          </p:nvSpPr>
          <p:spPr>
            <a:xfrm rot="5400000">
              <a:off x="3314269" y="10443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Arrow: Circular 24">
              <a:extLst>
                <a:ext uri="{FF2B5EF4-FFF2-40B4-BE49-F238E27FC236}">
                  <a16:creationId xmlns:a16="http://schemas.microsoft.com/office/drawing/2014/main" id="{6381577A-0C8C-1471-621C-E4DF0E247F9D}"/>
                </a:ext>
              </a:extLst>
            </p:cNvPr>
            <p:cNvSpPr/>
            <p:nvPr/>
          </p:nvSpPr>
          <p:spPr>
            <a:xfrm rot="5400000" flipV="1">
              <a:off x="849565" y="10439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66C97-B8F5-F86C-D847-0B9F31EC2BBD}"/>
                </a:ext>
              </a:extLst>
            </p:cNvPr>
            <p:cNvSpPr txBox="1"/>
            <p:nvPr/>
          </p:nvSpPr>
          <p:spPr>
            <a:xfrm>
              <a:off x="41547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E8F374-DB08-DE45-B6BD-C835A54C4AFD}"/>
                </a:ext>
              </a:extLst>
            </p:cNvPr>
            <p:cNvSpPr txBox="1"/>
            <p:nvPr/>
          </p:nvSpPr>
          <p:spPr>
            <a:xfrm>
              <a:off x="41547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5642-9A24-0A05-08B4-2751F017F8CF}"/>
                </a:ext>
              </a:extLst>
            </p:cNvPr>
            <p:cNvSpPr txBox="1"/>
            <p:nvPr/>
          </p:nvSpPr>
          <p:spPr>
            <a:xfrm>
              <a:off x="3066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075A7-18D9-6DB0-EE04-9DC8EF7E0045}"/>
                </a:ext>
              </a:extLst>
            </p:cNvPr>
            <p:cNvSpPr txBox="1"/>
            <p:nvPr/>
          </p:nvSpPr>
          <p:spPr>
            <a:xfrm>
              <a:off x="3066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389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7394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7" grpId="0"/>
      <p:bldP spid="88" grpId="0"/>
      <p:bldP spid="2" grpId="0"/>
      <p:bldP spid="3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09869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1,87  ÷  0,11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187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479255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55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66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8067900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 – 11 = 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21575-0D97-C956-3879-4AAA9A6A1FF2}"/>
              </a:ext>
            </a:extLst>
          </p:cNvPr>
          <p:cNvSpPr txBox="1"/>
          <p:nvPr/>
        </p:nvSpPr>
        <p:spPr>
          <a:xfrm>
            <a:off x="6593156" y="4790710"/>
            <a:ext cx="7024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7:</a:t>
            </a:r>
            <a:r>
              <a:rPr lang="en-GB" sz="2000" dirty="0"/>
              <a:t> 77</a:t>
            </a:r>
          </a:p>
          <a:p>
            <a:pPr algn="ctr"/>
            <a:r>
              <a:rPr lang="en-GB" sz="2000" b="1" dirty="0"/>
              <a:t>8:</a:t>
            </a:r>
            <a:r>
              <a:rPr lang="en-GB" sz="2000" dirty="0"/>
              <a:t> 88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F1D567-8AA0-EF58-69B9-142D6A221E70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80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77922" y="1100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3,36  ÷  0,14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336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43613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33 – 28 =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D9D100-61AB-E4A6-0C77-C89FE8DBBCC1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782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77922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4,81  ÷  0,13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481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52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993085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48 – 39 =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EBDAB-BEB2-D915-D29B-1620E9471D88}"/>
              </a:ext>
            </a:extLst>
          </p:cNvPr>
          <p:cNvSpPr txBox="1"/>
          <p:nvPr/>
        </p:nvSpPr>
        <p:spPr>
          <a:xfrm>
            <a:off x="6569799" y="4790710"/>
            <a:ext cx="8322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91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429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4,23  ÷  0,18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40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4" grpId="0"/>
      <p:bldP spid="55" grpId="0"/>
      <p:bldP spid="56" grpId="0"/>
      <p:bldP spid="57" grpId="0" animBg="1"/>
      <p:bldP spid="58" grpId="0" animBg="1"/>
      <p:bldP spid="59" grpId="0"/>
      <p:bldP spid="60" grpId="0"/>
      <p:bldP spid="61" grpId="0"/>
      <p:bldP spid="62" grpId="0"/>
      <p:bldP spid="64" grpId="0"/>
      <p:bldP spid="65" grpId="0"/>
      <p:bldP spid="67" grpId="0"/>
      <p:bldP spid="68" grpId="0"/>
      <p:bldP spid="78" grpId="0"/>
      <p:bldP spid="79" grpId="0"/>
      <p:bldP spid="80" grpId="0"/>
      <p:bldP spid="81" grpId="0"/>
      <p:bldP spid="84" grpId="0"/>
      <p:bldP spid="89" grpId="0"/>
      <p:bldP spid="90" grpId="0" animBg="1"/>
      <p:bldP spid="91" grpId="0"/>
      <p:bldP spid="92" grpId="0"/>
      <p:bldP spid="93" grpId="0"/>
      <p:bldP spid="9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47375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4,23  ÷  0,18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4,55  ÷  0,14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455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45 – 42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28 = 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51436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63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50350" y="379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4,23  ÷  0,18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3,57  ÷  0,15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357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30 = 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34926" y="5660603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57 – 45 = 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060052" y="337335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57300-823A-9D83-26D9-EE0C029701D2}"/>
              </a:ext>
            </a:extLst>
          </p:cNvPr>
          <p:cNvSpPr txBox="1"/>
          <p:nvPr/>
        </p:nvSpPr>
        <p:spPr>
          <a:xfrm>
            <a:off x="6517386" y="4790710"/>
            <a:ext cx="8322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105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120</a:t>
            </a:r>
          </a:p>
          <a:p>
            <a:r>
              <a:rPr lang="en-GB" sz="2000" b="1" dirty="0"/>
              <a:t>9:</a:t>
            </a:r>
            <a:r>
              <a:rPr lang="en-GB" sz="2000" dirty="0"/>
              <a:t> 135</a:t>
            </a:r>
          </a:p>
        </p:txBody>
      </p:sp>
    </p:spTree>
    <p:extLst>
      <p:ext uri="{BB962C8B-B14F-4D97-AF65-F5344CB8AC3E}">
        <p14:creationId xmlns:p14="http://schemas.microsoft.com/office/powerpoint/2010/main" val="227166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77186" y="1100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4,23  ÷  0,18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5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49257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6,3  ÷  0,12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630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60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36 – 30 = 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34550" y="340661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92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18317" y="7486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САБАК</a:t>
            </a:r>
            <a:endParaRPr lang="en-GB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FF66DE-6022-3660-EE89-35F24096C7FB}"/>
              </a:ext>
            </a:extLst>
          </p:cNvPr>
          <p:cNvSpPr txBox="1"/>
          <p:nvPr/>
        </p:nvSpPr>
        <p:spPr>
          <a:xfrm>
            <a:off x="5159019" y="108231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2,4  ÷  0,2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54ACC-3AF8-C9C4-163F-E6BB0F46F1C6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FF5983-EE2B-8920-6A0E-2BAED814545A}"/>
              </a:ext>
            </a:extLst>
          </p:cNvPr>
          <p:cNvSpPr txBox="1"/>
          <p:nvPr/>
        </p:nvSpPr>
        <p:spPr>
          <a:xfrm>
            <a:off x="5159019" y="179169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0,3  ÷  0,15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0EDA42-5906-9A59-3D5D-8A4DA75780FB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2AEF21-E739-4F69-A3C0-7580A50217C2}"/>
              </a:ext>
            </a:extLst>
          </p:cNvPr>
          <p:cNvSpPr txBox="1"/>
          <p:nvPr/>
        </p:nvSpPr>
        <p:spPr>
          <a:xfrm>
            <a:off x="5159019" y="2501082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1,25  ÷  0,5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CE1670-E679-F227-0CE2-0730BC530793}"/>
              </a:ext>
            </a:extLst>
          </p:cNvPr>
          <p:cNvSpPr txBox="1"/>
          <p:nvPr/>
        </p:nvSpPr>
        <p:spPr>
          <a:xfrm>
            <a:off x="8116503" y="2501082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2,5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B900D1-9006-3FCD-45DD-6F82E097C01B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0,05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9DEF17-59FE-3D49-343C-579C76C14711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2A0AA9-6BC4-923D-8D9C-EF650BEE62D3}"/>
              </a:ext>
            </a:extLst>
          </p:cNvPr>
          <p:cNvSpPr txBox="1"/>
          <p:nvPr/>
        </p:nvSpPr>
        <p:spPr>
          <a:xfrm>
            <a:off x="6031436" y="3919854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2,64  ÷  0,12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0A2553-C321-CD39-6632-1474DBFEC8FE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E6F502-4540-7C90-1560-514705849145}"/>
              </a:ext>
            </a:extLst>
          </p:cNvPr>
          <p:cNvSpPr txBox="1"/>
          <p:nvPr/>
        </p:nvSpPr>
        <p:spPr>
          <a:xfrm>
            <a:off x="6031436" y="462924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2,52  ÷  0,18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F199E7-5CC7-CE74-6E04-2A4277F4E3FC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BD0168-0627-91DA-7895-C3018F625477}"/>
              </a:ext>
            </a:extLst>
          </p:cNvPr>
          <p:cNvSpPr txBox="1"/>
          <p:nvPr/>
        </p:nvSpPr>
        <p:spPr>
          <a:xfrm>
            <a:off x="6031436" y="5338626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0,49  ÷  0,14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7B8808-82D1-2411-9DC9-60EC38305D90}"/>
              </a:ext>
            </a:extLst>
          </p:cNvPr>
          <p:cNvSpPr txBox="1"/>
          <p:nvPr/>
        </p:nvSpPr>
        <p:spPr>
          <a:xfrm>
            <a:off x="8980103" y="5338626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3,5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686CB-C450-32EF-FE0F-524D3A1FEBA2}"/>
              </a:ext>
            </a:extLst>
          </p:cNvPr>
          <p:cNvSpPr txBox="1"/>
          <p:nvPr/>
        </p:nvSpPr>
        <p:spPr>
          <a:xfrm>
            <a:off x="6031436" y="604801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3,48  ÷  0,24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60E0D5-6315-79FD-77FA-8E15DE91F868}"/>
              </a:ext>
            </a:extLst>
          </p:cNvPr>
          <p:cNvSpPr txBox="1"/>
          <p:nvPr/>
        </p:nvSpPr>
        <p:spPr>
          <a:xfrm>
            <a:off x="8888733" y="6048010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14,5</a:t>
            </a:r>
          </a:p>
        </p:txBody>
      </p:sp>
    </p:spTree>
    <p:extLst>
      <p:ext uri="{BB962C8B-B14F-4D97-AF65-F5344CB8AC3E}">
        <p14:creationId xmlns:p14="http://schemas.microsoft.com/office/powerpoint/2010/main" val="289784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10509</TotalTime>
  <Words>3486</Words>
  <Application>Microsoft Office PowerPoint</Application>
  <PresentationFormat>A4 Paper (210x297 mm)</PresentationFormat>
  <Paragraphs>1619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Calibri Light</vt:lpstr>
      <vt:lpstr>Arial</vt:lpstr>
      <vt:lpstr>Calibri</vt:lpstr>
      <vt:lpstr>Stencil</vt:lpstr>
      <vt:lpstr>Office Theme</vt:lpstr>
      <vt:lpstr>1_Office Theme</vt:lpstr>
      <vt:lpstr>2_Office Theme</vt:lpstr>
      <vt:lpstr>3_Office Theme</vt:lpstr>
      <vt:lpstr>4_Office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2017-12-31T22:38:51Z</cp:lastPrinted>
  <dcterms:created xsi:type="dcterms:W3CDTF">2017-01-17T16:57:04Z</dcterms:created>
  <dcterms:modified xsi:type="dcterms:W3CDTF">2024-06-03T07:47:45Z</dcterms:modified>
</cp:coreProperties>
</file>