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78" r:id="rId2"/>
    <p:sldId id="831" r:id="rId3"/>
    <p:sldId id="995" r:id="rId4"/>
    <p:sldId id="996" r:id="rId5"/>
    <p:sldId id="945" r:id="rId6"/>
    <p:sldId id="997" r:id="rId7"/>
    <p:sldId id="954" r:id="rId8"/>
    <p:sldId id="998" r:id="rId9"/>
    <p:sldId id="956" r:id="rId10"/>
    <p:sldId id="999" r:id="rId11"/>
    <p:sldId id="955" r:id="rId12"/>
    <p:sldId id="1000" r:id="rId13"/>
    <p:sldId id="960" r:id="rId14"/>
    <p:sldId id="1001" r:id="rId15"/>
    <p:sldId id="959" r:id="rId16"/>
    <p:sldId id="1002" r:id="rId17"/>
    <p:sldId id="965" r:id="rId18"/>
    <p:sldId id="1003" r:id="rId19"/>
    <p:sldId id="958" r:id="rId20"/>
    <p:sldId id="1004" r:id="rId21"/>
    <p:sldId id="957" r:id="rId22"/>
    <p:sldId id="1005" r:id="rId23"/>
    <p:sldId id="964" r:id="rId24"/>
    <p:sldId id="1006" r:id="rId25"/>
    <p:sldId id="961" r:id="rId26"/>
    <p:sldId id="1007" r:id="rId27"/>
    <p:sldId id="962" r:id="rId28"/>
    <p:sldId id="1008" r:id="rId29"/>
    <p:sldId id="963" r:id="rId30"/>
    <p:sldId id="833" r:id="rId31"/>
    <p:sldId id="993" r:id="rId32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4"/>
    </p:embeddedFont>
    <p:embeddedFont>
      <p:font typeface="Bernard MT Condensed" panose="02050806060905020404" pitchFamily="18" charset="0"/>
      <p:regular r:id="rId35"/>
    </p:embeddedFont>
    <p:embeddedFont>
      <p:font typeface="Cambria Math" panose="02040503050406030204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8"/>
          </p14:sldIdLst>
        </p14:section>
        <p14:section name="Титулдук слайд" id="{8EFE0B80-9125-4ADC-A13A-755B3EC2010F}">
          <p14:sldIdLst>
            <p14:sldId id="831"/>
            <p14:sldId id="995"/>
          </p14:sldIdLst>
        </p14:section>
        <p14:section name="Оюн" id="{267FD0E9-36B9-4F9E-842D-CBFE57676936}">
          <p14:sldIdLst>
            <p14:sldId id="996"/>
            <p14:sldId id="945"/>
            <p14:sldId id="997"/>
            <p14:sldId id="954"/>
            <p14:sldId id="998"/>
            <p14:sldId id="956"/>
            <p14:sldId id="999"/>
            <p14:sldId id="955"/>
            <p14:sldId id="1000"/>
            <p14:sldId id="960"/>
            <p14:sldId id="1001"/>
            <p14:sldId id="959"/>
            <p14:sldId id="1002"/>
            <p14:sldId id="965"/>
            <p14:sldId id="1003"/>
            <p14:sldId id="958"/>
            <p14:sldId id="1004"/>
            <p14:sldId id="957"/>
            <p14:sldId id="1005"/>
            <p14:sldId id="964"/>
            <p14:sldId id="1006"/>
            <p14:sldId id="961"/>
            <p14:sldId id="1007"/>
            <p14:sldId id="962"/>
            <p14:sldId id="1008"/>
            <p14:sldId id="963"/>
            <p14:sldId id="833"/>
          </p14:sldIdLst>
        </p14:section>
        <p14:section name="Кайтарым байланыш" id="{03B37114-DCDE-48DC-B038-E57F20627236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30/08/2024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42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Ондуктарды бөлчөккө айландыруу–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318558" y="978117"/>
            <a:ext cx="9268884" cy="2254888"/>
            <a:chOff x="318558" y="2301556"/>
            <a:chExt cx="926888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18558" y="234563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613605" y="3429000"/>
            <a:ext cx="8610602" cy="3392213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бөлчөккө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783404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3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153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14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497241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730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343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51153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111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946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7762645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37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239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87693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587693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5534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359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6737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967375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8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2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0.12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4081069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563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20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4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749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2634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94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017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0.006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5972473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11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429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98786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798786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3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263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535918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18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144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2.084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835581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2742412" y="542840"/>
            <a:ext cx="44212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ондукту бөлчөккө</a:t>
            </a:r>
          </a:p>
          <a:p>
            <a:pPr algn="ctr"/>
            <a:r>
              <a:rPr lang="ky-KG" sz="2800" dirty="0"/>
              <a:t>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2084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521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280</Words>
  <Application>Microsoft Office PowerPoint</Application>
  <PresentationFormat>A4 Paper (210x297 mm)</PresentationFormat>
  <Paragraphs>105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Berlin Sans FB Demi</vt:lpstr>
      <vt:lpstr>Calibri</vt:lpstr>
      <vt:lpstr>Bernard MT Condensed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373</cp:revision>
  <cp:lastPrinted>2017-12-31T22:38:51Z</cp:lastPrinted>
  <dcterms:created xsi:type="dcterms:W3CDTF">2017-01-17T16:57:04Z</dcterms:created>
  <dcterms:modified xsi:type="dcterms:W3CDTF">2024-08-30T01:24:39Z</dcterms:modified>
</cp:coreProperties>
</file>