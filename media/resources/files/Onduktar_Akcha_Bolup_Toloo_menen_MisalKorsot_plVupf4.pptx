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972" r:id="rId2"/>
    <p:sldId id="939" r:id="rId3"/>
    <p:sldId id="947" r:id="rId4"/>
    <p:sldId id="957" r:id="rId5"/>
    <p:sldId id="948" r:id="rId6"/>
    <p:sldId id="946" r:id="rId7"/>
    <p:sldId id="942" r:id="rId8"/>
    <p:sldId id="943" r:id="rId9"/>
    <p:sldId id="949" r:id="rId10"/>
    <p:sldId id="950" r:id="rId11"/>
    <p:sldId id="945" r:id="rId12"/>
    <p:sldId id="944" r:id="rId13"/>
    <p:sldId id="955" r:id="rId14"/>
    <p:sldId id="956" r:id="rId15"/>
    <p:sldId id="952" r:id="rId16"/>
    <p:sldId id="953" r:id="rId17"/>
    <p:sldId id="954" r:id="rId18"/>
    <p:sldId id="958" r:id="rId19"/>
    <p:sldId id="959" r:id="rId20"/>
    <p:sldId id="973" r:id="rId2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Мисал көрсөтүү слайдтары" id="{059544AC-2C27-45B1-9F95-F87DF8854DD6}">
          <p14:sldIdLst>
            <p14:sldId id="939"/>
            <p14:sldId id="947"/>
            <p14:sldId id="957"/>
            <p14:sldId id="948"/>
            <p14:sldId id="946"/>
            <p14:sldId id="942"/>
            <p14:sldId id="943"/>
            <p14:sldId id="949"/>
            <p14:sldId id="950"/>
            <p14:sldId id="945"/>
            <p14:sldId id="944"/>
            <p14:sldId id="955"/>
            <p14:sldId id="956"/>
            <p14:sldId id="952"/>
            <p14:sldId id="953"/>
            <p14:sldId id="954"/>
            <p14:sldId id="958"/>
            <p14:sldId id="959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Ижарага сатып алуу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39906" y="3044279"/>
            <a:ext cx="8626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500</a:t>
            </a:r>
            <a:r>
              <a:rPr lang="en-US" sz="4400" dirty="0"/>
              <a:t>$</a:t>
            </a:r>
            <a:r>
              <a:rPr lang="ru-RU" sz="4400" dirty="0"/>
              <a:t> телефон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D1DD9-94C8-8334-199A-74DB7DDBB9D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7474" y="3044279"/>
            <a:ext cx="9571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ноутбук үчүн 12 айлык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357F7-8063-FBA9-0FE3-D4A20B5BB9A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9960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61004" y="2705725"/>
            <a:ext cx="69840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18 бөлүктөн турган</a:t>
            </a:r>
          </a:p>
          <a:p>
            <a:pPr algn="ctr"/>
            <a:r>
              <a:rPr lang="ky-KG" sz="4400" dirty="0"/>
              <a:t> планшет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AC9DA-6157-8961-5327-A98BB486C4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71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95277" y="3044279"/>
            <a:ext cx="8515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dirty="0"/>
              <a:t>ПК</a:t>
            </a:r>
            <a:r>
              <a:rPr lang="en-GB" sz="4400" dirty="0"/>
              <a:t> </a:t>
            </a:r>
            <a:r>
              <a:rPr lang="ky-KG" sz="4400" dirty="0"/>
              <a:t>үчүн 2 жылдык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17792-2A37-F827-0CF4-7021FE53E26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915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38905" y="3044279"/>
            <a:ext cx="6828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депозитсиз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0E3AB-8412-55D0-DD14-204F55ECFF9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53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41036" y="2705725"/>
            <a:ext cx="74239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400</a:t>
            </a:r>
            <a:r>
              <a:rPr lang="en-US" sz="4400" dirty="0"/>
              <a:t> $</a:t>
            </a:r>
            <a:r>
              <a:rPr lang="ru-RU" sz="4400" dirty="0"/>
              <a:t> ноутбук үчүн депозит </a:t>
            </a:r>
          </a:p>
          <a:p>
            <a:pPr algn="ctr"/>
            <a:r>
              <a:rPr lang="ru-RU" sz="4400" dirty="0"/>
              <a:t>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31578-4E05-BE4F-F2E8-27A8C2D2FD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559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87626" y="2705725"/>
            <a:ext cx="8930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…80 </a:t>
            </a:r>
            <a:r>
              <a:rPr lang="en-US" sz="4400" dirty="0"/>
              <a:t>$ </a:t>
            </a:r>
            <a:r>
              <a:rPr lang="ru-RU" sz="4400" dirty="0"/>
              <a:t>депозит </a:t>
            </a:r>
          </a:p>
          <a:p>
            <a:pPr algn="ctr"/>
            <a:r>
              <a:rPr lang="ru-RU" sz="4400" dirty="0"/>
              <a:t>менен телевизор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9B8A9-5E6C-E151-CE8B-557B719D97D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78103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8434" y="2367171"/>
            <a:ext cx="966918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ар бир айлык төлөм</a:t>
            </a:r>
            <a:r>
              <a:rPr lang="en-US" sz="4400" dirty="0"/>
              <a:t>,</a:t>
            </a:r>
            <a:r>
              <a:rPr lang="ru-RU" sz="4400" dirty="0"/>
              <a:t>депозит менен </a:t>
            </a:r>
            <a:endParaRPr lang="en-US" sz="4400" dirty="0"/>
          </a:p>
          <a:p>
            <a:pPr algn="ctr"/>
            <a:r>
              <a:rPr lang="ru-RU" sz="4400" dirty="0"/>
              <a:t>бирдей болгон велосипед </a:t>
            </a:r>
            <a:endParaRPr lang="en-US" sz="4400" dirty="0"/>
          </a:p>
          <a:p>
            <a:pPr algn="ctr"/>
            <a:r>
              <a:rPr lang="ru-RU" sz="4400" dirty="0"/>
              <a:t>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FEA88-71D6-74B4-5581-7CFD73FF1F4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02921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2722" y="2367171"/>
            <a:ext cx="788062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…муздаткыч үчүн төлөм планы, </a:t>
            </a:r>
            <a:endParaRPr lang="en-US" sz="4400" dirty="0"/>
          </a:p>
          <a:p>
            <a:pPr algn="ctr"/>
            <a:r>
              <a:rPr lang="ky-KG" sz="4400" dirty="0"/>
              <a:t>анда депозит ай сайын </a:t>
            </a:r>
            <a:endParaRPr lang="en-US" sz="4400" dirty="0"/>
          </a:p>
          <a:p>
            <a:pPr algn="ctr"/>
            <a:r>
              <a:rPr lang="ky-KG" sz="4400" dirty="0"/>
              <a:t>бөлүп төлөөдөн эки эсе кымбат.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474C8-146B-EF64-5CF5-D21F9BE3B75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402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5802" y="3044279"/>
            <a:ext cx="79544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…0% пайыз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C74BF-7A82-234C-A75A-B3D8E83514B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387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0535" y="3044279"/>
            <a:ext cx="8024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…20% үстөк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5A460-31F9-2C24-0F81-48A6393FDB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1818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0535" y="3044279"/>
            <a:ext cx="8024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…15% үстөк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21470-96E7-83A8-5A4E-25958DA4E91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96304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6429" y="2367171"/>
            <a:ext cx="90532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...алгачкы наркынан 100</a:t>
            </a:r>
            <a:r>
              <a:rPr lang="en-US" sz="4400" dirty="0"/>
              <a:t>$</a:t>
            </a:r>
            <a:r>
              <a:rPr lang="ky-KG" sz="4400" dirty="0"/>
              <a:t> </a:t>
            </a:r>
          </a:p>
          <a:p>
            <a:pPr algn="ctr"/>
            <a:r>
              <a:rPr lang="ky-KG" sz="4400" dirty="0"/>
              <a:t>кымбат болгон меш(нан бышыргыч) </a:t>
            </a:r>
          </a:p>
          <a:p>
            <a:pPr algn="ctr"/>
            <a:r>
              <a:rPr lang="ky-KG" sz="4400" dirty="0"/>
              <a:t>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A9C5B-768F-843C-E16A-E7AE4A9FE20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36863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85474" y="2367171"/>
            <a:ext cx="87351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...алгачкы наркынан 10% </a:t>
            </a:r>
          </a:p>
          <a:p>
            <a:pPr algn="ctr"/>
            <a:r>
              <a:rPr lang="ru-RU" sz="4400" dirty="0"/>
              <a:t>кымбат телефон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AF7AF-8FD1-B3C8-ED35-B8BE12AD371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81817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87753" y="2367171"/>
            <a:ext cx="89305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...алгачкы наркынан </a:t>
            </a:r>
          </a:p>
          <a:p>
            <a:pPr algn="ctr"/>
            <a:r>
              <a:rPr lang="ky-KG" sz="4400" dirty="0"/>
              <a:t>20% кымбат унаа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9C72D-4056-78A5-D179-C57531A1B4B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47119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44154" y="2367171"/>
            <a:ext cx="90177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…Муздаткыч үчүн төлөм планы,</a:t>
            </a:r>
          </a:p>
          <a:p>
            <a:pPr algn="ctr"/>
            <a:r>
              <a:rPr lang="ky-KG" sz="4400" dirty="0"/>
              <a:t> ал баштапкы баасынан 15% кымбат.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14C9D-EFA3-92FF-2C07-8561F71CD46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159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69459" y="2028616"/>
            <a:ext cx="91671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15% депозити бар жана алдын ала </a:t>
            </a:r>
          </a:p>
          <a:p>
            <a:pPr algn="ctr"/>
            <a:r>
              <a:rPr lang="ru-RU" sz="4400" dirty="0"/>
              <a:t>наркынан 8% кымбат болгон </a:t>
            </a:r>
          </a:p>
          <a:p>
            <a:pPr algn="ctr"/>
            <a:r>
              <a:rPr lang="ru-RU" sz="4400" dirty="0"/>
              <a:t>компьютер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1641A-F698-161E-4707-88C2991E033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17808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39133" y="1690062"/>
            <a:ext cx="802783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10% депозити бар, баштапкы </a:t>
            </a:r>
          </a:p>
          <a:p>
            <a:pPr algn="ctr"/>
            <a:r>
              <a:rPr lang="ky-KG" sz="4400" dirty="0"/>
              <a:t>наркынан 20%  кымбат жана 5% </a:t>
            </a:r>
          </a:p>
          <a:p>
            <a:pPr algn="ctr"/>
            <a:r>
              <a:rPr lang="ky-KG" sz="4400" dirty="0"/>
              <a:t>кем эмес пайыздык </a:t>
            </a:r>
          </a:p>
          <a:p>
            <a:pPr algn="ctr"/>
            <a:r>
              <a:rPr lang="ky-KG" sz="4400" dirty="0"/>
              <a:t>ченге ээ болгон унаа үчүн </a:t>
            </a:r>
          </a:p>
          <a:p>
            <a:pPr algn="ctr"/>
            <a:r>
              <a:rPr lang="ky-KG" sz="4400" dirty="0"/>
              <a:t>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5DB81-14E1-D351-BD27-9D256DDD249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15357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10438</TotalTime>
  <Words>367</Words>
  <Application>Microsoft Office PowerPoint</Application>
  <PresentationFormat>A4 Paper (210x297 mm)</PresentationFormat>
  <Paragraphs>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2024-09-16T16:05:41Z</dcterms:modified>
</cp:coreProperties>
</file>