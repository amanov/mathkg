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29"/>
  </p:notesMasterIdLst>
  <p:sldIdLst>
    <p:sldId id="974" r:id="rId2"/>
    <p:sldId id="831" r:id="rId3"/>
    <p:sldId id="976" r:id="rId4"/>
    <p:sldId id="940" r:id="rId5"/>
    <p:sldId id="843" r:id="rId6"/>
    <p:sldId id="977" r:id="rId7"/>
    <p:sldId id="941" r:id="rId8"/>
    <p:sldId id="978" r:id="rId9"/>
    <p:sldId id="942" r:id="rId10"/>
    <p:sldId id="979" r:id="rId11"/>
    <p:sldId id="943" r:id="rId12"/>
    <p:sldId id="980" r:id="rId13"/>
    <p:sldId id="944" r:id="rId14"/>
    <p:sldId id="981" r:id="rId15"/>
    <p:sldId id="945" r:id="rId16"/>
    <p:sldId id="982" r:id="rId17"/>
    <p:sldId id="946" r:id="rId18"/>
    <p:sldId id="983" r:id="rId19"/>
    <p:sldId id="947" r:id="rId20"/>
    <p:sldId id="984" r:id="rId21"/>
    <p:sldId id="948" r:id="rId22"/>
    <p:sldId id="985" r:id="rId23"/>
    <p:sldId id="949" r:id="rId24"/>
    <p:sldId id="986" r:id="rId25"/>
    <p:sldId id="950" r:id="rId26"/>
    <p:sldId id="833" r:id="rId27"/>
    <p:sldId id="987" r:id="rId28"/>
  </p:sldIdLst>
  <p:sldSz cx="9906000" cy="6858000" type="A4"/>
  <p:notesSz cx="6669088" cy="9926638"/>
  <p:embeddedFontLst>
    <p:embeddedFont>
      <p:font typeface="Berlin Sans FB Demi" panose="020E0802020502020306" pitchFamily="34" charset="0"/>
      <p:bold r:id="rId30"/>
    </p:embeddedFont>
    <p:embeddedFont>
      <p:font typeface="Bernard MT Condensed" panose="02050806060905020404" pitchFamily="18" charset="0"/>
      <p:regular r:id="rId31"/>
    </p:embeddedFont>
    <p:embeddedFont>
      <p:font typeface="Cambria Math" panose="02040503050406030204" pitchFamily="18" charset="0"/>
      <p:regular r:id="rId3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CBAD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-11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07/05/2024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jp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png"/><Relationship Id="rId4" Type="http://schemas.openxmlformats.org/officeDocument/2006/relationships/image" Target="../media/image4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png"/><Relationship Id="rId4" Type="http://schemas.openxmlformats.org/officeDocument/2006/relationships/image" Target="../media/image4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png"/><Relationship Id="rId4" Type="http://schemas.openxmlformats.org/officeDocument/2006/relationships/image" Target="../media/image4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2.png"/><Relationship Id="rId4" Type="http://schemas.openxmlformats.org/officeDocument/2006/relationships/image" Target="../media/image4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3.png"/><Relationship Id="rId4" Type="http://schemas.openxmlformats.org/officeDocument/2006/relationships/image" Target="../media/image4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4.png"/><Relationship Id="rId4" Type="http://schemas.openxmlformats.org/officeDocument/2006/relationships/image" Target="../media/image4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5.png"/><Relationship Id="rId4" Type="http://schemas.openxmlformats.org/officeDocument/2006/relationships/image" Target="../media/image4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image" Target="../media/image4.jp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1" y="1904919"/>
            <a:ext cx="990600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 орундуу ондуктар – кошуу жана кемитүү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– Жыдымай!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суроолорго эң тез жооп берүү үчүн мелдешет (бирге бир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командалары менен, өз орундарында же алдыңкы орунда).</a:t>
            </a:r>
          </a:p>
          <a:p>
            <a:pPr marL="342900" marR="0" lvl="0" indent="-342900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доскага же өз дептерге жазып корсото алышат.</a:t>
            </a:r>
          </a:p>
          <a:p>
            <a:pPr marL="342900" marR="0" lvl="0" indent="-342900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Өтө татаал/жеңил суроо слайддарын алдын ала өчүрүп салыңыз.</a:t>
            </a:r>
          </a:p>
          <a:p>
            <a:pPr marL="342900" marR="0" lvl="0" indent="-342900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Музыканы баштоо үчүн каалаган жерди чыкылдатыңыз, андан кийин суроону көрсөтүү үчүн "Өттү" чыкылдатыңыз, анан жоопту көрсөтүү үчүн кайра басыңыз.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C7BD33-7F93-409E-A7C6-9D40C1AB016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1924" y="5600147"/>
            <a:ext cx="938974" cy="93897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2D2E104-4597-4DDF-B563-3C40DEA17797}"/>
              </a:ext>
            </a:extLst>
          </p:cNvPr>
          <p:cNvSpPr/>
          <p:nvPr/>
        </p:nvSpPr>
        <p:spPr>
          <a:xfrm>
            <a:off x="3024659" y="5856140"/>
            <a:ext cx="38566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үн бар!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DA6E8381-F74F-ACA7-E535-4ACA0F07CCFB}"/>
              </a:ext>
            </a:extLst>
          </p:cNvPr>
          <p:cNvSpPr txBox="1">
            <a:spLocks/>
          </p:cNvSpPr>
          <p:nvPr/>
        </p:nvSpPr>
        <p:spPr>
          <a:xfrm>
            <a:off x="0" y="221873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285100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5585FB2B-39FD-4723-8079-C4EA7B000B97}"/>
              </a:ext>
            </a:extLst>
          </p:cNvPr>
          <p:cNvGrpSpPr/>
          <p:nvPr/>
        </p:nvGrpSpPr>
        <p:grpSpPr>
          <a:xfrm>
            <a:off x="-744931" y="965566"/>
            <a:ext cx="11560506" cy="2304689"/>
            <a:chOff x="-744931" y="2289005"/>
            <a:chExt cx="11560506" cy="2304689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BACE1698-B04E-47BD-84A0-931C2125C107}"/>
                </a:ext>
              </a:extLst>
            </p:cNvPr>
            <p:cNvSpPr/>
            <p:nvPr/>
          </p:nvSpPr>
          <p:spPr>
            <a:xfrm>
              <a:off x="907898" y="2338806"/>
              <a:ext cx="8722208" cy="2254888"/>
            </a:xfrm>
            <a:prstGeom prst="roundRect">
              <a:avLst/>
            </a:prstGeom>
            <a:blipFill>
              <a:blip r:embed="rId4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FEFA718-BA57-4C22-967C-DA711B22D315}"/>
                </a:ext>
              </a:extLst>
            </p:cNvPr>
            <p:cNvSpPr/>
            <p:nvPr/>
          </p:nvSpPr>
          <p:spPr>
            <a:xfrm>
              <a:off x="-744931" y="2289005"/>
              <a:ext cx="11560506" cy="156966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kumimoji="0" lang="ky-KG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Жыдымай</a:t>
              </a:r>
              <a:r>
                <a:rPr kumimoji="0" lang="en-US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 !</a:t>
              </a:r>
              <a:endParaRPr lang="en-US" sz="16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F0D5EEEE-4088-4440-8CA7-8122FC719F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3413412" y="2260816"/>
            <a:ext cx="948538" cy="10963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493708B-EB60-4993-AE99-63613F7295D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613605" y="654005"/>
            <a:ext cx="948538" cy="109639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8425AD7-3E4B-472E-A82B-E616ADCEE83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7297521" y="782122"/>
            <a:ext cx="948538" cy="1096391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562BA6A-7F52-46D5-9A8E-A4E9CA88D29F}"/>
              </a:ext>
            </a:extLst>
          </p:cNvPr>
          <p:cNvSpPr/>
          <p:nvPr/>
        </p:nvSpPr>
        <p:spPr>
          <a:xfrm>
            <a:off x="489438" y="3662481"/>
            <a:ext cx="8927124" cy="2646878"/>
          </a:xfrm>
          <a:prstGeom prst="roundRect">
            <a:avLst/>
          </a:prstGeom>
          <a:blipFill>
            <a:blip r:embed="rId4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8000" b="1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nard MT Condensed" panose="02050806060905020404" pitchFamily="18" charset="0"/>
              </a:rPr>
              <a:t>Кошуу &amp; Кемитүү</a:t>
            </a:r>
            <a:endParaRPr lang="en-US" sz="4400" b="1" dirty="0">
              <a:ln w="38100">
                <a:solidFill>
                  <a:schemeClr val="tx1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7073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35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4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4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562BA6A-7F52-46D5-9A8E-A4E9CA88D29F}"/>
              </a:ext>
            </a:extLst>
          </p:cNvPr>
          <p:cNvSpPr/>
          <p:nvPr/>
        </p:nvSpPr>
        <p:spPr>
          <a:xfrm>
            <a:off x="594574" y="2209772"/>
            <a:ext cx="8716852" cy="2554545"/>
          </a:xfrm>
          <a:prstGeom prst="roundRect">
            <a:avLst/>
          </a:prstGeom>
          <a:blipFill>
            <a:blip r:embed="rId2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20C8FFC-32B9-46EA-B931-685CF455866B}"/>
              </a:ext>
            </a:extLst>
          </p:cNvPr>
          <p:cNvSpPr/>
          <p:nvPr/>
        </p:nvSpPr>
        <p:spPr>
          <a:xfrm>
            <a:off x="349876" y="2151727"/>
            <a:ext cx="9206248" cy="2308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nard MT Condensed" panose="02050806060905020404" pitchFamily="18" charset="0"/>
                <a:ea typeface="+mn-ea"/>
                <a:cs typeface="+mn-cs"/>
              </a:rPr>
              <a:t>Туура жооп = 1 упай</a:t>
            </a:r>
            <a:endParaRPr kumimoji="0" lang="en-US" sz="7200" b="1" i="0" u="none" strike="noStrike" kern="1200" cap="none" spc="0" normalizeH="0" baseline="0" noProof="0" dirty="0">
              <a:ln w="38100">
                <a:solidFill>
                  <a:prstClr val="black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Bernard MT Condensed" panose="02050806060905020404" pitchFamily="18" charset="0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nard MT Condensed" panose="02050806060905020404" pitchFamily="18" charset="0"/>
                <a:ea typeface="+mn-ea"/>
                <a:cs typeface="+mn-cs"/>
              </a:rPr>
              <a:t>Эң тез! = 1 упай</a:t>
            </a:r>
            <a:endParaRPr kumimoji="0" lang="en-US" sz="7200" b="1" i="0" u="none" strike="noStrike" kern="1200" cap="none" spc="0" normalizeH="0" baseline="0" noProof="0" dirty="0">
              <a:ln w="38100">
                <a:solidFill>
                  <a:prstClr val="black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Berlin Sans FB Demi" panose="020E0802020502020306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4897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Даярсызбы?</a:t>
              </a:r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  <a:p>
              <a:pPr algn="ctr"/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ru-RU" sz="8000" b="1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lin Sans FB Demi" panose="020E0802020502020306" pitchFamily="34" charset="0"/>
                </a:rPr>
                <a:t>Кеттик</a:t>
              </a:r>
              <a:endParaRPr lang="en-US" sz="80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73602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3.8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07596684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2.3+1.5=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07596684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804916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9309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6.8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01701200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2.2+4.6=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01701200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969052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36821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1.3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22602924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4.8−3.5=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22602924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80211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37268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6.1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60626739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7.5−1.4=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60626739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176139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50863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4.5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06603180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2.7+1.8=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06603180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010707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98570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9.6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39704599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3.7+5.9=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39704599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631645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65431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0.5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27150620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2.3−1.8=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27150620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588631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80532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5.2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98135415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0.7+4.5=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98135415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986114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96418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0.8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72031217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6.3−5.5=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72031217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703395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92107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9.5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42287988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5.8+3.7=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42287988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98018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8267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1.4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0951038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6.2−4.8=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0951038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678424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979468"/>
            <a:ext cx="9240883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1381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8372</TotalTime>
  <Words>203</Words>
  <Application>Microsoft Office PowerPoint</Application>
  <PresentationFormat>A4 Paper (210x297 mm)</PresentationFormat>
  <Paragraphs>71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Cambria Math</vt:lpstr>
      <vt:lpstr>Bernard MT Condensed</vt:lpstr>
      <vt:lpstr>Calibri</vt:lpstr>
      <vt:lpstr>Berlin Sans FB Demi</vt:lpstr>
      <vt:lpstr>Arial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361</cp:revision>
  <cp:lastPrinted>2017-12-31T22:38:51Z</cp:lastPrinted>
  <dcterms:created xsi:type="dcterms:W3CDTF">2017-01-17T16:57:04Z</dcterms:created>
  <dcterms:modified xsi:type="dcterms:W3CDTF">2024-05-07T05:58:49Z</dcterms:modified>
</cp:coreProperties>
</file>