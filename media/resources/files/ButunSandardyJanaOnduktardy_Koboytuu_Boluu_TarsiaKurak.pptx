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0" r:id="rId2"/>
    <p:sldId id="281" r:id="rId3"/>
    <p:sldId id="941" r:id="rId4"/>
    <p:sldId id="939" r:id="rId5"/>
    <p:sldId id="833" r:id="rId6"/>
    <p:sldId id="834" r:id="rId7"/>
    <p:sldId id="942" r:id="rId8"/>
  </p:sldIdLst>
  <p:sldSz cx="9906000" cy="6858000" type="A4"/>
  <p:notesSz cx="6669088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3F55B2B1-352C-4C31-A259-67010074E4C5}">
          <p14:sldIdLst>
            <p14:sldId id="940"/>
            <p14:sldId id="281"/>
          </p14:sldIdLst>
        </p14:section>
        <p14:section name="Титулдук слайд" id="{5B93C322-4391-4A37-A011-E66AC5EEC6C8}">
          <p14:sldIdLst>
            <p14:sldId id="941"/>
          </p14:sldIdLst>
        </p14:section>
        <p14:section name="Толук бет курак" id="{531F805A-1DCC-40B3-8FB9-6E08FCFE2E5B}">
          <p14:sldIdLst>
            <p14:sldId id="939"/>
          </p14:sldIdLst>
        </p14:section>
        <p14:section name="Жарым бет курак" id="{5DF08072-BA7F-4529-9AD7-1EC420FF613B}">
          <p14:sldIdLst>
            <p14:sldId id="833"/>
          </p14:sldIdLst>
        </p14:section>
        <p14:section name="Жообу" id="{56223EB8-1375-4DC7-8A6D-5C55890171F0}">
          <p14:sldIdLst>
            <p14:sldId id="834"/>
          </p14:sldIdLst>
        </p14:section>
        <p14:section name="Кайтарым байланыш" id="{09321E3B-DF6D-463F-B0B7-51F1A49F3708}">
          <p14:sldIdLst>
            <p14:sldId id="94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28/08/2024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8/28/2024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61283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Ондуктар – бүтүн сандар менен – </a:t>
            </a:r>
            <a:r>
              <a:rPr kumimoji="0" lang="ru-RU" sz="2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- Көбөйтүү жана бөлүү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Тарсиа Курак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даярдаоган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46777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450563" y="658443"/>
            <a:ext cx="35468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Үч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бурчтуктарды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бөлүп кесип алгыла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339942" y="1959557"/>
            <a:ext cx="32080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 Көнүгүүлөр топтомун чыгаргыла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A653419-FF80-4F31-1C8C-2831189F26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AAFED3-F904-BFF7-AFAD-D47A676CDAB5}"/>
              </a:ext>
            </a:extLst>
          </p:cNvPr>
          <p:cNvSpPr txBox="1"/>
          <p:nvPr/>
        </p:nvSpPr>
        <p:spPr>
          <a:xfrm>
            <a:off x="588816" y="3113031"/>
            <a:ext cx="37905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Сиз баш катырманы 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4444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19" y="0"/>
            <a:ext cx="4881311" cy="676656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8079" y="0"/>
            <a:ext cx="4881311" cy="6766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/>
          <p:cNvGrpSpPr/>
          <p:nvPr/>
        </p:nvGrpSpPr>
        <p:grpSpPr>
          <a:xfrm rot="16200000">
            <a:off x="-1027139" y="1067779"/>
            <a:ext cx="6817360" cy="4722440"/>
            <a:chOff x="71119" y="0"/>
            <a:chExt cx="9768271" cy="6766560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119" y="0"/>
              <a:ext cx="4881311" cy="6766560"/>
            </a:xfrm>
            <a:prstGeom prst="rect">
              <a:avLst/>
            </a:prstGeom>
          </p:spPr>
        </p:pic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58079" y="0"/>
              <a:ext cx="4881311" cy="6766560"/>
            </a:xfrm>
            <a:prstGeom prst="rect">
              <a:avLst/>
            </a:prstGeom>
          </p:spPr>
        </p:pic>
      </p:grpSp>
      <p:grpSp>
        <p:nvGrpSpPr>
          <p:cNvPr id="6" name="Group 5"/>
          <p:cNvGrpSpPr/>
          <p:nvPr/>
        </p:nvGrpSpPr>
        <p:grpSpPr>
          <a:xfrm rot="16200000">
            <a:off x="4063021" y="1067779"/>
            <a:ext cx="6817360" cy="4722440"/>
            <a:chOff x="71119" y="0"/>
            <a:chExt cx="9768271" cy="6766560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119" y="0"/>
              <a:ext cx="4881311" cy="6766560"/>
            </a:xfrm>
            <a:prstGeom prst="rect">
              <a:avLst/>
            </a:prstGeom>
          </p:spPr>
        </p:pic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58079" y="0"/>
              <a:ext cx="4881311" cy="67665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825" y="28575"/>
            <a:ext cx="7877175" cy="682942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B080AB-A631-512C-797D-6EB4030CD8F1}"/>
              </a:ext>
            </a:extLst>
          </p:cNvPr>
          <p:cNvSpPr/>
          <p:nvPr/>
        </p:nvSpPr>
        <p:spPr>
          <a:xfrm>
            <a:off x="112381" y="186267"/>
            <a:ext cx="4182528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8362</TotalTime>
  <Words>155</Words>
  <Application>Microsoft Office PowerPoint</Application>
  <PresentationFormat>A4 Paper (210x297 mm)</PresentationFormat>
  <Paragraphs>34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</vt:lpstr>
      <vt:lpstr>Calibri Light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360</cp:revision>
  <cp:lastPrinted>2024-08-28T10:28:10Z</cp:lastPrinted>
  <dcterms:created xsi:type="dcterms:W3CDTF">2017-01-17T16:57:04Z</dcterms:created>
  <dcterms:modified xsi:type="dcterms:W3CDTF">2024-08-28T10:30:03Z</dcterms:modified>
</cp:coreProperties>
</file>