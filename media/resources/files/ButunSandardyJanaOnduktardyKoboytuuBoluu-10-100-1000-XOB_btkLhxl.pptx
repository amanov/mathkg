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8EE8D9A-AEFC-4178-A194-E5C8725C08ED}">
          <p14:sldIdLst>
            <p14:sldId id="947"/>
          </p14:sldIdLst>
        </p14:section>
        <p14:section name="Титулдук слайд" id="{1F8A3DEB-73A0-408E-A812-F81D3AB7BBB1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атуу үчүн" id="{627A7875-ACBC-4333-B580-4A1285613FDF}">
          <p14:sldIdLst>
            <p14:sldId id="946"/>
          </p14:sldIdLst>
        </p14:section>
        <p14:section name="Кайтарым байланыш" id="{67B4723F-B7CB-4A70-B32D-F62A197EF42E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444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көбөйтүү жана бөлүү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611646" y="1186222"/>
            <a:ext cx="6707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b="1" dirty="0">
                <a:latin typeface="Comic Sans MS" panose="030F0702030302020204" pitchFamily="66" charset="0"/>
              </a:rPr>
              <a:t>10, 100,1000 көбөйтүү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26829" y="1955663"/>
            <a:ext cx="6860294" cy="4813069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8FCF007-48D9-E949-3749-3821B52E9DB5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2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E87F4-67AE-32B2-1B7F-996041691C70}"/>
              </a:ext>
            </a:extLst>
          </p:cNvPr>
          <p:cNvSpPr txBox="1"/>
          <p:nvPr/>
        </p:nvSpPr>
        <p:spPr>
          <a:xfrm>
            <a:off x="624994" y="818928"/>
            <a:ext cx="2138726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1,02 × 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CFE6E-1CCA-5F3A-004A-F16E7D393DE2}"/>
              </a:ext>
            </a:extLst>
          </p:cNvPr>
          <p:cNvSpPr txBox="1"/>
          <p:nvPr/>
        </p:nvSpPr>
        <p:spPr>
          <a:xfrm>
            <a:off x="3886778" y="818928"/>
            <a:ext cx="213872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670,8 ÷ 100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C22C8-61F9-D483-703C-F6EDD1AE63EE}"/>
              </a:ext>
            </a:extLst>
          </p:cNvPr>
          <p:cNvSpPr txBox="1"/>
          <p:nvPr/>
        </p:nvSpPr>
        <p:spPr>
          <a:xfrm>
            <a:off x="7403632" y="818928"/>
            <a:ext cx="172194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5,9 ÷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8149C-E7A1-ED19-1FD1-F690D5A63C7B}"/>
              </a:ext>
            </a:extLst>
          </p:cNvPr>
          <p:cNvSpPr txBox="1"/>
          <p:nvPr/>
        </p:nvSpPr>
        <p:spPr>
          <a:xfrm>
            <a:off x="325235" y="3147375"/>
            <a:ext cx="2738250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 × 100 ×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22D5C-2730-1860-45DC-2B3658511438}"/>
              </a:ext>
            </a:extLst>
          </p:cNvPr>
          <p:cNvSpPr txBox="1"/>
          <p:nvPr/>
        </p:nvSpPr>
        <p:spPr>
          <a:xfrm>
            <a:off x="3583879" y="3147375"/>
            <a:ext cx="2738250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 × 10 ÷ 1000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E2372-F1DB-B179-7D8E-BAC0E5E58FA3}"/>
              </a:ext>
            </a:extLst>
          </p:cNvPr>
          <p:cNvSpPr txBox="1"/>
          <p:nvPr/>
        </p:nvSpPr>
        <p:spPr>
          <a:xfrm>
            <a:off x="7087907" y="3147375"/>
            <a:ext cx="2347117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100,7 × 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82782-6765-0A89-EC54-6F704DF65594}"/>
              </a:ext>
            </a:extLst>
          </p:cNvPr>
          <p:cNvSpPr txBox="1"/>
          <p:nvPr/>
        </p:nvSpPr>
        <p:spPr>
          <a:xfrm>
            <a:off x="677092" y="5548871"/>
            <a:ext cx="2034531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9000 ÷ 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A6A2C-615A-BAAF-7B0B-BCB80DC546E7}"/>
              </a:ext>
            </a:extLst>
          </p:cNvPr>
          <p:cNvSpPr txBox="1"/>
          <p:nvPr/>
        </p:nvSpPr>
        <p:spPr>
          <a:xfrm>
            <a:off x="3531778" y="5548871"/>
            <a:ext cx="284244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÷ 100 ÷ 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7E74A-1EA5-1A73-9C42-F949FB967CD5}"/>
              </a:ext>
            </a:extLst>
          </p:cNvPr>
          <p:cNvSpPr txBox="1"/>
          <p:nvPr/>
        </p:nvSpPr>
        <p:spPr>
          <a:xfrm>
            <a:off x="7087907" y="5548871"/>
            <a:ext cx="2347117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0,056 × 1000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181145-3A93-9FBE-5452-3AE34084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74" y="0"/>
            <a:ext cx="9369451" cy="652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52567F4-4681-9EAF-EFCA-BDBC8571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37715" cy="33563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1B0B73-67A5-6D9F-47F4-9016E3477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85" y="0"/>
            <a:ext cx="4837715" cy="3356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4D37D3-D4A3-D3E2-08CF-6DFF67E6C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501691"/>
            <a:ext cx="4837715" cy="33563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B6BB84-E541-BD76-24F2-C0730BD9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85" y="3501691"/>
            <a:ext cx="4837715" cy="335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162</Words>
  <Application>Microsoft Office PowerPoint</Application>
  <PresentationFormat>A4 Paper (210x297 mm)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384</cp:revision>
  <cp:lastPrinted>2017-12-31T22:38:51Z</cp:lastPrinted>
  <dcterms:created xsi:type="dcterms:W3CDTF">2017-01-17T16:57:04Z</dcterms:created>
  <dcterms:modified xsi:type="dcterms:W3CDTF">2024-08-25T14:56:34Z</dcterms:modified>
</cp:coreProperties>
</file>