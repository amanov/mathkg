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8" r:id="rId4"/>
    <p:sldId id="947" r:id="rId5"/>
    <p:sldId id="949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Оз алдынча иштоо баракчалары" id="{A78D9305-6AAE-4715-A210-52F6908F30F7}">
          <p14:sldIdLst>
            <p14:sldId id="949"/>
          </p14:sldIdLst>
        </p14:section>
        <p14:section name="mathkgz" id="{F3D720CF-F566-46A6-9361-125255B68FA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09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98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ондуктарды көбөйтүү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1041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104154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0,3  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0,7 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0,7  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0,8 × 4  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6 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2,4 × 2  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2,6  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0,3 × 0,3  =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0,5 × 0,7 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0,5  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0,3  =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1,6  =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1,3 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1,1 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0,7  =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 × 1,8  =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0,16 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1,6 × 0,05  =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 × 0,15  =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1,24 × 0,6  =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2,21 × 3,5  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8C015-1E7E-81D5-D770-5BBA4B66BAF9}"/>
              </a:ext>
            </a:extLst>
          </p:cNvPr>
          <p:cNvSpPr txBox="1"/>
          <p:nvPr/>
        </p:nvSpPr>
        <p:spPr>
          <a:xfrm>
            <a:off x="675537" y="139480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33020-BFFA-BB56-C23E-B39659491B5B}"/>
              </a:ext>
            </a:extLst>
          </p:cNvPr>
          <p:cNvSpPr txBox="1"/>
          <p:nvPr/>
        </p:nvSpPr>
        <p:spPr>
          <a:xfrm>
            <a:off x="7774606" y="1496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34ECF-28B3-B1D5-62FE-542E4FF1941C}"/>
              </a:ext>
            </a:extLst>
          </p:cNvPr>
          <p:cNvSpPr txBox="1"/>
          <p:nvPr/>
        </p:nvSpPr>
        <p:spPr>
          <a:xfrm>
            <a:off x="2524008" y="139479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10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0,3 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51E2D-9CE0-96A4-F4E8-6BF8CD855EDD}"/>
              </a:ext>
            </a:extLst>
          </p:cNvPr>
          <p:cNvSpPr txBox="1"/>
          <p:nvPr/>
        </p:nvSpPr>
        <p:spPr>
          <a:xfrm>
            <a:off x="2108802" y="133764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0,7  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1F4EF-8A4E-951E-0748-3BC988782256}"/>
              </a:ext>
            </a:extLst>
          </p:cNvPr>
          <p:cNvSpPr txBox="1"/>
          <p:nvPr/>
        </p:nvSpPr>
        <p:spPr>
          <a:xfrm>
            <a:off x="2108802" y="2119040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0,7 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1E3D-48B8-3DB8-76EB-BA22A3408404}"/>
              </a:ext>
            </a:extLst>
          </p:cNvPr>
          <p:cNvSpPr txBox="1"/>
          <p:nvPr/>
        </p:nvSpPr>
        <p:spPr>
          <a:xfrm>
            <a:off x="2108802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0,8 × 4  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ACA52D-618B-B4CB-2737-FE35D2229A7A}"/>
              </a:ext>
            </a:extLst>
          </p:cNvPr>
          <p:cNvSpPr txBox="1"/>
          <p:nvPr/>
        </p:nvSpPr>
        <p:spPr>
          <a:xfrm>
            <a:off x="2108802" y="368183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6  =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467CBD-2EC5-36F2-4B27-D0E41893A5F2}"/>
              </a:ext>
            </a:extLst>
          </p:cNvPr>
          <p:cNvSpPr txBox="1"/>
          <p:nvPr/>
        </p:nvSpPr>
        <p:spPr>
          <a:xfrm>
            <a:off x="2108802" y="4463228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2,4 × 2 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A0EF0-3C5F-1E01-B065-D8FB09F1CC76}"/>
              </a:ext>
            </a:extLst>
          </p:cNvPr>
          <p:cNvSpPr txBox="1"/>
          <p:nvPr/>
        </p:nvSpPr>
        <p:spPr>
          <a:xfrm>
            <a:off x="2108802" y="524462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2,6  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C3EEB-0762-69E0-162D-162A9AA1FF3E}"/>
              </a:ext>
            </a:extLst>
          </p:cNvPr>
          <p:cNvSpPr txBox="1"/>
          <p:nvPr/>
        </p:nvSpPr>
        <p:spPr>
          <a:xfrm>
            <a:off x="2108802" y="602602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0,3 × 0,3 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8B129D-F2AB-2C13-C376-82A0599AD1BF}"/>
              </a:ext>
            </a:extLst>
          </p:cNvPr>
          <p:cNvSpPr txBox="1"/>
          <p:nvPr/>
        </p:nvSpPr>
        <p:spPr>
          <a:xfrm>
            <a:off x="536065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0,5 × 0,7 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F4DCB-F758-60D4-55E2-7390F7062329}"/>
              </a:ext>
            </a:extLst>
          </p:cNvPr>
          <p:cNvSpPr txBox="1"/>
          <p:nvPr/>
        </p:nvSpPr>
        <p:spPr>
          <a:xfrm>
            <a:off x="536065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0,5  =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C587A1-04A9-843D-3E3F-BEE3ECB2F189}"/>
              </a:ext>
            </a:extLst>
          </p:cNvPr>
          <p:cNvSpPr txBox="1"/>
          <p:nvPr/>
        </p:nvSpPr>
        <p:spPr>
          <a:xfrm>
            <a:off x="5425579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0,3  =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F4A5C-3DD0-5AF3-5E1E-B063B52F5C7A}"/>
              </a:ext>
            </a:extLst>
          </p:cNvPr>
          <p:cNvSpPr txBox="1"/>
          <p:nvPr/>
        </p:nvSpPr>
        <p:spPr>
          <a:xfrm>
            <a:off x="536065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1,6 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C70D4-68B9-6F2F-7428-AF4372F87987}"/>
              </a:ext>
            </a:extLst>
          </p:cNvPr>
          <p:cNvSpPr txBox="1"/>
          <p:nvPr/>
        </p:nvSpPr>
        <p:spPr>
          <a:xfrm>
            <a:off x="536065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1,3  =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564E99-E097-ABCE-198A-90761E3048DC}"/>
              </a:ext>
            </a:extLst>
          </p:cNvPr>
          <p:cNvSpPr txBox="1"/>
          <p:nvPr/>
        </p:nvSpPr>
        <p:spPr>
          <a:xfrm>
            <a:off x="5360658" y="524462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1,1  =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B1259-584E-CDE8-1B2E-BA02E1448A80}"/>
              </a:ext>
            </a:extLst>
          </p:cNvPr>
          <p:cNvSpPr txBox="1"/>
          <p:nvPr/>
        </p:nvSpPr>
        <p:spPr>
          <a:xfrm>
            <a:off x="5360658" y="602602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0,7 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A2E61A-5651-80B3-D970-610C0495BB60}"/>
              </a:ext>
            </a:extLst>
          </p:cNvPr>
          <p:cNvSpPr txBox="1"/>
          <p:nvPr/>
        </p:nvSpPr>
        <p:spPr>
          <a:xfrm>
            <a:off x="892681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 × 1,8 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1F75B1-E50E-F5D1-77D0-05FCD78DB874}"/>
              </a:ext>
            </a:extLst>
          </p:cNvPr>
          <p:cNvSpPr txBox="1"/>
          <p:nvPr/>
        </p:nvSpPr>
        <p:spPr>
          <a:xfrm>
            <a:off x="892681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2,52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0,16  =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F8984-BE6C-8F42-8655-0CAABD943C57}"/>
              </a:ext>
            </a:extLst>
          </p:cNvPr>
          <p:cNvSpPr txBox="1"/>
          <p:nvPr/>
        </p:nvSpPr>
        <p:spPr>
          <a:xfrm>
            <a:off x="8861896" y="2900436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0,032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1,6 × 0,05  =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E6CCF0-0650-7084-8289-2215D6C88C03}"/>
              </a:ext>
            </a:extLst>
          </p:cNvPr>
          <p:cNvSpPr txBox="1"/>
          <p:nvPr/>
        </p:nvSpPr>
        <p:spPr>
          <a:xfrm>
            <a:off x="892681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 × 0,15  =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DA7D06-4A3B-8A83-7C76-4809315E15AD}"/>
              </a:ext>
            </a:extLst>
          </p:cNvPr>
          <p:cNvSpPr txBox="1"/>
          <p:nvPr/>
        </p:nvSpPr>
        <p:spPr>
          <a:xfrm>
            <a:off x="892681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1,24 × 0,6  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36D889-0751-5F8F-5201-2F08E3F386B9}"/>
              </a:ext>
            </a:extLst>
          </p:cNvPr>
          <p:cNvSpPr txBox="1"/>
          <p:nvPr/>
        </p:nvSpPr>
        <p:spPr>
          <a:xfrm>
            <a:off x="8861896" y="5244624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0,744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2,21 × 3,5  =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9813FA6-ACE5-2ABF-144F-EC439CDDD214}"/>
              </a:ext>
            </a:extLst>
          </p:cNvPr>
          <p:cNvSpPr txBox="1"/>
          <p:nvPr/>
        </p:nvSpPr>
        <p:spPr>
          <a:xfrm>
            <a:off x="8861896" y="6026022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7,735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E9C49-F8A0-A19A-436A-F5BF4ED6BF5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43B4-DF00-9D5C-0B90-98C767F0C009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D679E-F0C9-90EF-D16B-D9545984005E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 animBg="1"/>
      <p:bldP spid="21" grpId="0" animBg="1"/>
      <p:bldP spid="25" grpId="0" animBg="1"/>
      <p:bldP spid="29" grpId="0" animBg="1"/>
      <p:bldP spid="35" grpId="0" animBg="1"/>
      <p:bldP spid="42" grpId="0" animBg="1"/>
      <p:bldP spid="45" grpId="0" animBg="1"/>
      <p:bldP spid="51" grpId="0" animBg="1"/>
      <p:bldP spid="54" grpId="0" animBg="1"/>
      <p:bldP spid="57" grpId="0" animBg="1"/>
      <p:bldP spid="60" grpId="0" animBg="1"/>
      <p:bldP spid="63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  <p:bldP spid="10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55F51-0465-A83F-B944-B746795B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241895"/>
            <a:ext cx="4611310" cy="3152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0BDE6-DFC8-18B6-1C01-0F5F8E0A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241893"/>
            <a:ext cx="4795520" cy="3152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6A68E-05AC-09F9-8555-B7F193C7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3463525"/>
            <a:ext cx="4611310" cy="327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FB05E-5264-D802-8131-667220BC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3463527"/>
            <a:ext cx="4795520" cy="3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10657</TotalTime>
  <Words>343</Words>
  <Application>Microsoft Office PowerPoint</Application>
  <PresentationFormat>A4 Paper (210x297 mm)</PresentationFormat>
  <Paragraphs>135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550</cp:revision>
  <cp:lastPrinted>2017-12-31T22:38:51Z</cp:lastPrinted>
  <dcterms:created xsi:type="dcterms:W3CDTF">2017-01-17T16:57:04Z</dcterms:created>
  <dcterms:modified xsi:type="dcterms:W3CDTF">2024-08-30T06:58:13Z</dcterms:modified>
</cp:coreProperties>
</file>