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831" r:id="rId3"/>
    <p:sldId id="939" r:id="rId4"/>
    <p:sldId id="940" r:id="rId5"/>
    <p:sldId id="947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02CB43F0-372F-48F5-8ECE-4146E631948D}">
          <p14:sldIdLst>
            <p14:sldId id="83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7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- бүтүн сандар менен - ​​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кошуу жана кемитүү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катаны тап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FBAD0-0104-98F5-D536-7E03CC2DAF54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9F8F9-3020-B12E-A973-3609AA986074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6650" y="81434"/>
            <a:ext cx="9692699" cy="6768077"/>
            <a:chOff x="122633" y="20474"/>
            <a:chExt cx="9692699" cy="676807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995" y="20474"/>
              <a:ext cx="4993396" cy="257952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633" y="2573053"/>
              <a:ext cx="9692699" cy="421549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FC83B7-C3E9-09DE-304A-5B1A0FAC9394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ADB28-EFD6-A494-EFFB-2B4F868DC685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6650" y="81434"/>
            <a:ext cx="9692699" cy="6768077"/>
            <a:chOff x="122633" y="20474"/>
            <a:chExt cx="9692699" cy="676807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995" y="20474"/>
              <a:ext cx="4993396" cy="2579526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633" y="2573053"/>
              <a:ext cx="9692699" cy="4215498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91678" y="96007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121118" y="195575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414238" y="50951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077678" y="520695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199598" y="31343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990558" y="107183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19998" y="403855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EA9EAF-7546-8094-A69C-C1E76DB023E7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6650" y="81434"/>
            <a:ext cx="9692699" cy="6768077"/>
            <a:chOff x="122633" y="20474"/>
            <a:chExt cx="9692699" cy="676807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995" y="20474"/>
              <a:ext cx="4993396" cy="257952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633" y="2573053"/>
              <a:ext cx="9692699" cy="421549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FC83B7-C3E9-09DE-304A-5B1A0FAC9394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ADB28-EFD6-A494-EFFB-2B4F868DC685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04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E42A04-F54A-0AA4-0A9E-5B7C1A111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87424" y="1112518"/>
            <a:ext cx="6332929" cy="4632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E819B9-7905-1DFA-04BF-F8164E56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60496" y="1021078"/>
            <a:ext cx="6332929" cy="463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5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AAD03C-060B-8570-3B2B-63C1DC66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30454" cy="3373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EFDCE8-8C0F-7680-297E-789E826B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30454" cy="3373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05528-ABBA-DBC8-766D-AD58D6A4C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30454" cy="3373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17D16-C176-25C1-57B6-8314BC71F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9000"/>
            <a:ext cx="4830454" cy="33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6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</a:t>
            </a:r>
            <a:r>
              <a:rPr lang="ky-KG" sz="3200" dirty="0">
                <a:solidFill>
                  <a:prstClr val="black"/>
                </a:solidFill>
                <a:latin typeface="Calibri" panose="020F0502020204030204"/>
              </a:rPr>
              <a:t>ү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8337</TotalTime>
  <Words>132</Words>
  <Application>Microsoft Office PowerPoint</Application>
  <PresentationFormat>A4 Paper (210x297 mm)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Fira Code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2024-08-28T04:06:32Z</cp:lastPrinted>
  <dcterms:created xsi:type="dcterms:W3CDTF">2017-01-17T16:57:04Z</dcterms:created>
  <dcterms:modified xsi:type="dcterms:W3CDTF">2024-08-28T04:07:39Z</dcterms:modified>
</cp:coreProperties>
</file>