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  <p:sldMasterId id="2147483730" r:id="rId3"/>
  </p:sldMasterIdLst>
  <p:notesMasterIdLst>
    <p:notesMasterId r:id="rId25"/>
  </p:notesMasterIdLst>
  <p:sldIdLst>
    <p:sldId id="979" r:id="rId4"/>
    <p:sldId id="978" r:id="rId5"/>
    <p:sldId id="851" r:id="rId6"/>
    <p:sldId id="950" r:id="rId7"/>
    <p:sldId id="964" r:id="rId8"/>
    <p:sldId id="966" r:id="rId9"/>
    <p:sldId id="968" r:id="rId10"/>
    <p:sldId id="969" r:id="rId11"/>
    <p:sldId id="972" r:id="rId12"/>
    <p:sldId id="974" r:id="rId13"/>
    <p:sldId id="975" r:id="rId14"/>
    <p:sldId id="958" r:id="rId15"/>
    <p:sldId id="970" r:id="rId16"/>
    <p:sldId id="962" r:id="rId17"/>
    <p:sldId id="971" r:id="rId18"/>
    <p:sldId id="965" r:id="rId19"/>
    <p:sldId id="973" r:id="rId20"/>
    <p:sldId id="967" r:id="rId21"/>
    <p:sldId id="976" r:id="rId22"/>
    <p:sldId id="940" r:id="rId23"/>
    <p:sldId id="274" r:id="rId24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79"/>
            <p14:sldId id="978"/>
            <p14:sldId id="851"/>
          </p14:sldIdLst>
        </p14:section>
        <p14:section name="Суроолор" id="{27E8BDD4-AEF9-42D7-8653-0FA4B14A353C}">
          <p14:sldIdLst>
            <p14:sldId id="950"/>
            <p14:sldId id="964"/>
            <p14:sldId id="966"/>
            <p14:sldId id="968"/>
            <p14:sldId id="969"/>
            <p14:sldId id="972"/>
            <p14:sldId id="974"/>
            <p14:sldId id="975"/>
            <p14:sldId id="958"/>
            <p14:sldId id="970"/>
            <p14:sldId id="962"/>
            <p14:sldId id="971"/>
            <p14:sldId id="965"/>
            <p14:sldId id="973"/>
            <p14:sldId id="967"/>
            <p14:sldId id="976"/>
          </p14:sldIdLst>
        </p14:section>
        <p14:section name="Бош Торчолор" id="{6E755883-6069-420B-9780-208DEDF6E016}">
          <p14:sldIdLst>
            <p14:sldId id="940"/>
          </p14:sldIdLst>
        </p14:section>
        <p14:section name="Кайтарым байланыш" id="{F3D720CF-F566-46A6-9361-125255B68FA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5A11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22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9606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9277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9570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3577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9642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6407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037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0509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144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8487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4599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30235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9/6/2024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4779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325474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18112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9/6/2024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68480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9/6/2024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60116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9/6/2024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0353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9/6/2024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3216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9/6/2024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7758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9/6/2024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14793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9/6/2024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1060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9/6/2024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71116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37787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68397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93869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044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9/6/2024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351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22"/>
            <a:ext cx="9906000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2 </a:t>
            </a:r>
            <a:r>
              <a:rPr lang="ky-KG" sz="2000" dirty="0">
                <a:solidFill>
                  <a:prstClr val="black"/>
                </a:solidFill>
                <a:latin typeface="Calibri" panose="020F0502020204030204"/>
              </a:rPr>
              <a:t>орундуу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Ондуктар – Кошуу &amp; Кемитүү –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lang="ky-KG" sz="2000" dirty="0">
                <a:solidFill>
                  <a:prstClr val="black"/>
                </a:solidFill>
                <a:latin typeface="Calibri" panose="020F0502020204030204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жооптору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тордон тогуз жоопту тандап, дептердеги 3х3 чакмакка каалагандай коюшат.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4796DCC9-7296-83D1-96A8-4127C71B8D1A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682681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515553" y="2508621"/>
            <a:ext cx="9811954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кошуу жана кемитүү</a:t>
            </a:r>
          </a:p>
        </p:txBody>
      </p:sp>
    </p:spTree>
    <p:extLst>
      <p:ext uri="{BB962C8B-B14F-4D97-AF65-F5344CB8AC3E}">
        <p14:creationId xmlns:p14="http://schemas.microsoft.com/office/powerpoint/2010/main" val="1810214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92100" y="1197032"/>
          <a:ext cx="9321800" cy="4430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13,72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4,88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2,57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1,37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7,27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3,82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13,95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7,42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12,62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1,67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2,29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3,83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12,72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3,19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525719" y="6041522"/>
            <a:ext cx="4005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Китепке/дептерге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069760" y="1556204"/>
            <a:ext cx="7783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13,95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2F1B9D-B992-FF82-DBB2-CD10A3F58019}"/>
              </a:ext>
            </a:extLst>
          </p:cNvPr>
          <p:cNvGrpSpPr/>
          <p:nvPr/>
        </p:nvGrpSpPr>
        <p:grpSpPr>
          <a:xfrm>
            <a:off x="1330038" y="282632"/>
            <a:ext cx="7262552" cy="1039091"/>
            <a:chOff x="1122220" y="282632"/>
            <a:chExt cx="7262552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12222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239683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367145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B57A6F64-1EEA-EFDE-0AD1-745E8AADB572}"/>
                </a:ext>
              </a:extLst>
            </p:cNvPr>
            <p:cNvSpPr/>
            <p:nvPr/>
          </p:nvSpPr>
          <p:spPr>
            <a:xfrm>
              <a:off x="4946074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76029B0-33A2-914A-B677-D19EE6C1BE5D}"/>
                </a:ext>
              </a:extLst>
            </p:cNvPr>
            <p:cNvSpPr/>
            <p:nvPr/>
          </p:nvSpPr>
          <p:spPr>
            <a:xfrm>
              <a:off x="622069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5C098C72-96CB-9CAD-BAA7-E6BB21E9BAEB}"/>
                </a:ext>
              </a:extLst>
            </p:cNvPr>
            <p:cNvSpPr/>
            <p:nvPr/>
          </p:nvSpPr>
          <p:spPr>
            <a:xfrm>
              <a:off x="7495311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312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5" grpId="0"/>
      <p:bldP spid="6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069760" y="1556204"/>
            <a:ext cx="7783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12,62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2F1B9D-B992-FF82-DBB2-CD10A3F58019}"/>
              </a:ext>
            </a:extLst>
          </p:cNvPr>
          <p:cNvGrpSpPr/>
          <p:nvPr/>
        </p:nvGrpSpPr>
        <p:grpSpPr>
          <a:xfrm>
            <a:off x="1330038" y="282632"/>
            <a:ext cx="7262552" cy="1039091"/>
            <a:chOff x="1122220" y="282632"/>
            <a:chExt cx="7262552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12222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239683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367145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B57A6F64-1EEA-EFDE-0AD1-745E8AADB572}"/>
                </a:ext>
              </a:extLst>
            </p:cNvPr>
            <p:cNvSpPr/>
            <p:nvPr/>
          </p:nvSpPr>
          <p:spPr>
            <a:xfrm>
              <a:off x="4946074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76029B0-33A2-914A-B677-D19EE6C1BE5D}"/>
                </a:ext>
              </a:extLst>
            </p:cNvPr>
            <p:cNvSpPr/>
            <p:nvPr/>
          </p:nvSpPr>
          <p:spPr>
            <a:xfrm>
              <a:off x="622069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5C098C72-96CB-9CAD-BAA7-E6BB21E9BAEB}"/>
                </a:ext>
              </a:extLst>
            </p:cNvPr>
            <p:cNvSpPr/>
            <p:nvPr/>
          </p:nvSpPr>
          <p:spPr>
            <a:xfrm>
              <a:off x="7495311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2808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5" grpId="0"/>
      <p:bldP spid="6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069760" y="1556204"/>
            <a:ext cx="7783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2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3,83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2F1B9D-B992-FF82-DBB2-CD10A3F58019}"/>
              </a:ext>
            </a:extLst>
          </p:cNvPr>
          <p:cNvGrpSpPr/>
          <p:nvPr/>
        </p:nvGrpSpPr>
        <p:grpSpPr>
          <a:xfrm>
            <a:off x="1330038" y="282632"/>
            <a:ext cx="7262552" cy="1039091"/>
            <a:chOff x="1122220" y="282632"/>
            <a:chExt cx="7262552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12222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239683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367145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B57A6F64-1EEA-EFDE-0AD1-745E8AADB572}"/>
                </a:ext>
              </a:extLst>
            </p:cNvPr>
            <p:cNvSpPr/>
            <p:nvPr/>
          </p:nvSpPr>
          <p:spPr>
            <a:xfrm>
              <a:off x="4946074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76029B0-33A2-914A-B677-D19EE6C1BE5D}"/>
                </a:ext>
              </a:extLst>
            </p:cNvPr>
            <p:cNvSpPr/>
            <p:nvPr/>
          </p:nvSpPr>
          <p:spPr>
            <a:xfrm>
              <a:off x="622069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5C098C72-96CB-9CAD-BAA7-E6BB21E9BAEB}"/>
                </a:ext>
              </a:extLst>
            </p:cNvPr>
            <p:cNvSpPr/>
            <p:nvPr/>
          </p:nvSpPr>
          <p:spPr>
            <a:xfrm>
              <a:off x="7495311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9961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5" grpId="0"/>
      <p:bldP spid="6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069760" y="1556204"/>
            <a:ext cx="7783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2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3,19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4657142-A28C-BF76-3C8A-93CFBD46E31D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6F2A51F-1171-3983-968B-CB1F3706564A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F92DB33-DA3F-634D-5F1A-EC916CF731B3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B9EFF0B-A0D1-64EB-0305-D2E38A5A735F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AE4A119-A607-AF35-3E66-EC6A66760ACF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312427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4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7,4</a:t>
            </a: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2F1B9D-B992-FF82-DBB2-CD10A3F58019}"/>
              </a:ext>
            </a:extLst>
          </p:cNvPr>
          <p:cNvGrpSpPr/>
          <p:nvPr/>
        </p:nvGrpSpPr>
        <p:grpSpPr>
          <a:xfrm>
            <a:off x="1330038" y="282632"/>
            <a:ext cx="7262552" cy="1039091"/>
            <a:chOff x="1122220" y="282632"/>
            <a:chExt cx="7262552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12222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239683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367145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B57A6F64-1EEA-EFDE-0AD1-745E8AADB572}"/>
                </a:ext>
              </a:extLst>
            </p:cNvPr>
            <p:cNvSpPr/>
            <p:nvPr/>
          </p:nvSpPr>
          <p:spPr>
            <a:xfrm>
              <a:off x="4946074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76029B0-33A2-914A-B677-D19EE6C1BE5D}"/>
                </a:ext>
              </a:extLst>
            </p:cNvPr>
            <p:cNvSpPr/>
            <p:nvPr/>
          </p:nvSpPr>
          <p:spPr>
            <a:xfrm>
              <a:off x="622069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5C098C72-96CB-9CAD-BAA7-E6BB21E9BAEB}"/>
                </a:ext>
              </a:extLst>
            </p:cNvPr>
            <p:cNvSpPr/>
            <p:nvPr/>
          </p:nvSpPr>
          <p:spPr>
            <a:xfrm>
              <a:off x="7495311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4" name="Minus Sign 13">
            <a:extLst>
              <a:ext uri="{FF2B5EF4-FFF2-40B4-BE49-F238E27FC236}">
                <a16:creationId xmlns:a16="http://schemas.microsoft.com/office/drawing/2014/main" id="{69CC701A-F67E-37A0-9151-E1BFDC67AB5C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9845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49" grpId="0"/>
      <p:bldP spid="50" grpId="0"/>
      <p:bldP spid="51" grpId="0"/>
      <p:bldP spid="52" grpId="0"/>
      <p:bldP spid="65" grpId="0"/>
      <p:bldP spid="6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73C518B-EF07-8C1D-C0F6-2D01AF0C247A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2,29</a:t>
            </a:r>
          </a:p>
        </p:txBody>
      </p:sp>
      <p:sp>
        <p:nvSpPr>
          <p:cNvPr id="14" name="Minus Sign 13">
            <a:extLst>
              <a:ext uri="{FF2B5EF4-FFF2-40B4-BE49-F238E27FC236}">
                <a16:creationId xmlns:a16="http://schemas.microsoft.com/office/drawing/2014/main" id="{F4A61BA1-18EF-5C06-6A28-33998A46AE3C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938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66" grpId="0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2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7B88B8D-E262-B6A9-2DC2-394972CF8AB5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1,37</a:t>
            </a:r>
          </a:p>
        </p:txBody>
      </p:sp>
      <p:sp>
        <p:nvSpPr>
          <p:cNvPr id="13" name="Minus Sign 12">
            <a:extLst>
              <a:ext uri="{FF2B5EF4-FFF2-40B4-BE49-F238E27FC236}">
                <a16:creationId xmlns:a16="http://schemas.microsoft.com/office/drawing/2014/main" id="{7714B62B-0187-53A8-52A6-42F5F9EB1F18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C6BC29F-9047-845A-FC26-D24A7C52C9E7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1BEED2F-F26C-5D41-E785-852E47E205C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B24D030-48E4-AE9F-8A26-C093111ABBF2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3721A42-1D7C-645F-9D32-4CE639FDA137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2C3B48C-4BEE-3FCD-3CF3-5794D61C3590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883661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65" grpId="0"/>
      <p:bldP spid="66" grpId="0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2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0D2D2CA-843B-2931-A3EF-EADFFA9D5FDB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2,57</a:t>
            </a:r>
          </a:p>
        </p:txBody>
      </p:sp>
      <p:sp>
        <p:nvSpPr>
          <p:cNvPr id="18" name="Minus Sign 17">
            <a:extLst>
              <a:ext uri="{FF2B5EF4-FFF2-40B4-BE49-F238E27FC236}">
                <a16:creationId xmlns:a16="http://schemas.microsoft.com/office/drawing/2014/main" id="{65959E29-7C5A-4F20-8D3A-F47E0C3B3552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D59105A-5F7C-31C6-489D-0515E21F70FF}"/>
              </a:ext>
            </a:extLst>
          </p:cNvPr>
          <p:cNvGrpSpPr/>
          <p:nvPr/>
        </p:nvGrpSpPr>
        <p:grpSpPr>
          <a:xfrm>
            <a:off x="2601214" y="282632"/>
            <a:ext cx="4713315" cy="1039091"/>
            <a:chOff x="1963832" y="282632"/>
            <a:chExt cx="4713315" cy="1039091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0E5D5395-A613-A404-4C32-651D944F62AF}"/>
                </a:ext>
              </a:extLst>
            </p:cNvPr>
            <p:cNvSpPr/>
            <p:nvPr/>
          </p:nvSpPr>
          <p:spPr>
            <a:xfrm>
              <a:off x="196383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B59B0CB2-28A1-0548-0989-6C5DAEAF83D0}"/>
                </a:ext>
              </a:extLst>
            </p:cNvPr>
            <p:cNvSpPr/>
            <p:nvPr/>
          </p:nvSpPr>
          <p:spPr>
            <a:xfrm>
              <a:off x="323845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ED383F3F-D022-103B-0B0E-2C4034CF89F5}"/>
                </a:ext>
              </a:extLst>
            </p:cNvPr>
            <p:cNvSpPr/>
            <p:nvPr/>
          </p:nvSpPr>
          <p:spPr>
            <a:xfrm>
              <a:off x="451306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66FCBEA0-CD88-0291-051D-74F9F57C152A}"/>
                </a:ext>
              </a:extLst>
            </p:cNvPr>
            <p:cNvSpPr/>
            <p:nvPr/>
          </p:nvSpPr>
          <p:spPr>
            <a:xfrm>
              <a:off x="578768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1506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66" grpId="0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069761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12,72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8571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2F1B9D-B992-FF82-DBB2-CD10A3F58019}"/>
              </a:ext>
            </a:extLst>
          </p:cNvPr>
          <p:cNvGrpSpPr/>
          <p:nvPr/>
        </p:nvGrpSpPr>
        <p:grpSpPr>
          <a:xfrm>
            <a:off x="1330038" y="282632"/>
            <a:ext cx="7262552" cy="1039091"/>
            <a:chOff x="1122220" y="282632"/>
            <a:chExt cx="7262552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12222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239683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367145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B57A6F64-1EEA-EFDE-0AD1-745E8AADB572}"/>
                </a:ext>
              </a:extLst>
            </p:cNvPr>
            <p:cNvSpPr/>
            <p:nvPr/>
          </p:nvSpPr>
          <p:spPr>
            <a:xfrm>
              <a:off x="4946074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76029B0-33A2-914A-B677-D19EE6C1BE5D}"/>
                </a:ext>
              </a:extLst>
            </p:cNvPr>
            <p:cNvSpPr/>
            <p:nvPr/>
          </p:nvSpPr>
          <p:spPr>
            <a:xfrm>
              <a:off x="622069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5C098C72-96CB-9CAD-BAA7-E6BB21E9BAEB}"/>
                </a:ext>
              </a:extLst>
            </p:cNvPr>
            <p:cNvSpPr/>
            <p:nvPr/>
          </p:nvSpPr>
          <p:spPr>
            <a:xfrm>
              <a:off x="7495311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C402663-25C0-689D-6236-AC122CD44C80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7,42</a:t>
            </a:r>
          </a:p>
        </p:txBody>
      </p:sp>
      <p:sp>
        <p:nvSpPr>
          <p:cNvPr id="14" name="Minus Sign 13">
            <a:extLst>
              <a:ext uri="{FF2B5EF4-FFF2-40B4-BE49-F238E27FC236}">
                <a16:creationId xmlns:a16="http://schemas.microsoft.com/office/drawing/2014/main" id="{FC1E3737-BF19-7BA0-BD3F-B8375D7FAB50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4603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65" grpId="0"/>
      <p:bldP spid="66" grpId="0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069761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13,72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4679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AAC5070-39BF-DD61-279B-82F89A8BCA97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7,27</a:t>
            </a:r>
          </a:p>
        </p:txBody>
      </p:sp>
      <p:sp>
        <p:nvSpPr>
          <p:cNvPr id="14" name="Minus Sign 13">
            <a:extLst>
              <a:ext uri="{FF2B5EF4-FFF2-40B4-BE49-F238E27FC236}">
                <a16:creationId xmlns:a16="http://schemas.microsoft.com/office/drawing/2014/main" id="{C5E3E9D2-9C10-0F44-5031-6F03D02184A1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6917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66" grpId="0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3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3,82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2F1B9D-B992-FF82-DBB2-CD10A3F58019}"/>
              </a:ext>
            </a:extLst>
          </p:cNvPr>
          <p:cNvGrpSpPr/>
          <p:nvPr/>
        </p:nvGrpSpPr>
        <p:grpSpPr>
          <a:xfrm>
            <a:off x="1330038" y="282632"/>
            <a:ext cx="7262552" cy="1039091"/>
            <a:chOff x="1122220" y="282632"/>
            <a:chExt cx="7262552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12222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239683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367145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B57A6F64-1EEA-EFDE-0AD1-745E8AADB572}"/>
                </a:ext>
              </a:extLst>
            </p:cNvPr>
            <p:cNvSpPr/>
            <p:nvPr/>
          </p:nvSpPr>
          <p:spPr>
            <a:xfrm>
              <a:off x="4946074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76029B0-33A2-914A-B677-D19EE6C1BE5D}"/>
                </a:ext>
              </a:extLst>
            </p:cNvPr>
            <p:cNvSpPr/>
            <p:nvPr/>
          </p:nvSpPr>
          <p:spPr>
            <a:xfrm>
              <a:off x="622069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5C098C72-96CB-9CAD-BAA7-E6BB21E9BAEB}"/>
                </a:ext>
              </a:extLst>
            </p:cNvPr>
            <p:cNvSpPr/>
            <p:nvPr/>
          </p:nvSpPr>
          <p:spPr>
            <a:xfrm>
              <a:off x="7495311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2506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5" grpId="0"/>
      <p:bldP spid="6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3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A14E0C0-4421-7B94-A3C1-50CB34559C19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0,39</a:t>
            </a:r>
          </a:p>
        </p:txBody>
      </p:sp>
      <p:sp>
        <p:nvSpPr>
          <p:cNvPr id="13" name="Minus Sign 12">
            <a:extLst>
              <a:ext uri="{FF2B5EF4-FFF2-40B4-BE49-F238E27FC236}">
                <a16:creationId xmlns:a16="http://schemas.microsoft.com/office/drawing/2014/main" id="{8249282E-3B11-2977-90AA-65624C5423A7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160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65" grpId="0"/>
      <p:bldP spid="66" grpId="0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2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4,88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F200F7B-512F-BCAA-7CE6-B0415AB2F540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3E612C7-69E9-E5BD-7E75-F7FD0B1A67DB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164ACC3-B3F9-7E80-4FB3-6377C3586A45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A973B93-5DE3-819A-7640-357D3B8D2D68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0E5FEF6-3A6E-4874-4794-3DA49BBB033A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38402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3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FF00D0-E978-A9FE-B46C-8F39914A8792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1,67</a:t>
            </a:r>
          </a:p>
        </p:txBody>
      </p:sp>
      <p:sp>
        <p:nvSpPr>
          <p:cNvPr id="18" name="Minus Sign 17">
            <a:extLst>
              <a:ext uri="{FF2B5EF4-FFF2-40B4-BE49-F238E27FC236}">
                <a16:creationId xmlns:a16="http://schemas.microsoft.com/office/drawing/2014/main" id="{07EAAFE3-1A2D-8E4A-1CF2-9118B51DDFD9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C96ED19-4AA7-A1E5-023E-4493981C162A}"/>
              </a:ext>
            </a:extLst>
          </p:cNvPr>
          <p:cNvSpPr/>
          <p:nvPr/>
        </p:nvSpPr>
        <p:spPr>
          <a:xfrm>
            <a:off x="260391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91FE0CA-01B7-F4F7-EAAA-B3F7AE38C17B}"/>
              </a:ext>
            </a:extLst>
          </p:cNvPr>
          <p:cNvSpPr/>
          <p:nvPr/>
        </p:nvSpPr>
        <p:spPr>
          <a:xfrm>
            <a:off x="3878529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8B635D2-91C6-597F-1B3A-354A69F21113}"/>
              </a:ext>
            </a:extLst>
          </p:cNvPr>
          <p:cNvSpPr/>
          <p:nvPr/>
        </p:nvSpPr>
        <p:spPr>
          <a:xfrm>
            <a:off x="5153147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8A7EB78-872A-3062-61E7-A98225C125D4}"/>
              </a:ext>
            </a:extLst>
          </p:cNvPr>
          <p:cNvSpPr/>
          <p:nvPr/>
        </p:nvSpPr>
        <p:spPr>
          <a:xfrm>
            <a:off x="64277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80250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66" grpId="0"/>
      <p:bldP spid="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8895</TotalTime>
  <Words>581</Words>
  <Application>Microsoft Office PowerPoint</Application>
  <PresentationFormat>A4 Paper (210x297 mm)</PresentationFormat>
  <Paragraphs>271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411</cp:revision>
  <cp:lastPrinted>2017-12-31T22:38:51Z</cp:lastPrinted>
  <dcterms:created xsi:type="dcterms:W3CDTF">2017-01-17T16:57:04Z</dcterms:created>
  <dcterms:modified xsi:type="dcterms:W3CDTF">2024-09-06T02:37:08Z</dcterms:modified>
</cp:coreProperties>
</file>