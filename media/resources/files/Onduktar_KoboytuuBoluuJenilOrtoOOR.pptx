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1" r:id="rId3"/>
    <p:sldId id="948" r:id="rId4"/>
    <p:sldId id="947" r:id="rId5"/>
    <p:sldId id="949" r:id="rId6"/>
    <p:sldId id="952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1"/>
          </p14:sldIdLst>
        </p14:section>
        <p14:section name="Көрсөтүүгө" id="{059544AC-2C27-45B1-9F95-F87DF8854DD6}">
          <p14:sldIdLst>
            <p14:sldId id="948"/>
          </p14:sldIdLst>
        </p14:section>
        <p14:section name="Жооптор" id="{1FEDB314-42DC-4694-9B04-D4A4AAE625F7}">
          <p14:sldIdLst>
            <p14:sldId id="947"/>
          </p14:sldIdLst>
        </p14:section>
        <p14:section name="Өз алдынча иштоо баракчалары" id="{A78D9305-6AAE-4715-A210-52F6908F30F7}">
          <p14:sldIdLst>
            <p14:sldId id="949"/>
          </p14:sldIdLst>
        </p14:section>
        <p14:section name="mathkgz" id="{F3D720CF-F566-46A6-9361-125255B68FA6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09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198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орундуу ондуктарды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өбөйтүү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0" y="770610"/>
            <a:ext cx="3104155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104154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09139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824821" y="1337644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0.3  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C0349-C1ED-293B-40D8-066C7C43B8CB}"/>
              </a:ext>
            </a:extLst>
          </p:cNvPr>
          <p:cNvSpPr txBox="1"/>
          <p:nvPr/>
        </p:nvSpPr>
        <p:spPr>
          <a:xfrm>
            <a:off x="131166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FB223-8073-4907-AAFF-3B2CAD4A63E7}"/>
              </a:ext>
            </a:extLst>
          </p:cNvPr>
          <p:cNvSpPr txBox="1"/>
          <p:nvPr/>
        </p:nvSpPr>
        <p:spPr>
          <a:xfrm>
            <a:off x="824821" y="2119040"/>
            <a:ext cx="1241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0.7  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72E63-2D59-A355-465E-BFA8A9186B6F}"/>
              </a:ext>
            </a:extLst>
          </p:cNvPr>
          <p:cNvSpPr txBox="1"/>
          <p:nvPr/>
        </p:nvSpPr>
        <p:spPr>
          <a:xfrm>
            <a:off x="131166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29AEF-E07B-23B2-3717-C8F5629D48C2}"/>
              </a:ext>
            </a:extLst>
          </p:cNvPr>
          <p:cNvSpPr txBox="1"/>
          <p:nvPr/>
        </p:nvSpPr>
        <p:spPr>
          <a:xfrm>
            <a:off x="824821" y="2900436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0.7   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B50F9-47FD-2F7B-CC0C-4465780951EA}"/>
              </a:ext>
            </a:extLst>
          </p:cNvPr>
          <p:cNvSpPr txBox="1"/>
          <p:nvPr/>
        </p:nvSpPr>
        <p:spPr>
          <a:xfrm>
            <a:off x="131166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754701-535F-8B85-7A78-868A7C2E89FC}"/>
              </a:ext>
            </a:extLst>
          </p:cNvPr>
          <p:cNvSpPr txBox="1"/>
          <p:nvPr/>
        </p:nvSpPr>
        <p:spPr>
          <a:xfrm>
            <a:off x="824821" y="368183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0.8 × 4  =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DB303B-3B9D-EB76-DC37-7AE8389BC6CB}"/>
              </a:ext>
            </a:extLst>
          </p:cNvPr>
          <p:cNvSpPr txBox="1"/>
          <p:nvPr/>
        </p:nvSpPr>
        <p:spPr>
          <a:xfrm>
            <a:off x="131166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A74248-31EB-1665-8D80-D37267153938}"/>
              </a:ext>
            </a:extLst>
          </p:cNvPr>
          <p:cNvSpPr txBox="1"/>
          <p:nvPr/>
        </p:nvSpPr>
        <p:spPr>
          <a:xfrm>
            <a:off x="824821" y="4463228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1.1 × 6 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B37C90-C18B-DE2F-C72B-94C795925A02}"/>
              </a:ext>
            </a:extLst>
          </p:cNvPr>
          <p:cNvSpPr txBox="1"/>
          <p:nvPr/>
        </p:nvSpPr>
        <p:spPr>
          <a:xfrm>
            <a:off x="131166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C3654-18AF-031B-469A-EB21D46E461C}"/>
              </a:ext>
            </a:extLst>
          </p:cNvPr>
          <p:cNvSpPr txBox="1"/>
          <p:nvPr/>
        </p:nvSpPr>
        <p:spPr>
          <a:xfrm>
            <a:off x="824821" y="5244624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2.4 × 2  =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F0D348-568B-3079-E014-B769EE4C8B2E}"/>
              </a:ext>
            </a:extLst>
          </p:cNvPr>
          <p:cNvSpPr txBox="1"/>
          <p:nvPr/>
        </p:nvSpPr>
        <p:spPr>
          <a:xfrm>
            <a:off x="131166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97DAB4-45DB-9FA5-00E0-E2D4E0A52515}"/>
              </a:ext>
            </a:extLst>
          </p:cNvPr>
          <p:cNvSpPr txBox="1"/>
          <p:nvPr/>
        </p:nvSpPr>
        <p:spPr>
          <a:xfrm>
            <a:off x="824821" y="602602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2.6  =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6610A-86E0-3972-98F5-6CD7CC2E6E40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7B3BAE-5485-84F4-7F53-7E3AD6E7E56B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CA639C-EB7D-0306-1E4A-C587F6F78581}"/>
              </a:ext>
            </a:extLst>
          </p:cNvPr>
          <p:cNvSpPr txBox="1"/>
          <p:nvPr/>
        </p:nvSpPr>
        <p:spPr>
          <a:xfrm>
            <a:off x="4141598" y="133764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0.3 × 0.3  =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092658-C895-9728-E703-155A579D043F}"/>
              </a:ext>
            </a:extLst>
          </p:cNvPr>
          <p:cNvSpPr txBox="1"/>
          <p:nvPr/>
        </p:nvSpPr>
        <p:spPr>
          <a:xfrm>
            <a:off x="3447943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A15542-D1F6-3928-3DDA-9E05D948CC6D}"/>
              </a:ext>
            </a:extLst>
          </p:cNvPr>
          <p:cNvSpPr txBox="1"/>
          <p:nvPr/>
        </p:nvSpPr>
        <p:spPr>
          <a:xfrm>
            <a:off x="4141598" y="211904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0.5 × 0.7  =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7215ED-C5CB-1A27-2F9F-CA5E176F4D37}"/>
              </a:ext>
            </a:extLst>
          </p:cNvPr>
          <p:cNvSpPr txBox="1"/>
          <p:nvPr/>
        </p:nvSpPr>
        <p:spPr>
          <a:xfrm>
            <a:off x="3447943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817CFD-8DE1-7C66-0E26-C757C9E12433}"/>
              </a:ext>
            </a:extLst>
          </p:cNvPr>
          <p:cNvSpPr txBox="1"/>
          <p:nvPr/>
        </p:nvSpPr>
        <p:spPr>
          <a:xfrm>
            <a:off x="4141598" y="2900436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 × 0.5  =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4C9451-E441-CAC7-6971-154435A674D2}"/>
              </a:ext>
            </a:extLst>
          </p:cNvPr>
          <p:cNvSpPr txBox="1"/>
          <p:nvPr/>
        </p:nvSpPr>
        <p:spPr>
          <a:xfrm>
            <a:off x="3447943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1D62BB-DFDB-AC70-E219-2A28E5606811}"/>
              </a:ext>
            </a:extLst>
          </p:cNvPr>
          <p:cNvSpPr txBox="1"/>
          <p:nvPr/>
        </p:nvSpPr>
        <p:spPr>
          <a:xfrm>
            <a:off x="4141598" y="368183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 × 0.3  =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86CB33-4B4A-D9A9-D566-F41701956CD0}"/>
              </a:ext>
            </a:extLst>
          </p:cNvPr>
          <p:cNvSpPr txBox="1"/>
          <p:nvPr/>
        </p:nvSpPr>
        <p:spPr>
          <a:xfrm>
            <a:off x="3447943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AA3F3-EB62-FC5B-A932-C389E9C7B0FC}"/>
              </a:ext>
            </a:extLst>
          </p:cNvPr>
          <p:cNvSpPr txBox="1"/>
          <p:nvPr/>
        </p:nvSpPr>
        <p:spPr>
          <a:xfrm>
            <a:off x="4141598" y="4463228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 × 1.6  =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B4C6E5-DE38-C531-FB7B-0740526B4DDF}"/>
              </a:ext>
            </a:extLst>
          </p:cNvPr>
          <p:cNvSpPr txBox="1"/>
          <p:nvPr/>
        </p:nvSpPr>
        <p:spPr>
          <a:xfrm>
            <a:off x="3447943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9D9F78-08ED-D6DD-542D-28EFDBDFF005}"/>
              </a:ext>
            </a:extLst>
          </p:cNvPr>
          <p:cNvSpPr txBox="1"/>
          <p:nvPr/>
        </p:nvSpPr>
        <p:spPr>
          <a:xfrm>
            <a:off x="4141598" y="524462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 × 1.3  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B70C91-35E3-FA43-D6C7-47618B682441}"/>
              </a:ext>
            </a:extLst>
          </p:cNvPr>
          <p:cNvSpPr txBox="1"/>
          <p:nvPr/>
        </p:nvSpPr>
        <p:spPr>
          <a:xfrm>
            <a:off x="3447943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F87C23-864F-BC8B-5B9B-8318B36D9722}"/>
              </a:ext>
            </a:extLst>
          </p:cNvPr>
          <p:cNvSpPr txBox="1"/>
          <p:nvPr/>
        </p:nvSpPr>
        <p:spPr>
          <a:xfrm>
            <a:off x="4141598" y="602602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2.7 × 1.1  =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6E24AC-7477-3663-BCC8-DC2BD71CAA13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21BF54-6004-85CC-60C8-6139B51D9BC7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DCB01D-0BDC-20F1-5FB6-11D5E1C5AF79}"/>
              </a:ext>
            </a:extLst>
          </p:cNvPr>
          <p:cNvSpPr txBox="1"/>
          <p:nvPr/>
        </p:nvSpPr>
        <p:spPr>
          <a:xfrm>
            <a:off x="7514984" y="133764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 × 0.7  =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AD253F-AF18-75F2-6224-F358C5D912A0}"/>
              </a:ext>
            </a:extLst>
          </p:cNvPr>
          <p:cNvSpPr txBox="1"/>
          <p:nvPr/>
        </p:nvSpPr>
        <p:spPr>
          <a:xfrm>
            <a:off x="6756408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0E1D7B-E692-7D59-C322-0478B69BC9C4}"/>
              </a:ext>
            </a:extLst>
          </p:cNvPr>
          <p:cNvSpPr txBox="1"/>
          <p:nvPr/>
        </p:nvSpPr>
        <p:spPr>
          <a:xfrm>
            <a:off x="7514984" y="211904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1.4 × 1.8  =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FD86BF-CB50-6FCC-670D-0591F3EEAA97}"/>
              </a:ext>
            </a:extLst>
          </p:cNvPr>
          <p:cNvSpPr txBox="1"/>
          <p:nvPr/>
        </p:nvSpPr>
        <p:spPr>
          <a:xfrm>
            <a:off x="6756408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0648814-773C-0617-3004-CA56AE8455E5}"/>
              </a:ext>
            </a:extLst>
          </p:cNvPr>
          <p:cNvSpPr txBox="1"/>
          <p:nvPr/>
        </p:nvSpPr>
        <p:spPr>
          <a:xfrm>
            <a:off x="7450063" y="2900436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0.2 × 0.16  =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D274DAD-6820-42FE-C65B-20B8821AE1CD}"/>
              </a:ext>
            </a:extLst>
          </p:cNvPr>
          <p:cNvSpPr txBox="1"/>
          <p:nvPr/>
        </p:nvSpPr>
        <p:spPr>
          <a:xfrm>
            <a:off x="6756408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C64C6B8-F320-C04A-EC29-0EA5FA67E4AE}"/>
              </a:ext>
            </a:extLst>
          </p:cNvPr>
          <p:cNvSpPr txBox="1"/>
          <p:nvPr/>
        </p:nvSpPr>
        <p:spPr>
          <a:xfrm>
            <a:off x="7450063" y="3681832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1.6 × 0.05  =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C1B95D8-FD1A-3B1E-EDF7-A668F477F836}"/>
              </a:ext>
            </a:extLst>
          </p:cNvPr>
          <p:cNvSpPr txBox="1"/>
          <p:nvPr/>
        </p:nvSpPr>
        <p:spPr>
          <a:xfrm>
            <a:off x="6756408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137D3EA-DF24-18DD-F2B0-790BCBC2EEDD}"/>
              </a:ext>
            </a:extLst>
          </p:cNvPr>
          <p:cNvSpPr txBox="1"/>
          <p:nvPr/>
        </p:nvSpPr>
        <p:spPr>
          <a:xfrm>
            <a:off x="7450063" y="4463228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2.2 × 0.15  =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DC8E2B-7896-F423-4767-4A3A12C582CB}"/>
              </a:ext>
            </a:extLst>
          </p:cNvPr>
          <p:cNvSpPr txBox="1"/>
          <p:nvPr/>
        </p:nvSpPr>
        <p:spPr>
          <a:xfrm>
            <a:off x="6756408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FEF484-0BD5-8ABA-899A-2A36E14E8F51}"/>
              </a:ext>
            </a:extLst>
          </p:cNvPr>
          <p:cNvSpPr txBox="1"/>
          <p:nvPr/>
        </p:nvSpPr>
        <p:spPr>
          <a:xfrm>
            <a:off x="7450063" y="5244624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1.24 × 0.6  =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5F5DE8-9B55-1323-58BD-90EC3EED71B2}"/>
              </a:ext>
            </a:extLst>
          </p:cNvPr>
          <p:cNvSpPr txBox="1"/>
          <p:nvPr/>
        </p:nvSpPr>
        <p:spPr>
          <a:xfrm>
            <a:off x="6756408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A51AA5C-4F79-0F66-188D-2F36C80BBDF8}"/>
              </a:ext>
            </a:extLst>
          </p:cNvPr>
          <p:cNvSpPr txBox="1"/>
          <p:nvPr/>
        </p:nvSpPr>
        <p:spPr>
          <a:xfrm>
            <a:off x="7450063" y="6026022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2.21 × 3.5  =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8C015-1E7E-81D5-D770-5BBA4B66BAF9}"/>
              </a:ext>
            </a:extLst>
          </p:cNvPr>
          <p:cNvSpPr txBox="1"/>
          <p:nvPr/>
        </p:nvSpPr>
        <p:spPr>
          <a:xfrm>
            <a:off x="675537" y="139480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33020-BFFA-BB56-C23E-B39659491B5B}"/>
              </a:ext>
            </a:extLst>
          </p:cNvPr>
          <p:cNvSpPr txBox="1"/>
          <p:nvPr/>
        </p:nvSpPr>
        <p:spPr>
          <a:xfrm>
            <a:off x="7774606" y="14962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D34ECF-28B3-B1D5-62FE-542E4FF1941C}"/>
              </a:ext>
            </a:extLst>
          </p:cNvPr>
          <p:cNvSpPr txBox="1"/>
          <p:nvPr/>
        </p:nvSpPr>
        <p:spPr>
          <a:xfrm>
            <a:off x="3992599" y="139479"/>
            <a:ext cx="1617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105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1976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1976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0913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824821" y="1337644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0.3 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51E2D-9CE0-96A4-F4E8-6BF8CD855EDD}"/>
              </a:ext>
            </a:extLst>
          </p:cNvPr>
          <p:cNvSpPr txBox="1"/>
          <p:nvPr/>
        </p:nvSpPr>
        <p:spPr>
          <a:xfrm>
            <a:off x="2108802" y="1337644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C0349-C1ED-293B-40D8-066C7C43B8CB}"/>
              </a:ext>
            </a:extLst>
          </p:cNvPr>
          <p:cNvSpPr txBox="1"/>
          <p:nvPr/>
        </p:nvSpPr>
        <p:spPr>
          <a:xfrm>
            <a:off x="131166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FB223-8073-4907-AAFF-3B2CAD4A63E7}"/>
              </a:ext>
            </a:extLst>
          </p:cNvPr>
          <p:cNvSpPr txBox="1"/>
          <p:nvPr/>
        </p:nvSpPr>
        <p:spPr>
          <a:xfrm>
            <a:off x="824821" y="2119040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0.7  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1F4EF-8A4E-951E-0748-3BC988782256}"/>
              </a:ext>
            </a:extLst>
          </p:cNvPr>
          <p:cNvSpPr txBox="1"/>
          <p:nvPr/>
        </p:nvSpPr>
        <p:spPr>
          <a:xfrm>
            <a:off x="2108802" y="2119040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72E63-2D59-A355-465E-BFA8A9186B6F}"/>
              </a:ext>
            </a:extLst>
          </p:cNvPr>
          <p:cNvSpPr txBox="1"/>
          <p:nvPr/>
        </p:nvSpPr>
        <p:spPr>
          <a:xfrm>
            <a:off x="131166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29AEF-E07B-23B2-3717-C8F5629D48C2}"/>
              </a:ext>
            </a:extLst>
          </p:cNvPr>
          <p:cNvSpPr txBox="1"/>
          <p:nvPr/>
        </p:nvSpPr>
        <p:spPr>
          <a:xfrm>
            <a:off x="824821" y="2900436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0.7  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D01E3D-48B8-3DB8-76EB-BA22A3408404}"/>
              </a:ext>
            </a:extLst>
          </p:cNvPr>
          <p:cNvSpPr txBox="1"/>
          <p:nvPr/>
        </p:nvSpPr>
        <p:spPr>
          <a:xfrm>
            <a:off x="2108802" y="2900436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2.1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B50F9-47FD-2F7B-CC0C-4465780951EA}"/>
              </a:ext>
            </a:extLst>
          </p:cNvPr>
          <p:cNvSpPr txBox="1"/>
          <p:nvPr/>
        </p:nvSpPr>
        <p:spPr>
          <a:xfrm>
            <a:off x="131166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754701-535F-8B85-7A78-868A7C2E89FC}"/>
              </a:ext>
            </a:extLst>
          </p:cNvPr>
          <p:cNvSpPr txBox="1"/>
          <p:nvPr/>
        </p:nvSpPr>
        <p:spPr>
          <a:xfrm>
            <a:off x="824821" y="368183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0.8 × 4  =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ACA52D-618B-B4CB-2737-FE35D2229A7A}"/>
              </a:ext>
            </a:extLst>
          </p:cNvPr>
          <p:cNvSpPr txBox="1"/>
          <p:nvPr/>
        </p:nvSpPr>
        <p:spPr>
          <a:xfrm>
            <a:off x="2108802" y="3681832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3.2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DB303B-3B9D-EB76-DC37-7AE8389BC6CB}"/>
              </a:ext>
            </a:extLst>
          </p:cNvPr>
          <p:cNvSpPr txBox="1"/>
          <p:nvPr/>
        </p:nvSpPr>
        <p:spPr>
          <a:xfrm>
            <a:off x="131166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A74248-31EB-1665-8D80-D37267153938}"/>
              </a:ext>
            </a:extLst>
          </p:cNvPr>
          <p:cNvSpPr txBox="1"/>
          <p:nvPr/>
        </p:nvSpPr>
        <p:spPr>
          <a:xfrm>
            <a:off x="824821" y="4463228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1.1 × 6  =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467CBD-2EC5-36F2-4B27-D0E41893A5F2}"/>
              </a:ext>
            </a:extLst>
          </p:cNvPr>
          <p:cNvSpPr txBox="1"/>
          <p:nvPr/>
        </p:nvSpPr>
        <p:spPr>
          <a:xfrm>
            <a:off x="2108802" y="4463228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6.6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B37C90-C18B-DE2F-C72B-94C795925A02}"/>
              </a:ext>
            </a:extLst>
          </p:cNvPr>
          <p:cNvSpPr txBox="1"/>
          <p:nvPr/>
        </p:nvSpPr>
        <p:spPr>
          <a:xfrm>
            <a:off x="131166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C3654-18AF-031B-469A-EB21D46E461C}"/>
              </a:ext>
            </a:extLst>
          </p:cNvPr>
          <p:cNvSpPr txBox="1"/>
          <p:nvPr/>
        </p:nvSpPr>
        <p:spPr>
          <a:xfrm>
            <a:off x="824821" y="5244624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2.4 × 2 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CA0EF0-3C5F-1E01-B065-D8FB09F1CC76}"/>
              </a:ext>
            </a:extLst>
          </p:cNvPr>
          <p:cNvSpPr txBox="1"/>
          <p:nvPr/>
        </p:nvSpPr>
        <p:spPr>
          <a:xfrm>
            <a:off x="2108802" y="5244624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F0D348-568B-3079-E014-B769EE4C8B2E}"/>
              </a:ext>
            </a:extLst>
          </p:cNvPr>
          <p:cNvSpPr txBox="1"/>
          <p:nvPr/>
        </p:nvSpPr>
        <p:spPr>
          <a:xfrm>
            <a:off x="131166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97DAB4-45DB-9FA5-00E0-E2D4E0A52515}"/>
              </a:ext>
            </a:extLst>
          </p:cNvPr>
          <p:cNvSpPr txBox="1"/>
          <p:nvPr/>
        </p:nvSpPr>
        <p:spPr>
          <a:xfrm>
            <a:off x="824821" y="602602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2.6  =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7C3EEB-0762-69E0-162D-162A9AA1FF3E}"/>
              </a:ext>
            </a:extLst>
          </p:cNvPr>
          <p:cNvSpPr txBox="1"/>
          <p:nvPr/>
        </p:nvSpPr>
        <p:spPr>
          <a:xfrm>
            <a:off x="2108802" y="6026022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6610A-86E0-3972-98F5-6CD7CC2E6E40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7B3BAE-5485-84F4-7F53-7E3AD6E7E56B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CA639C-EB7D-0306-1E4A-C587F6F78581}"/>
              </a:ext>
            </a:extLst>
          </p:cNvPr>
          <p:cNvSpPr txBox="1"/>
          <p:nvPr/>
        </p:nvSpPr>
        <p:spPr>
          <a:xfrm>
            <a:off x="4141598" y="133764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0.3 × 0.3  =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8B129D-F2AB-2C13-C376-82A0599AD1BF}"/>
              </a:ext>
            </a:extLst>
          </p:cNvPr>
          <p:cNvSpPr txBox="1"/>
          <p:nvPr/>
        </p:nvSpPr>
        <p:spPr>
          <a:xfrm>
            <a:off x="5360658" y="133764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092658-C895-9728-E703-155A579D043F}"/>
              </a:ext>
            </a:extLst>
          </p:cNvPr>
          <p:cNvSpPr txBox="1"/>
          <p:nvPr/>
        </p:nvSpPr>
        <p:spPr>
          <a:xfrm>
            <a:off x="3447943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A15542-D1F6-3928-3DDA-9E05D948CC6D}"/>
              </a:ext>
            </a:extLst>
          </p:cNvPr>
          <p:cNvSpPr txBox="1"/>
          <p:nvPr/>
        </p:nvSpPr>
        <p:spPr>
          <a:xfrm>
            <a:off x="4141598" y="211904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0.5 × 0.7 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5F4DCB-F758-60D4-55E2-7390F7062329}"/>
              </a:ext>
            </a:extLst>
          </p:cNvPr>
          <p:cNvSpPr txBox="1"/>
          <p:nvPr/>
        </p:nvSpPr>
        <p:spPr>
          <a:xfrm>
            <a:off x="5360658" y="2119040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7215ED-C5CB-1A27-2F9F-CA5E176F4D37}"/>
              </a:ext>
            </a:extLst>
          </p:cNvPr>
          <p:cNvSpPr txBox="1"/>
          <p:nvPr/>
        </p:nvSpPr>
        <p:spPr>
          <a:xfrm>
            <a:off x="3447943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817CFD-8DE1-7C66-0E26-C757C9E12433}"/>
              </a:ext>
            </a:extLst>
          </p:cNvPr>
          <p:cNvSpPr txBox="1"/>
          <p:nvPr/>
        </p:nvSpPr>
        <p:spPr>
          <a:xfrm>
            <a:off x="4141598" y="2900436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 × 0.5  =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C587A1-04A9-843D-3E3F-BEE3ECB2F189}"/>
              </a:ext>
            </a:extLst>
          </p:cNvPr>
          <p:cNvSpPr txBox="1"/>
          <p:nvPr/>
        </p:nvSpPr>
        <p:spPr>
          <a:xfrm>
            <a:off x="5425579" y="2900436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4C9451-E441-CAC7-6971-154435A674D2}"/>
              </a:ext>
            </a:extLst>
          </p:cNvPr>
          <p:cNvSpPr txBox="1"/>
          <p:nvPr/>
        </p:nvSpPr>
        <p:spPr>
          <a:xfrm>
            <a:off x="3447943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1D62BB-DFDB-AC70-E219-2A28E5606811}"/>
              </a:ext>
            </a:extLst>
          </p:cNvPr>
          <p:cNvSpPr txBox="1"/>
          <p:nvPr/>
        </p:nvSpPr>
        <p:spPr>
          <a:xfrm>
            <a:off x="4141598" y="368183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 × 0.3  =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8F4A5C-3DD0-5AF3-5E1E-B063B52F5C7A}"/>
              </a:ext>
            </a:extLst>
          </p:cNvPr>
          <p:cNvSpPr txBox="1"/>
          <p:nvPr/>
        </p:nvSpPr>
        <p:spPr>
          <a:xfrm>
            <a:off x="5360658" y="368183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86CB33-4B4A-D9A9-D566-F41701956CD0}"/>
              </a:ext>
            </a:extLst>
          </p:cNvPr>
          <p:cNvSpPr txBox="1"/>
          <p:nvPr/>
        </p:nvSpPr>
        <p:spPr>
          <a:xfrm>
            <a:off x="3447943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AA3F3-EB62-FC5B-A932-C389E9C7B0FC}"/>
              </a:ext>
            </a:extLst>
          </p:cNvPr>
          <p:cNvSpPr txBox="1"/>
          <p:nvPr/>
        </p:nvSpPr>
        <p:spPr>
          <a:xfrm>
            <a:off x="4141598" y="4463228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 × 1.6 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AC70D4-68B9-6F2F-7428-AF4372F87987}"/>
              </a:ext>
            </a:extLst>
          </p:cNvPr>
          <p:cNvSpPr txBox="1"/>
          <p:nvPr/>
        </p:nvSpPr>
        <p:spPr>
          <a:xfrm>
            <a:off x="5360658" y="446322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B4C6E5-DE38-C531-FB7B-0740526B4DDF}"/>
              </a:ext>
            </a:extLst>
          </p:cNvPr>
          <p:cNvSpPr txBox="1"/>
          <p:nvPr/>
        </p:nvSpPr>
        <p:spPr>
          <a:xfrm>
            <a:off x="3447943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9D9F78-08ED-D6DD-542D-28EFDBDFF005}"/>
              </a:ext>
            </a:extLst>
          </p:cNvPr>
          <p:cNvSpPr txBox="1"/>
          <p:nvPr/>
        </p:nvSpPr>
        <p:spPr>
          <a:xfrm>
            <a:off x="4141598" y="524462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 × 1.3  =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564E99-E097-ABCE-198A-90761E3048DC}"/>
              </a:ext>
            </a:extLst>
          </p:cNvPr>
          <p:cNvSpPr txBox="1"/>
          <p:nvPr/>
        </p:nvSpPr>
        <p:spPr>
          <a:xfrm>
            <a:off x="5360658" y="524462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B70C91-35E3-FA43-D6C7-47618B682441}"/>
              </a:ext>
            </a:extLst>
          </p:cNvPr>
          <p:cNvSpPr txBox="1"/>
          <p:nvPr/>
        </p:nvSpPr>
        <p:spPr>
          <a:xfrm>
            <a:off x="3447943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F87C23-864F-BC8B-5B9B-8318B36D9722}"/>
              </a:ext>
            </a:extLst>
          </p:cNvPr>
          <p:cNvSpPr txBox="1"/>
          <p:nvPr/>
        </p:nvSpPr>
        <p:spPr>
          <a:xfrm>
            <a:off x="4141598" y="602602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2.7 × 1.1  =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CB1259-584E-CDE8-1B2E-BA02E1448A80}"/>
              </a:ext>
            </a:extLst>
          </p:cNvPr>
          <p:cNvSpPr txBox="1"/>
          <p:nvPr/>
        </p:nvSpPr>
        <p:spPr>
          <a:xfrm>
            <a:off x="5360658" y="602602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2.97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6E24AC-7477-3663-BCC8-DC2BD71CAA13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21BF54-6004-85CC-60C8-6139B51D9BC7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DCB01D-0BDC-20F1-5FB6-11D5E1C5AF79}"/>
              </a:ext>
            </a:extLst>
          </p:cNvPr>
          <p:cNvSpPr txBox="1"/>
          <p:nvPr/>
        </p:nvSpPr>
        <p:spPr>
          <a:xfrm>
            <a:off x="7514984" y="133764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 × 0.7  =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A2E61A-5651-80B3-D970-610C0495BB60}"/>
              </a:ext>
            </a:extLst>
          </p:cNvPr>
          <p:cNvSpPr txBox="1"/>
          <p:nvPr/>
        </p:nvSpPr>
        <p:spPr>
          <a:xfrm>
            <a:off x="8926818" y="133764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0.84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AD253F-AF18-75F2-6224-F358C5D912A0}"/>
              </a:ext>
            </a:extLst>
          </p:cNvPr>
          <p:cNvSpPr txBox="1"/>
          <p:nvPr/>
        </p:nvSpPr>
        <p:spPr>
          <a:xfrm>
            <a:off x="6756408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0E1D7B-E692-7D59-C322-0478B69BC9C4}"/>
              </a:ext>
            </a:extLst>
          </p:cNvPr>
          <p:cNvSpPr txBox="1"/>
          <p:nvPr/>
        </p:nvSpPr>
        <p:spPr>
          <a:xfrm>
            <a:off x="7514984" y="211904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1.4 × 1.8  =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91F75B1-E50E-F5D1-77D0-05FCD78DB874}"/>
              </a:ext>
            </a:extLst>
          </p:cNvPr>
          <p:cNvSpPr txBox="1"/>
          <p:nvPr/>
        </p:nvSpPr>
        <p:spPr>
          <a:xfrm>
            <a:off x="8926818" y="2119040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2.52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FD86BF-CB50-6FCC-670D-0591F3EEAA97}"/>
              </a:ext>
            </a:extLst>
          </p:cNvPr>
          <p:cNvSpPr txBox="1"/>
          <p:nvPr/>
        </p:nvSpPr>
        <p:spPr>
          <a:xfrm>
            <a:off x="6756408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0648814-773C-0617-3004-CA56AE8455E5}"/>
              </a:ext>
            </a:extLst>
          </p:cNvPr>
          <p:cNvSpPr txBox="1"/>
          <p:nvPr/>
        </p:nvSpPr>
        <p:spPr>
          <a:xfrm>
            <a:off x="7450063" y="2900436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0.2 × 0.16  =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47F8984-BE6C-8F42-8655-0CAABD943C57}"/>
              </a:ext>
            </a:extLst>
          </p:cNvPr>
          <p:cNvSpPr txBox="1"/>
          <p:nvPr/>
        </p:nvSpPr>
        <p:spPr>
          <a:xfrm>
            <a:off x="8861896" y="2900436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0.032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D274DAD-6820-42FE-C65B-20B8821AE1CD}"/>
              </a:ext>
            </a:extLst>
          </p:cNvPr>
          <p:cNvSpPr txBox="1"/>
          <p:nvPr/>
        </p:nvSpPr>
        <p:spPr>
          <a:xfrm>
            <a:off x="6756408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C64C6B8-F320-C04A-EC29-0EA5FA67E4AE}"/>
              </a:ext>
            </a:extLst>
          </p:cNvPr>
          <p:cNvSpPr txBox="1"/>
          <p:nvPr/>
        </p:nvSpPr>
        <p:spPr>
          <a:xfrm>
            <a:off x="7450063" y="3681832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1.6 × 0.05  =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1E6CCF0-0650-7084-8289-2215D6C88C03}"/>
              </a:ext>
            </a:extLst>
          </p:cNvPr>
          <p:cNvSpPr txBox="1"/>
          <p:nvPr/>
        </p:nvSpPr>
        <p:spPr>
          <a:xfrm>
            <a:off x="8926818" y="368183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C1B95D8-FD1A-3B1E-EDF7-A668F477F836}"/>
              </a:ext>
            </a:extLst>
          </p:cNvPr>
          <p:cNvSpPr txBox="1"/>
          <p:nvPr/>
        </p:nvSpPr>
        <p:spPr>
          <a:xfrm>
            <a:off x="6756408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137D3EA-DF24-18DD-F2B0-790BCBC2EEDD}"/>
              </a:ext>
            </a:extLst>
          </p:cNvPr>
          <p:cNvSpPr txBox="1"/>
          <p:nvPr/>
        </p:nvSpPr>
        <p:spPr>
          <a:xfrm>
            <a:off x="7450063" y="4463228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2.2 × 0.15  =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FDA7D06-4A3B-8A83-7C76-4809315E15AD}"/>
              </a:ext>
            </a:extLst>
          </p:cNvPr>
          <p:cNvSpPr txBox="1"/>
          <p:nvPr/>
        </p:nvSpPr>
        <p:spPr>
          <a:xfrm>
            <a:off x="8926818" y="446322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DC8E2B-7896-F423-4767-4A3A12C582CB}"/>
              </a:ext>
            </a:extLst>
          </p:cNvPr>
          <p:cNvSpPr txBox="1"/>
          <p:nvPr/>
        </p:nvSpPr>
        <p:spPr>
          <a:xfrm>
            <a:off x="6756408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FEF484-0BD5-8ABA-899A-2A36E14E8F51}"/>
              </a:ext>
            </a:extLst>
          </p:cNvPr>
          <p:cNvSpPr txBox="1"/>
          <p:nvPr/>
        </p:nvSpPr>
        <p:spPr>
          <a:xfrm>
            <a:off x="7450063" y="5244624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1.24 × 0.6  =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936D889-0751-5F8F-5201-2F08E3F386B9}"/>
              </a:ext>
            </a:extLst>
          </p:cNvPr>
          <p:cNvSpPr txBox="1"/>
          <p:nvPr/>
        </p:nvSpPr>
        <p:spPr>
          <a:xfrm>
            <a:off x="8861896" y="5244624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0.744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5F5DE8-9B55-1323-58BD-90EC3EED71B2}"/>
              </a:ext>
            </a:extLst>
          </p:cNvPr>
          <p:cNvSpPr txBox="1"/>
          <p:nvPr/>
        </p:nvSpPr>
        <p:spPr>
          <a:xfrm>
            <a:off x="6756408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A51AA5C-4F79-0F66-188D-2F36C80BBDF8}"/>
              </a:ext>
            </a:extLst>
          </p:cNvPr>
          <p:cNvSpPr txBox="1"/>
          <p:nvPr/>
        </p:nvSpPr>
        <p:spPr>
          <a:xfrm>
            <a:off x="7450063" y="6026022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2.21 × 3.5  =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9813FA6-ACE5-2ABF-144F-EC439CDDD214}"/>
              </a:ext>
            </a:extLst>
          </p:cNvPr>
          <p:cNvSpPr txBox="1"/>
          <p:nvPr/>
        </p:nvSpPr>
        <p:spPr>
          <a:xfrm>
            <a:off x="8861896" y="6026022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7.735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DE9C49-F8A0-A19A-436A-F5BF4ED6BF53}"/>
              </a:ext>
            </a:extLst>
          </p:cNvPr>
          <p:cNvSpPr txBox="1"/>
          <p:nvPr/>
        </p:nvSpPr>
        <p:spPr>
          <a:xfrm>
            <a:off x="784744" y="137272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543B4-DF00-9D5C-0B90-98C767F0C009}"/>
              </a:ext>
            </a:extLst>
          </p:cNvPr>
          <p:cNvSpPr/>
          <p:nvPr/>
        </p:nvSpPr>
        <p:spPr>
          <a:xfrm>
            <a:off x="4300667" y="232787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D679E-F0C9-90EF-D16B-D9545984005E}"/>
              </a:ext>
            </a:extLst>
          </p:cNvPr>
          <p:cNvSpPr txBox="1"/>
          <p:nvPr/>
        </p:nvSpPr>
        <p:spPr>
          <a:xfrm>
            <a:off x="7622287" y="17564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6" grpId="0" animBg="1"/>
      <p:bldP spid="21" grpId="0" animBg="1"/>
      <p:bldP spid="25" grpId="0" animBg="1"/>
      <p:bldP spid="29" grpId="0" animBg="1"/>
      <p:bldP spid="35" grpId="0" animBg="1"/>
      <p:bldP spid="42" grpId="0" animBg="1"/>
      <p:bldP spid="45" grpId="0" animBg="1"/>
      <p:bldP spid="51" grpId="0" animBg="1"/>
      <p:bldP spid="54" grpId="0" animBg="1"/>
      <p:bldP spid="57" grpId="0" animBg="1"/>
      <p:bldP spid="60" grpId="0" animBg="1"/>
      <p:bldP spid="63" grpId="0" animBg="1"/>
      <p:bldP spid="89" grpId="0" animBg="1"/>
      <p:bldP spid="92" grpId="0" animBg="1"/>
      <p:bldP spid="95" grpId="0" animBg="1"/>
      <p:bldP spid="98" grpId="0" animBg="1"/>
      <p:bldP spid="101" grpId="0" animBg="1"/>
      <p:bldP spid="104" grpId="0" animBg="1"/>
      <p:bldP spid="10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355F51-0465-A83F-B944-B746795B0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5" y="241895"/>
            <a:ext cx="4611310" cy="3152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70BDE6-DFC8-18B6-1C01-0F5F8E0A0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520" y="241893"/>
            <a:ext cx="4795520" cy="3152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6A68E-05AC-09F9-8555-B7F193C79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5" y="3463525"/>
            <a:ext cx="4611310" cy="327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4FB05E-5264-D802-8131-667220BC9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520" y="3463527"/>
            <a:ext cx="4795520" cy="32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82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10666</TotalTime>
  <Words>345</Words>
  <Application>Microsoft Office PowerPoint</Application>
  <PresentationFormat>A4 Paper (210x297 mm)</PresentationFormat>
  <Paragraphs>135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553</cp:revision>
  <cp:lastPrinted>2017-12-31T22:38:51Z</cp:lastPrinted>
  <dcterms:created xsi:type="dcterms:W3CDTF">2017-01-17T16:57:04Z</dcterms:created>
  <dcterms:modified xsi:type="dcterms:W3CDTF">2024-05-23T10:24:55Z</dcterms:modified>
</cp:coreProperties>
</file>