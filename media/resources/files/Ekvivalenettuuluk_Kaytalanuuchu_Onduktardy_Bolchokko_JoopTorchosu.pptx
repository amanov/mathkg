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0"/>
  </p:notesMasterIdLst>
  <p:sldIdLst>
    <p:sldId id="257" r:id="rId2"/>
    <p:sldId id="920" r:id="rId3"/>
    <p:sldId id="916" r:id="rId4"/>
    <p:sldId id="838" r:id="rId5"/>
    <p:sldId id="917" r:id="rId6"/>
    <p:sldId id="918" r:id="rId7"/>
    <p:sldId id="919" r:id="rId8"/>
    <p:sldId id="274" r:id="rId9"/>
  </p:sldIdLst>
  <p:sldSz cx="9906000" cy="6858000" type="A4"/>
  <p:notesSz cx="6669088" cy="9926638"/>
  <p:embeddedFontLst>
    <p:embeddedFont>
      <p:font typeface="Aharoni" panose="02010803020104030203" pitchFamily="2" charset="-79"/>
      <p:bold r:id="rId11"/>
    </p:embeddedFont>
    <p:embeddedFont>
      <p:font typeface="Bahnschrift" panose="020B0502040204020203" pitchFamily="34" charset="0"/>
      <p:regular r:id="rId12"/>
      <p:bold r:id="rId13"/>
    </p:embeddedFont>
    <p:embeddedFont>
      <p:font typeface="Cambria Math" panose="02040503050406030204" pitchFamily="18" charset="0"/>
      <p:regular r:id="rId14"/>
    </p:embeddedFont>
    <p:embeddedFont>
      <p:font typeface="Script MT Bold" panose="03040602040607080904" pitchFamily="66" charset="0"/>
      <p:bold r:id="rId1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257"/>
          </p14:sldIdLst>
        </p14:section>
        <p14:section name="Титулдук слайд" id="{FB592D55-1207-4A56-B587-CE877D79D7E8}">
          <p14:sldIdLst>
            <p14:sldId id="920"/>
          </p14:sldIdLst>
        </p14:section>
        <p14:section name="Көрсөтүү үчүн" id="{7C0E3A1B-500A-4602-B3A4-61EC1D99102D}">
          <p14:sldIdLst>
            <p14:sldId id="916"/>
          </p14:sldIdLst>
        </p14:section>
        <p14:section name="Жообу" id="{22D38B5C-BAA3-45B6-8360-EC82D2065FF3}">
          <p14:sldIdLst>
            <p14:sldId id="838"/>
          </p14:sldIdLst>
        </p14:section>
        <p14:section name="Иш кагаздары" id="{1D8C0968-4B11-474F-92AE-4DDCBDF03728}">
          <p14:sldIdLst>
            <p14:sldId id="917"/>
            <p14:sldId id="918"/>
            <p14:sldId id="919"/>
          </p14:sldIdLst>
        </p14:section>
        <p14:section name="Кайтарым байланыш" id="{F3D720CF-F566-46A6-9361-125255B68FA6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30/08/2024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8/30/2024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8/30/2024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8/30/2024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8/30/2024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8/30/2024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8/30/2024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8/30/2024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8/30/2024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8/30/2024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8/30/2024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8/30/2024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8/30/2024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256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8/30/2024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037" y="1510665"/>
            <a:ext cx="8543925" cy="4351338"/>
          </a:xfrm>
        </p:spPr>
        <p:txBody>
          <a:bodyPr>
            <a:normAutofit/>
          </a:bodyPr>
          <a:lstStyle/>
          <a:p>
            <a:r>
              <a:rPr lang="ru-RU" sz="2400" dirty="0"/>
              <a:t>Кайталануучу ондуктар – Айландыруу– Жооптор торчосу</a:t>
            </a:r>
            <a:endParaRPr lang="en-US" sz="2400" dirty="0"/>
          </a:p>
          <a:p>
            <a:endParaRPr lang="en-US" sz="2400" dirty="0"/>
          </a:p>
          <a:p>
            <a:r>
              <a:rPr lang="ru-RU" sz="2400" dirty="0"/>
              <a:t>Окуучулар жооптор торчосунда жоопторду сызып, калган беш сандардын суммасын чыгарышы керек.</a:t>
            </a:r>
            <a:endParaRPr lang="en-US" sz="2400" dirty="0"/>
          </a:p>
          <a:p>
            <a:endParaRPr lang="ru-RU" sz="2400" dirty="0"/>
          </a:p>
          <a:p>
            <a:r>
              <a:rPr lang="ru-RU" sz="2400" dirty="0"/>
              <a:t>Иш баракчасы ар кандай өлчөмдө/форматтарда берилет.</a:t>
            </a:r>
          </a:p>
          <a:p>
            <a:endParaRPr lang="ru-RU" sz="2400" dirty="0"/>
          </a:p>
          <a:p>
            <a:r>
              <a:rPr lang="ru-RU" sz="2400" dirty="0"/>
              <a:t>Анимацияларды текшерип, </a:t>
            </a:r>
            <a:r>
              <a:rPr lang="ky-KG" sz="2400" dirty="0"/>
              <a:t>сабагы</a:t>
            </a:r>
            <a:r>
              <a:rPr lang="ru-RU" sz="2400" dirty="0"/>
              <a:t>ң</a:t>
            </a:r>
            <a:r>
              <a:rPr lang="ky-KG" sz="2400" dirty="0"/>
              <a:t>ызга </a:t>
            </a:r>
            <a:r>
              <a:rPr lang="ru-RU" sz="2400" b="1" dirty="0">
                <a:solidFill>
                  <a:srgbClr val="FF0000"/>
                </a:solidFill>
              </a:rPr>
              <a:t>КЕРЕГИ ЖОК </a:t>
            </a:r>
            <a:r>
              <a:rPr lang="ru-RU" sz="2400" dirty="0"/>
              <a:t>слайддарды </a:t>
            </a:r>
            <a:r>
              <a:rPr lang="ru-RU" sz="2800" b="1" dirty="0">
                <a:solidFill>
                  <a:srgbClr val="FF0000"/>
                </a:solidFill>
              </a:rPr>
              <a:t>ӨЧҮРҮ</a:t>
            </a:r>
            <a:r>
              <a:rPr lang="ky-KG" sz="2800" b="1" dirty="0">
                <a:solidFill>
                  <a:srgbClr val="FF0000"/>
                </a:solidFill>
              </a:rPr>
              <a:t>П САЛЫ</a:t>
            </a:r>
            <a:r>
              <a:rPr lang="ru-RU" sz="2800" b="1" dirty="0">
                <a:solidFill>
                  <a:srgbClr val="FF0000"/>
                </a:solidFill>
              </a:rPr>
              <a:t>ҢЫЗ.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52400" y="244157"/>
            <a:ext cx="7641034" cy="1137642"/>
          </a:xfrm>
        </p:spPr>
        <p:txBody>
          <a:bodyPr>
            <a:normAutofit/>
          </a:bodyPr>
          <a:lstStyle/>
          <a:p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518F3C0-CB86-4363-8C1E-1F32D139DED0}"/>
              </a:ext>
            </a:extLst>
          </p:cNvPr>
          <p:cNvSpPr txBox="1"/>
          <p:nvPr/>
        </p:nvSpPr>
        <p:spPr>
          <a:xfrm>
            <a:off x="1547067" y="2084252"/>
            <a:ext cx="71797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бир жоопту ТОРЧОдон табыңыз!</a:t>
            </a:r>
            <a:endParaRPr kumimoji="0" lang="en-GB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8152C6-FA9B-CCEA-65A2-D9050ECC73CD}"/>
              </a:ext>
            </a:extLst>
          </p:cNvPr>
          <p:cNvSpPr txBox="1"/>
          <p:nvPr/>
        </p:nvSpPr>
        <p:spPr>
          <a:xfrm>
            <a:off x="1270000" y="412596"/>
            <a:ext cx="73558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haroni" panose="02010803020104030203" pitchFamily="2" charset="-79"/>
              </a:rPr>
              <a:t>Жооп ТОРЧОсу</a:t>
            </a:r>
            <a:endParaRPr kumimoji="0" lang="en-US" sz="8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cript MT Bold" panose="03040602040607080904" pitchFamily="66" charset="0"/>
              <a:ea typeface="+mn-ea"/>
              <a:cs typeface="Aharoni" panose="02010803020104030203" pitchFamily="2" charset="-79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79104F-92BB-7AEB-E9EF-40B6DEB0B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68" y="3151655"/>
            <a:ext cx="8178102" cy="283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7773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66ECEF9F-434E-4379-BE8F-FC57D6668F3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55080" y="51515"/>
              <a:ext cx="3497580" cy="33112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82930">
                      <a:extLst>
                        <a:ext uri="{9D8B030D-6E8A-4147-A177-3AD203B41FA5}">
                          <a16:colId xmlns:a16="http://schemas.microsoft.com/office/drawing/2014/main" val="2514106738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4272731682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4094935927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770603539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1717181824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2866367759"/>
                        </a:ext>
                      </a:extLst>
                    </a:gridCol>
                  </a:tblGrid>
                  <a:tr h="827808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23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53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5944848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18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187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35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8032225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8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22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687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3340403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250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8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23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62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004899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66ECEF9F-434E-4379-BE8F-FC57D6668F3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55080" y="51515"/>
              <a:ext cx="3497580" cy="33112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82930">
                      <a:extLst>
                        <a:ext uri="{9D8B030D-6E8A-4147-A177-3AD203B41FA5}">
                          <a16:colId xmlns:a16="http://schemas.microsoft.com/office/drawing/2014/main" val="2514106738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4272731682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4094935927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770603539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1717181824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2866367759"/>
                        </a:ext>
                      </a:extLst>
                    </a:gridCol>
                  </a:tblGrid>
                  <a:tr h="82780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83" t="-1471" r="-503125" b="-3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2083" t="-1471" r="-403125" b="-3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2083" t="-1471" r="-303125" b="-3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5263" t="-1471" r="-206316" b="-3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1042" t="-1471" r="-104167" b="-3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1042" t="-1471" r="-4167" b="-3036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5944848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83" t="-101471" r="-503125" b="-2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2083" t="-101471" r="-403125" b="-2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2083" t="-101471" r="-303125" b="-2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5263" t="-101471" r="-206316" b="-2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1042" t="-101471" r="-104167" b="-2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1042" t="-101471" r="-4167" b="-2036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8032225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83" t="-201471" r="-503125" b="-1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2083" t="-201471" r="-403125" b="-1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2083" t="-201471" r="-303125" b="-1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5263" t="-201471" r="-206316" b="-1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1042" t="-201471" r="-104167" b="-1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1042" t="-201471" r="-4167" b="-1036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3340403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83" t="-301471" r="-503125" b="-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2083" t="-301471" r="-403125" b="-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2083" t="-301471" r="-303125" b="-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5263" t="-301471" r="-206316" b="-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1042" t="-301471" r="-104167" b="-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1042" t="-301471" r="-4167" b="-36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00489906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4CACCE-EE06-4252-A99D-23B46901304D}"/>
              </a:ext>
            </a:extLst>
          </p:cNvPr>
          <p:cNvGraphicFramePr>
            <a:graphicFrameLocks noGrp="1"/>
          </p:cNvGraphicFramePr>
          <p:nvPr/>
        </p:nvGraphicFramePr>
        <p:xfrm>
          <a:off x="61545" y="617195"/>
          <a:ext cx="6194475" cy="2745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895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1238895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1238895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1238895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1238895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6863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0,250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0,198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0,159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0,045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0,558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0,207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0,35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0,063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0,81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0,08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0,51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0,27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0,687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8E9F625A-1B68-40AB-9ADC-7932D09FF7CC}"/>
              </a:ext>
            </a:extLst>
          </p:cNvPr>
          <p:cNvSpPr/>
          <p:nvPr/>
        </p:nvSpPr>
        <p:spPr>
          <a:xfrm>
            <a:off x="5562600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84AC1267-0E54-4CD0-A180-5232421291EB}"/>
              </a:ext>
            </a:extLst>
          </p:cNvPr>
          <p:cNvSpPr/>
          <p:nvPr/>
        </p:nvSpPr>
        <p:spPr>
          <a:xfrm>
            <a:off x="4486275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8765ABC-F017-43C7-A559-0D70A1B472FA}"/>
              </a:ext>
            </a:extLst>
          </p:cNvPr>
          <p:cNvSpPr/>
          <p:nvPr/>
        </p:nvSpPr>
        <p:spPr>
          <a:xfrm>
            <a:off x="3073400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7E6A87F-17CF-4E95-8788-FB4C370D6257}"/>
              </a:ext>
            </a:extLst>
          </p:cNvPr>
          <p:cNvSpPr/>
          <p:nvPr/>
        </p:nvSpPr>
        <p:spPr>
          <a:xfrm>
            <a:off x="1931670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A001CB96-509C-49B3-B6C4-50AD242638C3}"/>
              </a:ext>
            </a:extLst>
          </p:cNvPr>
          <p:cNvSpPr/>
          <p:nvPr/>
        </p:nvSpPr>
        <p:spPr>
          <a:xfrm>
            <a:off x="769620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90CA0F5-23FF-439E-92DA-704712FAA362}"/>
              </a:ext>
            </a:extLst>
          </p:cNvPr>
          <p:cNvSpPr/>
          <p:nvPr/>
        </p:nvSpPr>
        <p:spPr>
          <a:xfrm>
            <a:off x="5796915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0730E4C7-C5B0-41F7-AF06-ECE3B0E13045}"/>
              </a:ext>
            </a:extLst>
          </p:cNvPr>
          <p:cNvSpPr/>
          <p:nvPr/>
        </p:nvSpPr>
        <p:spPr>
          <a:xfrm>
            <a:off x="4642485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3F00278-E46D-4737-A034-A4D4FE766B32}"/>
              </a:ext>
            </a:extLst>
          </p:cNvPr>
          <p:cNvSpPr/>
          <p:nvPr/>
        </p:nvSpPr>
        <p:spPr>
          <a:xfrm>
            <a:off x="3256280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F58488F-EEDC-47B8-9998-EFC3CFC9EBE3}"/>
              </a:ext>
            </a:extLst>
          </p:cNvPr>
          <p:cNvSpPr/>
          <p:nvPr/>
        </p:nvSpPr>
        <p:spPr>
          <a:xfrm>
            <a:off x="2009775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9DCF9FBF-AA4D-4822-A88C-3A0A9A2A68CE}"/>
              </a:ext>
            </a:extLst>
          </p:cNvPr>
          <p:cNvSpPr/>
          <p:nvPr/>
        </p:nvSpPr>
        <p:spPr>
          <a:xfrm>
            <a:off x="904875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8A24A9ED-6ABD-4C37-BECA-B057898A9E27}"/>
              </a:ext>
            </a:extLst>
          </p:cNvPr>
          <p:cNvSpPr/>
          <p:nvPr/>
        </p:nvSpPr>
        <p:spPr>
          <a:xfrm>
            <a:off x="5674995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2BF1996A-A0A7-49A8-ABCE-41FE7DC86CEC}"/>
              </a:ext>
            </a:extLst>
          </p:cNvPr>
          <p:cNvSpPr/>
          <p:nvPr/>
        </p:nvSpPr>
        <p:spPr>
          <a:xfrm>
            <a:off x="4486275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5EACC2D0-4315-4EB6-861D-EDF0250D04B1}"/>
              </a:ext>
            </a:extLst>
          </p:cNvPr>
          <p:cNvSpPr/>
          <p:nvPr/>
        </p:nvSpPr>
        <p:spPr>
          <a:xfrm>
            <a:off x="3157220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FACFE880-5FAD-47B4-97AD-51CC24907C15}"/>
              </a:ext>
            </a:extLst>
          </p:cNvPr>
          <p:cNvSpPr/>
          <p:nvPr/>
        </p:nvSpPr>
        <p:spPr>
          <a:xfrm>
            <a:off x="2167890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0435F55-DF4F-463E-AA11-7FF2D8587B38}"/>
              </a:ext>
            </a:extLst>
          </p:cNvPr>
          <p:cNvSpPr/>
          <p:nvPr/>
        </p:nvSpPr>
        <p:spPr>
          <a:xfrm>
            <a:off x="822960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FE0231F0-FB8E-464C-A255-3FA22A75EB6D}"/>
              </a:ext>
            </a:extLst>
          </p:cNvPr>
          <p:cNvSpPr/>
          <p:nvPr/>
        </p:nvSpPr>
        <p:spPr>
          <a:xfrm>
            <a:off x="5570220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EFD231EE-AD2E-4B1E-AE7F-6324EB686637}"/>
              </a:ext>
            </a:extLst>
          </p:cNvPr>
          <p:cNvSpPr/>
          <p:nvPr/>
        </p:nvSpPr>
        <p:spPr>
          <a:xfrm>
            <a:off x="4560570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69EBEB3E-3528-4773-BF9D-E96018419B5D}"/>
              </a:ext>
            </a:extLst>
          </p:cNvPr>
          <p:cNvSpPr/>
          <p:nvPr/>
        </p:nvSpPr>
        <p:spPr>
          <a:xfrm>
            <a:off x="3246755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20A5619-E07F-4A08-8C46-B23ED91FB220}"/>
              </a:ext>
            </a:extLst>
          </p:cNvPr>
          <p:cNvSpPr/>
          <p:nvPr/>
        </p:nvSpPr>
        <p:spPr>
          <a:xfrm>
            <a:off x="1948815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DC1E0DA-37D6-4C4A-9664-A1679AF839EF}"/>
              </a:ext>
            </a:extLst>
          </p:cNvPr>
          <p:cNvSpPr/>
          <p:nvPr/>
        </p:nvSpPr>
        <p:spPr>
          <a:xfrm>
            <a:off x="676275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707D4575-B11D-47AD-8E44-CF61E5781374}"/>
              </a:ext>
            </a:extLst>
          </p:cNvPr>
          <p:cNvSpPr/>
          <p:nvPr/>
        </p:nvSpPr>
        <p:spPr>
          <a:xfrm>
            <a:off x="2057400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E70AB8DE-31DF-44C9-B668-16DE2A2F9001}"/>
              </a:ext>
            </a:extLst>
          </p:cNvPr>
          <p:cNvSpPr/>
          <p:nvPr/>
        </p:nvSpPr>
        <p:spPr>
          <a:xfrm>
            <a:off x="3322955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C071A886-F381-48B4-8179-08A8EA33984E}"/>
              </a:ext>
            </a:extLst>
          </p:cNvPr>
          <p:cNvSpPr/>
          <p:nvPr/>
        </p:nvSpPr>
        <p:spPr>
          <a:xfrm>
            <a:off x="2085975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7BE89202-0B57-4BB1-A614-005FE2EF19C1}"/>
              </a:ext>
            </a:extLst>
          </p:cNvPr>
          <p:cNvSpPr/>
          <p:nvPr/>
        </p:nvSpPr>
        <p:spPr>
          <a:xfrm>
            <a:off x="5804535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F28DC06-CD7F-4044-8853-53FF6336E83B}"/>
              </a:ext>
            </a:extLst>
          </p:cNvPr>
          <p:cNvSpPr/>
          <p:nvPr/>
        </p:nvSpPr>
        <p:spPr>
          <a:xfrm>
            <a:off x="847725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C2E01A1-FE78-42B4-BCCB-A1BE48D83462}"/>
              </a:ext>
            </a:extLst>
          </p:cNvPr>
          <p:cNvSpPr/>
          <p:nvPr/>
        </p:nvSpPr>
        <p:spPr>
          <a:xfrm>
            <a:off x="3399155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E5D473B0-0DD3-45B3-9605-2FA5859605DD}"/>
              </a:ext>
            </a:extLst>
          </p:cNvPr>
          <p:cNvSpPr/>
          <p:nvPr/>
        </p:nvSpPr>
        <p:spPr>
          <a:xfrm>
            <a:off x="5882640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DEAEAC3-8A60-409D-8137-2BA13C757793}"/>
              </a:ext>
            </a:extLst>
          </p:cNvPr>
          <p:cNvSpPr/>
          <p:nvPr/>
        </p:nvSpPr>
        <p:spPr>
          <a:xfrm>
            <a:off x="607695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FED754A0-5F42-43BA-B291-996C25D03FCB}"/>
              </a:ext>
            </a:extLst>
          </p:cNvPr>
          <p:cNvSpPr/>
          <p:nvPr/>
        </p:nvSpPr>
        <p:spPr>
          <a:xfrm>
            <a:off x="5846445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147446DE-BA30-492F-8308-606CD38A2BDE}"/>
              </a:ext>
            </a:extLst>
          </p:cNvPr>
          <p:cNvSpPr/>
          <p:nvPr/>
        </p:nvSpPr>
        <p:spPr>
          <a:xfrm>
            <a:off x="4314825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621B25FC-2D0A-4728-B8C5-E61646226621}"/>
              </a:ext>
            </a:extLst>
          </p:cNvPr>
          <p:cNvSpPr/>
          <p:nvPr/>
        </p:nvSpPr>
        <p:spPr>
          <a:xfrm>
            <a:off x="3410585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09EBE2A9-3D44-4784-A2C7-CBDF1751ADE5}"/>
              </a:ext>
            </a:extLst>
          </p:cNvPr>
          <p:cNvSpPr/>
          <p:nvPr/>
        </p:nvSpPr>
        <p:spPr>
          <a:xfrm>
            <a:off x="4642485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D4E201-101C-A5E0-E05A-CD80011F9062}"/>
              </a:ext>
            </a:extLst>
          </p:cNvPr>
          <p:cNvSpPr/>
          <p:nvPr/>
        </p:nvSpPr>
        <p:spPr>
          <a:xfrm>
            <a:off x="2120265" y="10875"/>
            <a:ext cx="462364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Ар бир жоопту сызып, андан кийин </a:t>
            </a:r>
          </a:p>
          <a:p>
            <a:pPr algn="ctr"/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калган 4 жоопту тегеректеңиз.</a:t>
            </a:r>
            <a:endParaRPr lang="en-GB" sz="1600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AFD4EA-322F-F1FF-E7CA-652FF3A44627}"/>
              </a:ext>
            </a:extLst>
          </p:cNvPr>
          <p:cNvSpPr txBox="1"/>
          <p:nvPr/>
        </p:nvSpPr>
        <p:spPr>
          <a:xfrm>
            <a:off x="0" y="23778"/>
            <a:ext cx="25628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>
                <a:cs typeface="Aharoni" panose="02010803020104030203" pitchFamily="2" charset="-79"/>
              </a:rPr>
              <a:t>Жооп </a:t>
            </a:r>
            <a:r>
              <a:rPr lang="ru-RU" sz="2800" b="1" dirty="0">
                <a:latin typeface="Bahnschrift" panose="020B0502040204020203" pitchFamily="34" charset="0"/>
                <a:cs typeface="Aharoni" panose="02010803020104030203" pitchFamily="2" charset="-79"/>
              </a:rPr>
              <a:t>ТОРЧОсу</a:t>
            </a:r>
            <a:endParaRPr lang="en-US" sz="2800" b="1" dirty="0">
              <a:latin typeface="Bahnschrift" panose="020B0502040204020203" pitchFamily="34" charset="0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290395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66ECEF9F-434E-4379-BE8F-FC57D6668F3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94481588"/>
                  </p:ext>
                </p:extLst>
              </p:nvPr>
            </p:nvGraphicFramePr>
            <p:xfrm>
              <a:off x="6355080" y="51515"/>
              <a:ext cx="3497580" cy="33112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82930">
                      <a:extLst>
                        <a:ext uri="{9D8B030D-6E8A-4147-A177-3AD203B41FA5}">
                          <a16:colId xmlns:a16="http://schemas.microsoft.com/office/drawing/2014/main" val="2514106738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4272731682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4094935927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770603539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1717181824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2866367759"/>
                        </a:ext>
                      </a:extLst>
                    </a:gridCol>
                  </a:tblGrid>
                  <a:tr h="827808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23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53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5944848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18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187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35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8032225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8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22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687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3340403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250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8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23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62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004899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66ECEF9F-434E-4379-BE8F-FC57D6668F3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94481588"/>
                  </p:ext>
                </p:extLst>
              </p:nvPr>
            </p:nvGraphicFramePr>
            <p:xfrm>
              <a:off x="6355080" y="51515"/>
              <a:ext cx="3497580" cy="33112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82930">
                      <a:extLst>
                        <a:ext uri="{9D8B030D-6E8A-4147-A177-3AD203B41FA5}">
                          <a16:colId xmlns:a16="http://schemas.microsoft.com/office/drawing/2014/main" val="2514106738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4272731682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4094935927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770603539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1717181824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2866367759"/>
                        </a:ext>
                      </a:extLst>
                    </a:gridCol>
                  </a:tblGrid>
                  <a:tr h="82780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83" t="-1471" r="-503125" b="-3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2083" t="-1471" r="-403125" b="-3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2083" t="-1471" r="-303125" b="-3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5263" t="-1471" r="-206316" b="-3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1042" t="-1471" r="-104167" b="-3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1042" t="-1471" r="-4167" b="-3036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5944848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83" t="-101471" r="-503125" b="-2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2083" t="-101471" r="-403125" b="-2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2083" t="-101471" r="-303125" b="-2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5263" t="-101471" r="-206316" b="-2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1042" t="-101471" r="-104167" b="-2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1042" t="-101471" r="-4167" b="-2036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8032225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83" t="-201471" r="-503125" b="-1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2083" t="-201471" r="-403125" b="-1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2083" t="-201471" r="-303125" b="-1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5263" t="-201471" r="-206316" b="-1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1042" t="-201471" r="-104167" b="-1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1042" t="-201471" r="-4167" b="-1036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3340403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83" t="-301471" r="-503125" b="-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2083" t="-301471" r="-403125" b="-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2083" t="-301471" r="-303125" b="-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5263" t="-301471" r="-206316" b="-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1042" t="-301471" r="-104167" b="-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1042" t="-301471" r="-4167" b="-36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00489906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4CACCE-EE06-4252-A99D-23B4690130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8826339"/>
              </p:ext>
            </p:extLst>
          </p:nvPr>
        </p:nvGraphicFramePr>
        <p:xfrm>
          <a:off x="61545" y="617195"/>
          <a:ext cx="6194475" cy="2745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895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1238895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1238895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1238895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1238895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6863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0,250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0,198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0,159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0,045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0,558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0,207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0,35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0,063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0,81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0,08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0,51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0,27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0,687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8E9F625A-1B68-40AB-9ADC-7932D09FF7CC}"/>
              </a:ext>
            </a:extLst>
          </p:cNvPr>
          <p:cNvSpPr/>
          <p:nvPr/>
        </p:nvSpPr>
        <p:spPr>
          <a:xfrm>
            <a:off x="5562600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84AC1267-0E54-4CD0-A180-5232421291EB}"/>
              </a:ext>
            </a:extLst>
          </p:cNvPr>
          <p:cNvSpPr/>
          <p:nvPr/>
        </p:nvSpPr>
        <p:spPr>
          <a:xfrm>
            <a:off x="4486275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8765ABC-F017-43C7-A559-0D70A1B472FA}"/>
              </a:ext>
            </a:extLst>
          </p:cNvPr>
          <p:cNvSpPr/>
          <p:nvPr/>
        </p:nvSpPr>
        <p:spPr>
          <a:xfrm>
            <a:off x="3073400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7E6A87F-17CF-4E95-8788-FB4C370D6257}"/>
              </a:ext>
            </a:extLst>
          </p:cNvPr>
          <p:cNvSpPr/>
          <p:nvPr/>
        </p:nvSpPr>
        <p:spPr>
          <a:xfrm>
            <a:off x="1931670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A001CB96-509C-49B3-B6C4-50AD242638C3}"/>
              </a:ext>
            </a:extLst>
          </p:cNvPr>
          <p:cNvSpPr/>
          <p:nvPr/>
        </p:nvSpPr>
        <p:spPr>
          <a:xfrm>
            <a:off x="769620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90CA0F5-23FF-439E-92DA-704712FAA362}"/>
              </a:ext>
            </a:extLst>
          </p:cNvPr>
          <p:cNvSpPr/>
          <p:nvPr/>
        </p:nvSpPr>
        <p:spPr>
          <a:xfrm>
            <a:off x="5796915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0730E4C7-C5B0-41F7-AF06-ECE3B0E13045}"/>
              </a:ext>
            </a:extLst>
          </p:cNvPr>
          <p:cNvSpPr/>
          <p:nvPr/>
        </p:nvSpPr>
        <p:spPr>
          <a:xfrm>
            <a:off x="4642485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3F00278-E46D-4737-A034-A4D4FE766B32}"/>
              </a:ext>
            </a:extLst>
          </p:cNvPr>
          <p:cNvSpPr/>
          <p:nvPr/>
        </p:nvSpPr>
        <p:spPr>
          <a:xfrm>
            <a:off x="3256280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F58488F-EEDC-47B8-9998-EFC3CFC9EBE3}"/>
              </a:ext>
            </a:extLst>
          </p:cNvPr>
          <p:cNvSpPr/>
          <p:nvPr/>
        </p:nvSpPr>
        <p:spPr>
          <a:xfrm>
            <a:off x="2009775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9DCF9FBF-AA4D-4822-A88C-3A0A9A2A68CE}"/>
              </a:ext>
            </a:extLst>
          </p:cNvPr>
          <p:cNvSpPr/>
          <p:nvPr/>
        </p:nvSpPr>
        <p:spPr>
          <a:xfrm>
            <a:off x="904875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8A24A9ED-6ABD-4C37-BECA-B057898A9E27}"/>
              </a:ext>
            </a:extLst>
          </p:cNvPr>
          <p:cNvSpPr/>
          <p:nvPr/>
        </p:nvSpPr>
        <p:spPr>
          <a:xfrm>
            <a:off x="5674995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2BF1996A-A0A7-49A8-ABCE-41FE7DC86CEC}"/>
              </a:ext>
            </a:extLst>
          </p:cNvPr>
          <p:cNvSpPr/>
          <p:nvPr/>
        </p:nvSpPr>
        <p:spPr>
          <a:xfrm>
            <a:off x="4486275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5EACC2D0-4315-4EB6-861D-EDF0250D04B1}"/>
              </a:ext>
            </a:extLst>
          </p:cNvPr>
          <p:cNvSpPr/>
          <p:nvPr/>
        </p:nvSpPr>
        <p:spPr>
          <a:xfrm>
            <a:off x="3157220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FACFE880-5FAD-47B4-97AD-51CC24907C15}"/>
              </a:ext>
            </a:extLst>
          </p:cNvPr>
          <p:cNvSpPr/>
          <p:nvPr/>
        </p:nvSpPr>
        <p:spPr>
          <a:xfrm>
            <a:off x="2167890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0435F55-DF4F-463E-AA11-7FF2D8587B38}"/>
              </a:ext>
            </a:extLst>
          </p:cNvPr>
          <p:cNvSpPr/>
          <p:nvPr/>
        </p:nvSpPr>
        <p:spPr>
          <a:xfrm>
            <a:off x="822960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FE0231F0-FB8E-464C-A255-3FA22A75EB6D}"/>
              </a:ext>
            </a:extLst>
          </p:cNvPr>
          <p:cNvSpPr/>
          <p:nvPr/>
        </p:nvSpPr>
        <p:spPr>
          <a:xfrm>
            <a:off x="5570220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EFD231EE-AD2E-4B1E-AE7F-6324EB686637}"/>
              </a:ext>
            </a:extLst>
          </p:cNvPr>
          <p:cNvSpPr/>
          <p:nvPr/>
        </p:nvSpPr>
        <p:spPr>
          <a:xfrm>
            <a:off x="4560570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69EBEB3E-3528-4773-BF9D-E96018419B5D}"/>
              </a:ext>
            </a:extLst>
          </p:cNvPr>
          <p:cNvSpPr/>
          <p:nvPr/>
        </p:nvSpPr>
        <p:spPr>
          <a:xfrm>
            <a:off x="3246755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20A5619-E07F-4A08-8C46-B23ED91FB220}"/>
              </a:ext>
            </a:extLst>
          </p:cNvPr>
          <p:cNvSpPr/>
          <p:nvPr/>
        </p:nvSpPr>
        <p:spPr>
          <a:xfrm>
            <a:off x="1948815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DC1E0DA-37D6-4C4A-9664-A1679AF839EF}"/>
              </a:ext>
            </a:extLst>
          </p:cNvPr>
          <p:cNvSpPr/>
          <p:nvPr/>
        </p:nvSpPr>
        <p:spPr>
          <a:xfrm>
            <a:off x="676275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707D4575-B11D-47AD-8E44-CF61E5781374}"/>
              </a:ext>
            </a:extLst>
          </p:cNvPr>
          <p:cNvSpPr/>
          <p:nvPr/>
        </p:nvSpPr>
        <p:spPr>
          <a:xfrm>
            <a:off x="2057400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E70AB8DE-31DF-44C9-B668-16DE2A2F9001}"/>
              </a:ext>
            </a:extLst>
          </p:cNvPr>
          <p:cNvSpPr/>
          <p:nvPr/>
        </p:nvSpPr>
        <p:spPr>
          <a:xfrm>
            <a:off x="3322955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C071A886-F381-48B4-8179-08A8EA33984E}"/>
              </a:ext>
            </a:extLst>
          </p:cNvPr>
          <p:cNvSpPr/>
          <p:nvPr/>
        </p:nvSpPr>
        <p:spPr>
          <a:xfrm>
            <a:off x="2085975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7BE89202-0B57-4BB1-A614-005FE2EF19C1}"/>
              </a:ext>
            </a:extLst>
          </p:cNvPr>
          <p:cNvSpPr/>
          <p:nvPr/>
        </p:nvSpPr>
        <p:spPr>
          <a:xfrm>
            <a:off x="5804535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F28DC06-CD7F-4044-8853-53FF6336E83B}"/>
              </a:ext>
            </a:extLst>
          </p:cNvPr>
          <p:cNvSpPr/>
          <p:nvPr/>
        </p:nvSpPr>
        <p:spPr>
          <a:xfrm>
            <a:off x="847725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C2E01A1-FE78-42B4-BCCB-A1BE48D83462}"/>
              </a:ext>
            </a:extLst>
          </p:cNvPr>
          <p:cNvSpPr/>
          <p:nvPr/>
        </p:nvSpPr>
        <p:spPr>
          <a:xfrm>
            <a:off x="3399155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E5D473B0-0DD3-45B3-9605-2FA5859605DD}"/>
              </a:ext>
            </a:extLst>
          </p:cNvPr>
          <p:cNvSpPr/>
          <p:nvPr/>
        </p:nvSpPr>
        <p:spPr>
          <a:xfrm>
            <a:off x="5882640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DEAEAC3-8A60-409D-8137-2BA13C757793}"/>
              </a:ext>
            </a:extLst>
          </p:cNvPr>
          <p:cNvSpPr/>
          <p:nvPr/>
        </p:nvSpPr>
        <p:spPr>
          <a:xfrm>
            <a:off x="607695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FED754A0-5F42-43BA-B291-996C25D03FCB}"/>
              </a:ext>
            </a:extLst>
          </p:cNvPr>
          <p:cNvSpPr/>
          <p:nvPr/>
        </p:nvSpPr>
        <p:spPr>
          <a:xfrm>
            <a:off x="5846445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147446DE-BA30-492F-8308-606CD38A2BDE}"/>
              </a:ext>
            </a:extLst>
          </p:cNvPr>
          <p:cNvSpPr/>
          <p:nvPr/>
        </p:nvSpPr>
        <p:spPr>
          <a:xfrm>
            <a:off x="4314825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621B25FC-2D0A-4728-B8C5-E61646226621}"/>
              </a:ext>
            </a:extLst>
          </p:cNvPr>
          <p:cNvSpPr/>
          <p:nvPr/>
        </p:nvSpPr>
        <p:spPr>
          <a:xfrm>
            <a:off x="3410585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09EBE2A9-3D44-4784-A2C7-CBDF1751ADE5}"/>
              </a:ext>
            </a:extLst>
          </p:cNvPr>
          <p:cNvSpPr/>
          <p:nvPr/>
        </p:nvSpPr>
        <p:spPr>
          <a:xfrm>
            <a:off x="4642485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655436C-B109-4FED-9E8D-BF36ABD89E01}"/>
              </a:ext>
            </a:extLst>
          </p:cNvPr>
          <p:cNvSpPr/>
          <p:nvPr/>
        </p:nvSpPr>
        <p:spPr>
          <a:xfrm>
            <a:off x="7438292" y="2573654"/>
            <a:ext cx="767422" cy="767422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1" name="Oval 130">
            <a:extLst>
              <a:ext uri="{FF2B5EF4-FFF2-40B4-BE49-F238E27FC236}">
                <a16:creationId xmlns:a16="http://schemas.microsoft.com/office/drawing/2014/main" id="{ECE8BDC5-C36B-4A32-8CA5-35A7EE63C44A}"/>
              </a:ext>
            </a:extLst>
          </p:cNvPr>
          <p:cNvSpPr/>
          <p:nvPr/>
        </p:nvSpPr>
        <p:spPr>
          <a:xfrm>
            <a:off x="8021515" y="1723732"/>
            <a:ext cx="767422" cy="767422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C54F50A9-C09F-4EC5-8E75-812F6A4E5F5A}"/>
              </a:ext>
            </a:extLst>
          </p:cNvPr>
          <p:cNvSpPr/>
          <p:nvPr/>
        </p:nvSpPr>
        <p:spPr>
          <a:xfrm>
            <a:off x="9211407" y="1735455"/>
            <a:ext cx="767422" cy="767422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89CA435D-7D5F-4EE2-8BC9-8A35247825FC}"/>
              </a:ext>
            </a:extLst>
          </p:cNvPr>
          <p:cNvSpPr/>
          <p:nvPr/>
        </p:nvSpPr>
        <p:spPr>
          <a:xfrm>
            <a:off x="6277707" y="41470"/>
            <a:ext cx="767422" cy="767422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E72564-8AB4-53F0-B67E-ED5D1246D5BA}"/>
              </a:ext>
            </a:extLst>
          </p:cNvPr>
          <p:cNvSpPr/>
          <p:nvPr/>
        </p:nvSpPr>
        <p:spPr>
          <a:xfrm>
            <a:off x="2120265" y="10875"/>
            <a:ext cx="462364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Ар бир жоопту сызып, андан кийин </a:t>
            </a:r>
          </a:p>
          <a:p>
            <a:pPr algn="ctr"/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калган 4 жоопту тегеректеңиз.</a:t>
            </a:r>
            <a:endParaRPr lang="en-GB" sz="1600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F3013E-84FE-BE4D-56FF-24682BE169C6}"/>
              </a:ext>
            </a:extLst>
          </p:cNvPr>
          <p:cNvSpPr txBox="1"/>
          <p:nvPr/>
        </p:nvSpPr>
        <p:spPr>
          <a:xfrm>
            <a:off x="0" y="23778"/>
            <a:ext cx="25628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>
                <a:cs typeface="Aharoni" panose="02010803020104030203" pitchFamily="2" charset="-79"/>
              </a:rPr>
              <a:t>Жооп </a:t>
            </a:r>
            <a:r>
              <a:rPr lang="ru-RU" sz="2800" b="1" dirty="0">
                <a:latin typeface="Bahnschrift" panose="020B0502040204020203" pitchFamily="34" charset="0"/>
                <a:cs typeface="Aharoni" panose="02010803020104030203" pitchFamily="2" charset="-79"/>
              </a:rPr>
              <a:t>ТОРЧОсу</a:t>
            </a:r>
            <a:endParaRPr lang="en-US" sz="2800" b="1" dirty="0">
              <a:latin typeface="Bahnschrift" panose="020B0502040204020203" pitchFamily="34" charset="0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8289839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4E4A19EC-63E5-09F3-9A3F-964DBAD6B08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55080" y="51515"/>
              <a:ext cx="3497580" cy="33112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82930">
                      <a:extLst>
                        <a:ext uri="{9D8B030D-6E8A-4147-A177-3AD203B41FA5}">
                          <a16:colId xmlns:a16="http://schemas.microsoft.com/office/drawing/2014/main" val="2514106738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4272731682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4094935927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770603539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1717181824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2866367759"/>
                        </a:ext>
                      </a:extLst>
                    </a:gridCol>
                  </a:tblGrid>
                  <a:tr h="827808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23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53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5944848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18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187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35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8032225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8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22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687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3340403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250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8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23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62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004899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4E4A19EC-63E5-09F3-9A3F-964DBAD6B08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55080" y="51515"/>
              <a:ext cx="3497580" cy="33112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82930">
                      <a:extLst>
                        <a:ext uri="{9D8B030D-6E8A-4147-A177-3AD203B41FA5}">
                          <a16:colId xmlns:a16="http://schemas.microsoft.com/office/drawing/2014/main" val="2514106738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4272731682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4094935927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770603539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1717181824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2866367759"/>
                        </a:ext>
                      </a:extLst>
                    </a:gridCol>
                  </a:tblGrid>
                  <a:tr h="82780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83" t="-1471" r="-503125" b="-3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2083" t="-1471" r="-403125" b="-3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2083" t="-1471" r="-303125" b="-3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5263" t="-1471" r="-206316" b="-3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1042" t="-1471" r="-104167" b="-3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1042" t="-1471" r="-4167" b="-3036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5944848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83" t="-101471" r="-503125" b="-2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2083" t="-101471" r="-403125" b="-2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2083" t="-101471" r="-303125" b="-2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5263" t="-101471" r="-206316" b="-2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1042" t="-101471" r="-104167" b="-2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1042" t="-101471" r="-4167" b="-2036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8032225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83" t="-201471" r="-503125" b="-1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2083" t="-201471" r="-403125" b="-1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2083" t="-201471" r="-303125" b="-1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5263" t="-201471" r="-206316" b="-1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1042" t="-201471" r="-104167" b="-1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1042" t="-201471" r="-4167" b="-1036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3340403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83" t="-301471" r="-503125" b="-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2083" t="-301471" r="-403125" b="-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2083" t="-301471" r="-303125" b="-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5263" t="-301471" r="-206316" b="-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1042" t="-301471" r="-104167" b="-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1042" t="-301471" r="-4167" b="-36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00489906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8718FE8-CF7E-D765-7CC1-07EA8FB612D3}"/>
              </a:ext>
            </a:extLst>
          </p:cNvPr>
          <p:cNvGraphicFramePr>
            <a:graphicFrameLocks noGrp="1"/>
          </p:cNvGraphicFramePr>
          <p:nvPr/>
        </p:nvGraphicFramePr>
        <p:xfrm>
          <a:off x="61545" y="617195"/>
          <a:ext cx="6194475" cy="2745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895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1238895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1238895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1238895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1238895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6863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0,250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0,198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0,159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0,045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0,558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0,207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0,35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0,063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0,81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0,08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0,51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0,27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0,687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</a:tbl>
          </a:graphicData>
        </a:graphic>
      </p:graphicFrame>
      <p:sp>
        <p:nvSpPr>
          <p:cNvPr id="5" name="Oval 4">
            <a:extLst>
              <a:ext uri="{FF2B5EF4-FFF2-40B4-BE49-F238E27FC236}">
                <a16:creationId xmlns:a16="http://schemas.microsoft.com/office/drawing/2014/main" id="{CCE0082F-A766-02AC-C64A-D2080E6B5BB6}"/>
              </a:ext>
            </a:extLst>
          </p:cNvPr>
          <p:cNvSpPr/>
          <p:nvPr/>
        </p:nvSpPr>
        <p:spPr>
          <a:xfrm>
            <a:off x="5562600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7CD1ADE-D534-C349-D6FC-99358D083BC8}"/>
              </a:ext>
            </a:extLst>
          </p:cNvPr>
          <p:cNvSpPr/>
          <p:nvPr/>
        </p:nvSpPr>
        <p:spPr>
          <a:xfrm>
            <a:off x="4486275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9E09144-7936-DDB7-28CA-F2AE3B1F71CD}"/>
              </a:ext>
            </a:extLst>
          </p:cNvPr>
          <p:cNvSpPr/>
          <p:nvPr/>
        </p:nvSpPr>
        <p:spPr>
          <a:xfrm>
            <a:off x="3073400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FAAF61B-E254-4F5D-9C33-F88E72F109FF}"/>
              </a:ext>
            </a:extLst>
          </p:cNvPr>
          <p:cNvSpPr/>
          <p:nvPr/>
        </p:nvSpPr>
        <p:spPr>
          <a:xfrm>
            <a:off x="1931670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77AF899-8A39-9B73-1603-8D8AFEAE45E5}"/>
              </a:ext>
            </a:extLst>
          </p:cNvPr>
          <p:cNvSpPr/>
          <p:nvPr/>
        </p:nvSpPr>
        <p:spPr>
          <a:xfrm>
            <a:off x="769620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08DC987-34D8-908C-4DE4-591AE266065C}"/>
              </a:ext>
            </a:extLst>
          </p:cNvPr>
          <p:cNvSpPr/>
          <p:nvPr/>
        </p:nvSpPr>
        <p:spPr>
          <a:xfrm>
            <a:off x="5796915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E5572EE-0A9B-7F29-CA21-EA4A02BD1353}"/>
              </a:ext>
            </a:extLst>
          </p:cNvPr>
          <p:cNvSpPr/>
          <p:nvPr/>
        </p:nvSpPr>
        <p:spPr>
          <a:xfrm>
            <a:off x="4642485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8645D0B-5C1C-1A2D-3B6E-F01E53989205}"/>
              </a:ext>
            </a:extLst>
          </p:cNvPr>
          <p:cNvSpPr/>
          <p:nvPr/>
        </p:nvSpPr>
        <p:spPr>
          <a:xfrm>
            <a:off x="3256280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F4166D4-BC2D-3029-3B8D-FD2CDA1ABC00}"/>
              </a:ext>
            </a:extLst>
          </p:cNvPr>
          <p:cNvSpPr/>
          <p:nvPr/>
        </p:nvSpPr>
        <p:spPr>
          <a:xfrm>
            <a:off x="2009775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91D1A70-C72A-0EB0-B361-4BA471CC60D4}"/>
              </a:ext>
            </a:extLst>
          </p:cNvPr>
          <p:cNvSpPr/>
          <p:nvPr/>
        </p:nvSpPr>
        <p:spPr>
          <a:xfrm>
            <a:off x="904875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3F09CAD-E2A7-31E1-2316-6D6FBF12C81F}"/>
              </a:ext>
            </a:extLst>
          </p:cNvPr>
          <p:cNvSpPr/>
          <p:nvPr/>
        </p:nvSpPr>
        <p:spPr>
          <a:xfrm>
            <a:off x="5674995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D64ECC0-9A40-B36E-E33C-BF36C5CD08E7}"/>
              </a:ext>
            </a:extLst>
          </p:cNvPr>
          <p:cNvSpPr/>
          <p:nvPr/>
        </p:nvSpPr>
        <p:spPr>
          <a:xfrm>
            <a:off x="4486275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E564FB7-F727-0EDE-5A68-5055855BBE0C}"/>
              </a:ext>
            </a:extLst>
          </p:cNvPr>
          <p:cNvSpPr/>
          <p:nvPr/>
        </p:nvSpPr>
        <p:spPr>
          <a:xfrm>
            <a:off x="3157220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1F73C1AB-C759-E217-BFD9-10E4E818F30E}"/>
              </a:ext>
            </a:extLst>
          </p:cNvPr>
          <p:cNvSpPr/>
          <p:nvPr/>
        </p:nvSpPr>
        <p:spPr>
          <a:xfrm>
            <a:off x="2167890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B6B3D1E-6F9E-829F-3773-30FC71AA9C3C}"/>
              </a:ext>
            </a:extLst>
          </p:cNvPr>
          <p:cNvSpPr/>
          <p:nvPr/>
        </p:nvSpPr>
        <p:spPr>
          <a:xfrm>
            <a:off x="822960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D5E9391-ADD0-6A8B-1357-98EC28973210}"/>
              </a:ext>
            </a:extLst>
          </p:cNvPr>
          <p:cNvSpPr/>
          <p:nvPr/>
        </p:nvSpPr>
        <p:spPr>
          <a:xfrm>
            <a:off x="5570220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740FAC7-5635-EABE-2680-EB9AE4A47388}"/>
              </a:ext>
            </a:extLst>
          </p:cNvPr>
          <p:cNvSpPr/>
          <p:nvPr/>
        </p:nvSpPr>
        <p:spPr>
          <a:xfrm>
            <a:off x="4560570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C8D15AF-A4B4-C01A-EDEA-FED650D4582F}"/>
              </a:ext>
            </a:extLst>
          </p:cNvPr>
          <p:cNvSpPr/>
          <p:nvPr/>
        </p:nvSpPr>
        <p:spPr>
          <a:xfrm>
            <a:off x="3246755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4C28D9BA-9DF3-8213-AE48-1F09B9B0A391}"/>
              </a:ext>
            </a:extLst>
          </p:cNvPr>
          <p:cNvSpPr/>
          <p:nvPr/>
        </p:nvSpPr>
        <p:spPr>
          <a:xfrm>
            <a:off x="1948815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2D12C85-6C5B-698A-3298-457F37DF7394}"/>
              </a:ext>
            </a:extLst>
          </p:cNvPr>
          <p:cNvSpPr/>
          <p:nvPr/>
        </p:nvSpPr>
        <p:spPr>
          <a:xfrm>
            <a:off x="676275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A842815-DB80-8188-010C-384D352E6F33}"/>
              </a:ext>
            </a:extLst>
          </p:cNvPr>
          <p:cNvSpPr/>
          <p:nvPr/>
        </p:nvSpPr>
        <p:spPr>
          <a:xfrm>
            <a:off x="2057400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557507E-F010-6FDC-7D44-3F1499E2F7A2}"/>
              </a:ext>
            </a:extLst>
          </p:cNvPr>
          <p:cNvSpPr/>
          <p:nvPr/>
        </p:nvSpPr>
        <p:spPr>
          <a:xfrm>
            <a:off x="3322955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42918E3D-0AC7-2B1F-5336-552AA8D3405C}"/>
              </a:ext>
            </a:extLst>
          </p:cNvPr>
          <p:cNvSpPr/>
          <p:nvPr/>
        </p:nvSpPr>
        <p:spPr>
          <a:xfrm>
            <a:off x="2085975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D0B15AF2-D74B-39BD-3482-7434EE511AD6}"/>
              </a:ext>
            </a:extLst>
          </p:cNvPr>
          <p:cNvSpPr/>
          <p:nvPr/>
        </p:nvSpPr>
        <p:spPr>
          <a:xfrm>
            <a:off x="5804535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7A79978B-CA85-3CF4-3ACB-79BBD9854B1B}"/>
              </a:ext>
            </a:extLst>
          </p:cNvPr>
          <p:cNvSpPr/>
          <p:nvPr/>
        </p:nvSpPr>
        <p:spPr>
          <a:xfrm>
            <a:off x="847725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13D82045-BD2A-0075-2253-AACCDC73B8E5}"/>
              </a:ext>
            </a:extLst>
          </p:cNvPr>
          <p:cNvSpPr/>
          <p:nvPr/>
        </p:nvSpPr>
        <p:spPr>
          <a:xfrm>
            <a:off x="3399155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EA266CA1-B622-E2F6-BD10-60DB23B76472}"/>
              </a:ext>
            </a:extLst>
          </p:cNvPr>
          <p:cNvSpPr/>
          <p:nvPr/>
        </p:nvSpPr>
        <p:spPr>
          <a:xfrm>
            <a:off x="5882640" y="28022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CC93A15F-3E3D-E981-5184-C75C1A4E0C0A}"/>
              </a:ext>
            </a:extLst>
          </p:cNvPr>
          <p:cNvSpPr/>
          <p:nvPr/>
        </p:nvSpPr>
        <p:spPr>
          <a:xfrm>
            <a:off x="607695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3C374FDC-B595-71FA-0BBD-2F91A8F92292}"/>
              </a:ext>
            </a:extLst>
          </p:cNvPr>
          <p:cNvSpPr/>
          <p:nvPr/>
        </p:nvSpPr>
        <p:spPr>
          <a:xfrm>
            <a:off x="5846445" y="744855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6B3C2DA9-0CE0-BB81-5902-DB57AE29B434}"/>
              </a:ext>
            </a:extLst>
          </p:cNvPr>
          <p:cNvSpPr/>
          <p:nvPr/>
        </p:nvSpPr>
        <p:spPr>
          <a:xfrm>
            <a:off x="4314825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8AAE635B-A039-FF0A-E74C-E73816CE2F9F}"/>
              </a:ext>
            </a:extLst>
          </p:cNvPr>
          <p:cNvSpPr/>
          <p:nvPr/>
        </p:nvSpPr>
        <p:spPr>
          <a:xfrm>
            <a:off x="3410585" y="144780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A46EBBA6-901C-648C-B6F8-4EF35AE5BC0D}"/>
              </a:ext>
            </a:extLst>
          </p:cNvPr>
          <p:cNvSpPr/>
          <p:nvPr/>
        </p:nvSpPr>
        <p:spPr>
          <a:xfrm>
            <a:off x="4642485" y="2125980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A000A2B-E821-0712-A042-E041B36E4653}"/>
              </a:ext>
            </a:extLst>
          </p:cNvPr>
          <p:cNvSpPr/>
          <p:nvPr/>
        </p:nvSpPr>
        <p:spPr>
          <a:xfrm>
            <a:off x="2120265" y="10875"/>
            <a:ext cx="462364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Ар бир жоопту сызып, андан кийин </a:t>
            </a:r>
          </a:p>
          <a:p>
            <a:pPr algn="ctr"/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калган 4 жоопту тегеректеңиз.</a:t>
            </a:r>
            <a:endParaRPr lang="en-GB" sz="1600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D25FA58-1B58-60BD-087F-CBD1F797F3A8}"/>
              </a:ext>
            </a:extLst>
          </p:cNvPr>
          <p:cNvSpPr txBox="1"/>
          <p:nvPr/>
        </p:nvSpPr>
        <p:spPr>
          <a:xfrm>
            <a:off x="0" y="23778"/>
            <a:ext cx="25628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>
                <a:cs typeface="Aharoni" panose="02010803020104030203" pitchFamily="2" charset="-79"/>
              </a:rPr>
              <a:t>Жооп </a:t>
            </a:r>
            <a:r>
              <a:rPr lang="ru-RU" sz="2800" b="1" dirty="0">
                <a:latin typeface="Bahnschrift" panose="020B0502040204020203" pitchFamily="34" charset="0"/>
                <a:cs typeface="Aharoni" panose="02010803020104030203" pitchFamily="2" charset="-79"/>
              </a:rPr>
              <a:t>ТОРЧОсу</a:t>
            </a:r>
            <a:endParaRPr lang="en-US" sz="2800" b="1" dirty="0">
              <a:latin typeface="Bahnschrift" panose="020B0502040204020203" pitchFamily="34" charset="0"/>
              <a:cs typeface="Aharoni" panose="02010803020104030203" pitchFamily="2" charset="-79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11" name="Table 110">
                <a:extLst>
                  <a:ext uri="{FF2B5EF4-FFF2-40B4-BE49-F238E27FC236}">
                    <a16:creationId xmlns:a16="http://schemas.microsoft.com/office/drawing/2014/main" id="{D68F43FC-BA81-B786-FE01-65F1517A230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30653266"/>
                  </p:ext>
                </p:extLst>
              </p:nvPr>
            </p:nvGraphicFramePr>
            <p:xfrm>
              <a:off x="6355080" y="3495253"/>
              <a:ext cx="3497580" cy="33112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82930">
                      <a:extLst>
                        <a:ext uri="{9D8B030D-6E8A-4147-A177-3AD203B41FA5}">
                          <a16:colId xmlns:a16="http://schemas.microsoft.com/office/drawing/2014/main" val="2514106738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4272731682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4094935927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770603539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1717181824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2866367759"/>
                        </a:ext>
                      </a:extLst>
                    </a:gridCol>
                  </a:tblGrid>
                  <a:tr h="827808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23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53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5944848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18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187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35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8032225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8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22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687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3340403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250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8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23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62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  <a:latin typeface="Bahnschrift" panose="020B0502040204020203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004899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11" name="Table 110">
                <a:extLst>
                  <a:ext uri="{FF2B5EF4-FFF2-40B4-BE49-F238E27FC236}">
                    <a16:creationId xmlns:a16="http://schemas.microsoft.com/office/drawing/2014/main" id="{D68F43FC-BA81-B786-FE01-65F1517A230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30653266"/>
                  </p:ext>
                </p:extLst>
              </p:nvPr>
            </p:nvGraphicFramePr>
            <p:xfrm>
              <a:off x="6355080" y="3495253"/>
              <a:ext cx="3497580" cy="33112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82930">
                      <a:extLst>
                        <a:ext uri="{9D8B030D-6E8A-4147-A177-3AD203B41FA5}">
                          <a16:colId xmlns:a16="http://schemas.microsoft.com/office/drawing/2014/main" val="2514106738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4272731682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4094935927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770603539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1717181824"/>
                        </a:ext>
                      </a:extLst>
                    </a:gridCol>
                    <a:gridCol w="582930">
                      <a:extLst>
                        <a:ext uri="{9D8B030D-6E8A-4147-A177-3AD203B41FA5}">
                          <a16:colId xmlns:a16="http://schemas.microsoft.com/office/drawing/2014/main" val="2866367759"/>
                        </a:ext>
                      </a:extLst>
                    </a:gridCol>
                  </a:tblGrid>
                  <a:tr h="82780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83" t="-1471" r="-503125" b="-3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2083" t="-1471" r="-403125" b="-3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083" t="-1471" r="-303125" b="-3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263" t="-1471" r="-206316" b="-3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042" t="-1471" r="-104167" b="-3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1042" t="-1471" r="-4167" b="-3036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5944848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83" t="-101471" r="-503125" b="-2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2083" t="-101471" r="-403125" b="-2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083" t="-101471" r="-303125" b="-2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263" t="-101471" r="-206316" b="-2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042" t="-101471" r="-104167" b="-2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1042" t="-101471" r="-4167" b="-2036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8032225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83" t="-201471" r="-503125" b="-1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2083" t="-201471" r="-403125" b="-1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083" t="-201471" r="-303125" b="-1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263" t="-201471" r="-206316" b="-1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042" t="-201471" r="-104167" b="-10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1042" t="-201471" r="-4167" b="-1036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3340403"/>
                      </a:ext>
                    </a:extLst>
                  </a:tr>
                  <a:tr h="82780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83" t="-301471" r="-503125" b="-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2083" t="-301471" r="-403125" b="-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083" t="-301471" r="-303125" b="-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263" t="-301471" r="-206316" b="-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042" t="-301471" r="-104167" b="-36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1042" t="-301471" r="-4167" b="-36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00489906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112" name="Table 111">
            <a:extLst>
              <a:ext uri="{FF2B5EF4-FFF2-40B4-BE49-F238E27FC236}">
                <a16:creationId xmlns:a16="http://schemas.microsoft.com/office/drawing/2014/main" id="{35786724-85BC-25B2-2105-D487935FFC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4552599"/>
              </p:ext>
            </p:extLst>
          </p:nvPr>
        </p:nvGraphicFramePr>
        <p:xfrm>
          <a:off x="61545" y="4060933"/>
          <a:ext cx="6194475" cy="2745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895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1238895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1238895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1238895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1238895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6863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0,250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0,198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0,159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0,045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0,558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0,207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0,35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0,063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0,81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0,08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0,51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0,27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0,687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</a:tbl>
          </a:graphicData>
        </a:graphic>
      </p:graphicFrame>
      <p:sp>
        <p:nvSpPr>
          <p:cNvPr id="113" name="Oval 112">
            <a:extLst>
              <a:ext uri="{FF2B5EF4-FFF2-40B4-BE49-F238E27FC236}">
                <a16:creationId xmlns:a16="http://schemas.microsoft.com/office/drawing/2014/main" id="{185B3C25-D802-A33A-210C-A769DD0A7E2B}"/>
              </a:ext>
            </a:extLst>
          </p:cNvPr>
          <p:cNvSpPr/>
          <p:nvPr/>
        </p:nvSpPr>
        <p:spPr>
          <a:xfrm>
            <a:off x="5562600" y="4188593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694B8E2F-0A26-0089-9FF1-661C6DF70056}"/>
              </a:ext>
            </a:extLst>
          </p:cNvPr>
          <p:cNvSpPr/>
          <p:nvPr/>
        </p:nvSpPr>
        <p:spPr>
          <a:xfrm>
            <a:off x="4486275" y="4188593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9D41891B-2A2F-59DC-6AF2-C25081178B17}"/>
              </a:ext>
            </a:extLst>
          </p:cNvPr>
          <p:cNvSpPr/>
          <p:nvPr/>
        </p:nvSpPr>
        <p:spPr>
          <a:xfrm>
            <a:off x="3073400" y="4188593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00C22CC6-EF2E-0913-E0CE-9A30E3DEB766}"/>
              </a:ext>
            </a:extLst>
          </p:cNvPr>
          <p:cNvSpPr/>
          <p:nvPr/>
        </p:nvSpPr>
        <p:spPr>
          <a:xfrm>
            <a:off x="1931670" y="4188593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7" name="Oval 116">
            <a:extLst>
              <a:ext uri="{FF2B5EF4-FFF2-40B4-BE49-F238E27FC236}">
                <a16:creationId xmlns:a16="http://schemas.microsoft.com/office/drawing/2014/main" id="{3B9CE6D4-D164-4FAE-0063-1EFB5F974464}"/>
              </a:ext>
            </a:extLst>
          </p:cNvPr>
          <p:cNvSpPr/>
          <p:nvPr/>
        </p:nvSpPr>
        <p:spPr>
          <a:xfrm>
            <a:off x="769620" y="4188593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62CB6815-E48D-4E1C-E80C-7DF335FC034A}"/>
              </a:ext>
            </a:extLst>
          </p:cNvPr>
          <p:cNvSpPr/>
          <p:nvPr/>
        </p:nvSpPr>
        <p:spPr>
          <a:xfrm>
            <a:off x="5796915" y="4891538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295E30A1-BF84-1A5F-391C-30FF587FEDCC}"/>
              </a:ext>
            </a:extLst>
          </p:cNvPr>
          <p:cNvSpPr/>
          <p:nvPr/>
        </p:nvSpPr>
        <p:spPr>
          <a:xfrm>
            <a:off x="4642485" y="4891538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8A766CE-F354-8685-A2FC-E86DE0044C6C}"/>
              </a:ext>
            </a:extLst>
          </p:cNvPr>
          <p:cNvSpPr/>
          <p:nvPr/>
        </p:nvSpPr>
        <p:spPr>
          <a:xfrm>
            <a:off x="3256280" y="4891538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6DE0F0E-D442-6927-486F-0678EEDFFBC7}"/>
              </a:ext>
            </a:extLst>
          </p:cNvPr>
          <p:cNvSpPr/>
          <p:nvPr/>
        </p:nvSpPr>
        <p:spPr>
          <a:xfrm>
            <a:off x="2009775" y="4891538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2" name="Oval 121">
            <a:extLst>
              <a:ext uri="{FF2B5EF4-FFF2-40B4-BE49-F238E27FC236}">
                <a16:creationId xmlns:a16="http://schemas.microsoft.com/office/drawing/2014/main" id="{85C4FF14-E1DB-2AB4-D414-B59BEDC36936}"/>
              </a:ext>
            </a:extLst>
          </p:cNvPr>
          <p:cNvSpPr/>
          <p:nvPr/>
        </p:nvSpPr>
        <p:spPr>
          <a:xfrm>
            <a:off x="904875" y="4891538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E455B2E9-75E3-4EE1-5F32-41F19DA601F8}"/>
              </a:ext>
            </a:extLst>
          </p:cNvPr>
          <p:cNvSpPr/>
          <p:nvPr/>
        </p:nvSpPr>
        <p:spPr>
          <a:xfrm>
            <a:off x="5674995" y="5569718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FB4AFB57-72E6-68C0-1EB6-64FA8967F7FB}"/>
              </a:ext>
            </a:extLst>
          </p:cNvPr>
          <p:cNvSpPr/>
          <p:nvPr/>
        </p:nvSpPr>
        <p:spPr>
          <a:xfrm>
            <a:off x="4486275" y="5569718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A8871122-1610-030C-2D04-E5B3CD46338D}"/>
              </a:ext>
            </a:extLst>
          </p:cNvPr>
          <p:cNvSpPr/>
          <p:nvPr/>
        </p:nvSpPr>
        <p:spPr>
          <a:xfrm>
            <a:off x="3157220" y="5569718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F11B7DC3-595A-6E94-1F00-A421A38FF963}"/>
              </a:ext>
            </a:extLst>
          </p:cNvPr>
          <p:cNvSpPr/>
          <p:nvPr/>
        </p:nvSpPr>
        <p:spPr>
          <a:xfrm>
            <a:off x="2167890" y="5569718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7" name="Oval 126">
            <a:extLst>
              <a:ext uri="{FF2B5EF4-FFF2-40B4-BE49-F238E27FC236}">
                <a16:creationId xmlns:a16="http://schemas.microsoft.com/office/drawing/2014/main" id="{BA4C22A5-914B-9D72-CCD4-5E6A2B19F784}"/>
              </a:ext>
            </a:extLst>
          </p:cNvPr>
          <p:cNvSpPr/>
          <p:nvPr/>
        </p:nvSpPr>
        <p:spPr>
          <a:xfrm>
            <a:off x="822960" y="5569718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8" name="Oval 127">
            <a:extLst>
              <a:ext uri="{FF2B5EF4-FFF2-40B4-BE49-F238E27FC236}">
                <a16:creationId xmlns:a16="http://schemas.microsoft.com/office/drawing/2014/main" id="{916601E5-EE94-E77F-5053-A8BFBB8292C3}"/>
              </a:ext>
            </a:extLst>
          </p:cNvPr>
          <p:cNvSpPr/>
          <p:nvPr/>
        </p:nvSpPr>
        <p:spPr>
          <a:xfrm>
            <a:off x="5570220" y="6245993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9" name="Oval 128">
            <a:extLst>
              <a:ext uri="{FF2B5EF4-FFF2-40B4-BE49-F238E27FC236}">
                <a16:creationId xmlns:a16="http://schemas.microsoft.com/office/drawing/2014/main" id="{1E8404FE-060B-77B5-4F41-69FBFDC021B1}"/>
              </a:ext>
            </a:extLst>
          </p:cNvPr>
          <p:cNvSpPr/>
          <p:nvPr/>
        </p:nvSpPr>
        <p:spPr>
          <a:xfrm>
            <a:off x="4560570" y="6245993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DFCEA430-B118-B5A3-5020-9489486B9207}"/>
              </a:ext>
            </a:extLst>
          </p:cNvPr>
          <p:cNvSpPr/>
          <p:nvPr/>
        </p:nvSpPr>
        <p:spPr>
          <a:xfrm>
            <a:off x="3246755" y="6245993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1" name="Oval 130">
            <a:extLst>
              <a:ext uri="{FF2B5EF4-FFF2-40B4-BE49-F238E27FC236}">
                <a16:creationId xmlns:a16="http://schemas.microsoft.com/office/drawing/2014/main" id="{EDE570CE-1CE4-6C60-BD94-FE78D58BA6D9}"/>
              </a:ext>
            </a:extLst>
          </p:cNvPr>
          <p:cNvSpPr/>
          <p:nvPr/>
        </p:nvSpPr>
        <p:spPr>
          <a:xfrm>
            <a:off x="1948815" y="6245993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2014C0D2-5444-254E-9378-51C5A9A781A7}"/>
              </a:ext>
            </a:extLst>
          </p:cNvPr>
          <p:cNvSpPr/>
          <p:nvPr/>
        </p:nvSpPr>
        <p:spPr>
          <a:xfrm>
            <a:off x="676275" y="6245993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76A120DB-ACA6-90DA-829D-389D93DA9FCB}"/>
              </a:ext>
            </a:extLst>
          </p:cNvPr>
          <p:cNvSpPr/>
          <p:nvPr/>
        </p:nvSpPr>
        <p:spPr>
          <a:xfrm>
            <a:off x="2057400" y="4188593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0AF6B0FA-76C4-5DFF-7512-594C2465FF50}"/>
              </a:ext>
            </a:extLst>
          </p:cNvPr>
          <p:cNvSpPr/>
          <p:nvPr/>
        </p:nvSpPr>
        <p:spPr>
          <a:xfrm>
            <a:off x="3322955" y="5569718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5" name="Oval 134">
            <a:extLst>
              <a:ext uri="{FF2B5EF4-FFF2-40B4-BE49-F238E27FC236}">
                <a16:creationId xmlns:a16="http://schemas.microsoft.com/office/drawing/2014/main" id="{8F43A80D-20C1-55A9-E856-708C9367472B}"/>
              </a:ext>
            </a:extLst>
          </p:cNvPr>
          <p:cNvSpPr/>
          <p:nvPr/>
        </p:nvSpPr>
        <p:spPr>
          <a:xfrm>
            <a:off x="2085975" y="6245993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6" name="Oval 135">
            <a:extLst>
              <a:ext uri="{FF2B5EF4-FFF2-40B4-BE49-F238E27FC236}">
                <a16:creationId xmlns:a16="http://schemas.microsoft.com/office/drawing/2014/main" id="{7E6D2C0A-F396-AE7A-26B8-6F8D13CF66D0}"/>
              </a:ext>
            </a:extLst>
          </p:cNvPr>
          <p:cNvSpPr/>
          <p:nvPr/>
        </p:nvSpPr>
        <p:spPr>
          <a:xfrm>
            <a:off x="5804535" y="5569718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D05774E4-6C85-711D-0971-2BEF6FE05B91}"/>
              </a:ext>
            </a:extLst>
          </p:cNvPr>
          <p:cNvSpPr/>
          <p:nvPr/>
        </p:nvSpPr>
        <p:spPr>
          <a:xfrm>
            <a:off x="847725" y="6245993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B64EE072-99E6-D403-BDF2-D2F48512B5BE}"/>
              </a:ext>
            </a:extLst>
          </p:cNvPr>
          <p:cNvSpPr/>
          <p:nvPr/>
        </p:nvSpPr>
        <p:spPr>
          <a:xfrm>
            <a:off x="3399155" y="4188593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85476526-DB06-C2EC-4AC1-59FA48D25C80}"/>
              </a:ext>
            </a:extLst>
          </p:cNvPr>
          <p:cNvSpPr/>
          <p:nvPr/>
        </p:nvSpPr>
        <p:spPr>
          <a:xfrm>
            <a:off x="5882640" y="6245993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0" name="Oval 139">
            <a:extLst>
              <a:ext uri="{FF2B5EF4-FFF2-40B4-BE49-F238E27FC236}">
                <a16:creationId xmlns:a16="http://schemas.microsoft.com/office/drawing/2014/main" id="{BB0A8471-6174-8F26-D9D1-7278234B85DA}"/>
              </a:ext>
            </a:extLst>
          </p:cNvPr>
          <p:cNvSpPr/>
          <p:nvPr/>
        </p:nvSpPr>
        <p:spPr>
          <a:xfrm>
            <a:off x="607695" y="4891538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1" name="Oval 140">
            <a:extLst>
              <a:ext uri="{FF2B5EF4-FFF2-40B4-BE49-F238E27FC236}">
                <a16:creationId xmlns:a16="http://schemas.microsoft.com/office/drawing/2014/main" id="{C11EE715-1C06-60D1-5B27-CF1334DC0311}"/>
              </a:ext>
            </a:extLst>
          </p:cNvPr>
          <p:cNvSpPr/>
          <p:nvPr/>
        </p:nvSpPr>
        <p:spPr>
          <a:xfrm>
            <a:off x="5846445" y="4188593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2" name="Oval 141">
            <a:extLst>
              <a:ext uri="{FF2B5EF4-FFF2-40B4-BE49-F238E27FC236}">
                <a16:creationId xmlns:a16="http://schemas.microsoft.com/office/drawing/2014/main" id="{64630866-C2BB-3FBF-82EF-B54130907F67}"/>
              </a:ext>
            </a:extLst>
          </p:cNvPr>
          <p:cNvSpPr/>
          <p:nvPr/>
        </p:nvSpPr>
        <p:spPr>
          <a:xfrm>
            <a:off x="4314825" y="4891538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8DBAF162-C58A-B64C-0D2D-54D4A6CB9B54}"/>
              </a:ext>
            </a:extLst>
          </p:cNvPr>
          <p:cNvSpPr/>
          <p:nvPr/>
        </p:nvSpPr>
        <p:spPr>
          <a:xfrm>
            <a:off x="3410585" y="4891538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B585AA2B-7038-D302-A3E6-1CD449005F42}"/>
              </a:ext>
            </a:extLst>
          </p:cNvPr>
          <p:cNvSpPr/>
          <p:nvPr/>
        </p:nvSpPr>
        <p:spPr>
          <a:xfrm>
            <a:off x="4642485" y="5569718"/>
            <a:ext cx="68580" cy="6858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1F506F68-5D11-9F78-B3A4-825D92EA67E2}"/>
              </a:ext>
            </a:extLst>
          </p:cNvPr>
          <p:cNvSpPr/>
          <p:nvPr/>
        </p:nvSpPr>
        <p:spPr>
          <a:xfrm>
            <a:off x="2120265" y="3454613"/>
            <a:ext cx="462364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Ар бир жоопту сызып, андан кийин </a:t>
            </a:r>
          </a:p>
          <a:p>
            <a:pPr algn="ctr"/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калган 4 жоопту тегеректеңиз.</a:t>
            </a:r>
            <a:endParaRPr lang="en-GB" sz="1600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B7CF03B5-3181-9ED1-B479-85A906D9822F}"/>
              </a:ext>
            </a:extLst>
          </p:cNvPr>
          <p:cNvSpPr txBox="1"/>
          <p:nvPr/>
        </p:nvSpPr>
        <p:spPr>
          <a:xfrm>
            <a:off x="0" y="3467516"/>
            <a:ext cx="25628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>
                <a:cs typeface="Aharoni" panose="02010803020104030203" pitchFamily="2" charset="-79"/>
              </a:rPr>
              <a:t>Жооп </a:t>
            </a:r>
            <a:r>
              <a:rPr lang="ru-RU" sz="2800" b="1" dirty="0">
                <a:latin typeface="Bahnschrift" panose="020B0502040204020203" pitchFamily="34" charset="0"/>
                <a:cs typeface="Aharoni" panose="02010803020104030203" pitchFamily="2" charset="-79"/>
              </a:rPr>
              <a:t>ТОРЧОсу</a:t>
            </a:r>
            <a:endParaRPr lang="en-US" sz="2800" b="1" dirty="0">
              <a:latin typeface="Bahnschrift" panose="020B0502040204020203" pitchFamily="34" charset="0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561639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E0AE0CE-99BF-00D4-82D4-2BCB5F5BA3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49603" y="1005499"/>
            <a:ext cx="6648175" cy="47447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BABD434-292E-5DCC-1579-4C8BAFE15A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07430" y="1005499"/>
            <a:ext cx="6648175" cy="4744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3686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E370BB8-02C4-0EE3-B618-B1A81DEEE3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512"/>
            <a:ext cx="4876800" cy="33507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D4D7BA-B32B-D651-2DB4-A30CA41E1C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1512"/>
            <a:ext cx="4876800" cy="33507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03D6AE1-A771-F5DB-3575-3D02DF2C02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07262"/>
            <a:ext cx="4876800" cy="33507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3EB27A3-3EC1-8A87-5C2F-62ADB740E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507262"/>
            <a:ext cx="4876800" cy="335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8510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1551" y="848185"/>
            <a:ext cx="8543925" cy="3535462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ru-RU" sz="2400" dirty="0"/>
              <a:t>Суроолор барбы?</a:t>
            </a:r>
          </a:p>
          <a:p>
            <a:pPr marL="0" indent="0" algn="ctr">
              <a:buNone/>
            </a:pPr>
            <a:r>
              <a:rPr lang="ru-RU" sz="2400" dirty="0"/>
              <a:t>Комментарийлер?</a:t>
            </a:r>
          </a:p>
          <a:p>
            <a:pPr marL="0" indent="0" algn="ctr">
              <a:buNone/>
            </a:pPr>
            <a:r>
              <a:rPr lang="ru-RU" sz="2400" dirty="0"/>
              <a:t>Сунуштар?</a:t>
            </a:r>
          </a:p>
          <a:p>
            <a:pPr marL="0" indent="0" algn="ctr">
              <a:buNone/>
            </a:pPr>
            <a:endParaRPr lang="ru-RU" sz="2400" dirty="0"/>
          </a:p>
          <a:p>
            <a:pPr marL="0" indent="0" algn="ctr">
              <a:buNone/>
            </a:pPr>
            <a:r>
              <a:rPr lang="ru-RU" sz="2400" dirty="0"/>
              <a:t>…же ката таптыңызбы!?</a:t>
            </a:r>
          </a:p>
          <a:p>
            <a:pPr marL="0" indent="0" algn="ctr">
              <a:buNone/>
            </a:pPr>
            <a:endParaRPr lang="ru-RU" sz="2400" dirty="0"/>
          </a:p>
          <a:p>
            <a:pPr marL="0" indent="0" algn="ctr">
              <a:buNone/>
            </a:pPr>
            <a:r>
              <a:rPr lang="ru-RU" sz="2400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sz="2400" dirty="0"/>
          </a:p>
          <a:p>
            <a:pPr marL="0" indent="0" algn="ctr">
              <a:buNone/>
            </a:pPr>
            <a:r>
              <a:rPr lang="ru-RU" sz="24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2400" dirty="0"/>
          </a:p>
          <a:p>
            <a:pPr marL="0" indent="0" algn="ctr">
              <a:buNone/>
            </a:pPr>
            <a:r>
              <a:rPr lang="en-US" sz="2400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8503</TotalTime>
  <Words>314</Words>
  <Application>Microsoft Office PowerPoint</Application>
  <PresentationFormat>A4 Paper (210x297 mm)</PresentationFormat>
  <Paragraphs>209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Script MT Bold</vt:lpstr>
      <vt:lpstr>Aharoni</vt:lpstr>
      <vt:lpstr>Arial</vt:lpstr>
      <vt:lpstr>Calibri</vt:lpstr>
      <vt:lpstr>Bahnschrift</vt:lpstr>
      <vt:lpstr>Cambria Math</vt:lpstr>
      <vt:lpstr>Calibri Light</vt:lpstr>
      <vt:lpstr>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384</cp:revision>
  <cp:lastPrinted>2024-08-30T07:34:13Z</cp:lastPrinted>
  <dcterms:created xsi:type="dcterms:W3CDTF">2017-01-17T16:57:04Z</dcterms:created>
  <dcterms:modified xsi:type="dcterms:W3CDTF">2024-08-30T07:36:09Z</dcterms:modified>
</cp:coreProperties>
</file>