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2F6C9E1-27A1-4E8B-A091-0541CB7C33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Бөлчөккө– Катаны тапкыла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053162" y="198509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936177" y="418529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06B3AE1-978A-4FF5-8EF7-A753A2751C5A}"/>
              </a:ext>
            </a:extLst>
          </p:cNvPr>
          <p:cNvGrpSpPr/>
          <p:nvPr/>
        </p:nvGrpSpPr>
        <p:grpSpPr>
          <a:xfrm>
            <a:off x="2020389" y="10384"/>
            <a:ext cx="7885611" cy="6847616"/>
            <a:chOff x="2420983" y="609600"/>
            <a:chExt cx="5808617" cy="50440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41BC8CF-4B09-4FC4-BF78-20E305DCC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34220" y="609600"/>
              <a:ext cx="2977589" cy="2517866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9118DA-2D06-4C12-AD70-6974A7E52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0983" y="3118758"/>
              <a:ext cx="5808617" cy="2534862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823D98E-A516-FF7C-48EC-90C412CBE43D}"/>
              </a:ext>
            </a:extLst>
          </p:cNvPr>
          <p:cNvSpPr txBox="1"/>
          <p:nvPr/>
        </p:nvSpPr>
        <p:spPr>
          <a:xfrm>
            <a:off x="465074" y="52904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685E4-FAF1-3263-19A2-24F64BA4F996}"/>
              </a:ext>
            </a:extLst>
          </p:cNvPr>
          <p:cNvSpPr txBox="1"/>
          <p:nvPr/>
        </p:nvSpPr>
        <p:spPr>
          <a:xfrm>
            <a:off x="465074" y="187685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23A7A3C-AD3E-4D05-8339-4977E500D378}"/>
              </a:ext>
            </a:extLst>
          </p:cNvPr>
          <p:cNvGrpSpPr/>
          <p:nvPr/>
        </p:nvGrpSpPr>
        <p:grpSpPr>
          <a:xfrm>
            <a:off x="2020389" y="10384"/>
            <a:ext cx="7885611" cy="6847616"/>
            <a:chOff x="2420983" y="609600"/>
            <a:chExt cx="5808617" cy="504402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F9E2173-536B-4348-9CA6-BFFB1476B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34220" y="609600"/>
              <a:ext cx="2977589" cy="251786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728FE35-1C69-488A-9F52-DB9A5CCBD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0983" y="3118758"/>
              <a:ext cx="5808617" cy="2534862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4940242" y="191683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26228" y="288391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822639" y="371440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749593" y="36463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5734890" y="53836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92DC34-F289-A30E-B6B8-3FA9E4E195F8}"/>
              </a:ext>
            </a:extLst>
          </p:cNvPr>
          <p:cNvSpPr txBox="1"/>
          <p:nvPr/>
        </p:nvSpPr>
        <p:spPr>
          <a:xfrm>
            <a:off x="447763" y="6055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E84C46-E322-22D7-A098-1C87A35BE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90012" y="990012"/>
            <a:ext cx="6765385" cy="4785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31BDB9-F720-9E0E-4487-079F6AF1D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11949" y="941050"/>
            <a:ext cx="6765385" cy="488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8281</TotalTime>
  <Words>115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353</cp:revision>
  <cp:lastPrinted>2024-08-29T07:22:07Z</cp:lastPrinted>
  <dcterms:created xsi:type="dcterms:W3CDTF">2017-01-17T16:57:04Z</dcterms:created>
  <dcterms:modified xsi:type="dcterms:W3CDTF">2024-08-29T07:22:45Z</dcterms:modified>
</cp:coreProperties>
</file>