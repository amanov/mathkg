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3" r:id="rId2"/>
    <p:sldId id="941" r:id="rId3"/>
    <p:sldId id="939" r:id="rId4"/>
    <p:sldId id="833" r:id="rId5"/>
    <p:sldId id="832" r:id="rId6"/>
    <p:sldId id="942" r:id="rId7"/>
  </p:sldIdLst>
  <p:sldSz cx="9906000" cy="6858000" type="A4"/>
  <p:notesSz cx="7104063" cy="10234613"/>
  <p:embeddedFontLst>
    <p:embeddedFont>
      <p:font typeface="Fira Code" panose="020B0809050000020004" pitchFamily="49" charset="0"/>
      <p:regular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2F6C9E1-27A1-4E8B-A091-0541CB7C3378}">
          <p14:sldIdLst>
            <p14:sldId id="943"/>
          </p14:sldIdLst>
        </p14:section>
        <p14:section name="Титулдук слайд" id="{C2776275-125F-40A2-99AC-54B9C9535547}">
          <p14:sldIdLst>
            <p14:sldId id="941"/>
          </p14:sldIdLst>
        </p14:section>
        <p14:section name="Көрсөтүү үчүн" id="{CA0B4A51-1C5A-4331-831D-7D5748F4CE7C}">
          <p14:sldIdLst>
            <p14:sldId id="939"/>
          </p14:sldIdLst>
        </p14:section>
        <p14:section name="Жооптор" id="{4A1CF18F-CBD8-4CE8-9034-4022B8261C24}">
          <p14:sldIdLst>
            <p14:sldId id="833"/>
          </p14:sldIdLst>
        </p14:section>
        <p14:section name="Иш кагазы" id="{45D3F427-FE2C-4E31-94DD-C39B49B018A8}">
          <p14:sldIdLst>
            <p14:sldId id="832"/>
          </p14:sldIdLst>
        </p14:section>
        <p14:section name="Кайтарым байланыш" id="{1F462C69-5607-48A3-918A-31B1142082DE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035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595120"/>
            <a:ext cx="9677400" cy="4510723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Ондуктан Бөлчөккө– Катаны тапкыла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194945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053162" y="198509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936177" y="4185295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367DB-C808-9BE8-3A27-5C08EF882810}"/>
              </a:ext>
            </a:extLst>
          </p:cNvPr>
          <p:cNvSpPr txBox="1"/>
          <p:nvPr/>
        </p:nvSpPr>
        <p:spPr>
          <a:xfrm>
            <a:off x="356981" y="114336"/>
            <a:ext cx="8453120" cy="147732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uLnTx/>
              <a:uFillTx/>
              <a:latin typeface="Fira Code" panose="020F0502020204030204" pitchFamily="49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652E0-CD09-656D-4C62-8FD8F9C42BD8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Үч бурчтукта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айрым каталар бар!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Сен алардын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баарын таба аласынбы?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5003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06B3AE1-978A-4FF5-8EF7-A753A2751C5A}"/>
              </a:ext>
            </a:extLst>
          </p:cNvPr>
          <p:cNvGrpSpPr/>
          <p:nvPr/>
        </p:nvGrpSpPr>
        <p:grpSpPr>
          <a:xfrm>
            <a:off x="2020389" y="10384"/>
            <a:ext cx="7885611" cy="6847616"/>
            <a:chOff x="2420983" y="609600"/>
            <a:chExt cx="5808617" cy="504402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1BC8CF-4B09-4FC4-BF78-20E305DCC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34220" y="609600"/>
              <a:ext cx="2977589" cy="2517866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99118DA-2D06-4C12-AD70-6974A7E52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0983" y="3118758"/>
              <a:ext cx="5808617" cy="2534862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823D98E-A516-FF7C-48EC-90C412CBE43D}"/>
              </a:ext>
            </a:extLst>
          </p:cNvPr>
          <p:cNvSpPr txBox="1"/>
          <p:nvPr/>
        </p:nvSpPr>
        <p:spPr>
          <a:xfrm>
            <a:off x="465074" y="529043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5685E4-FAF1-3263-19A2-24F64BA4F996}"/>
              </a:ext>
            </a:extLst>
          </p:cNvPr>
          <p:cNvSpPr txBox="1"/>
          <p:nvPr/>
        </p:nvSpPr>
        <p:spPr>
          <a:xfrm>
            <a:off x="465074" y="1876850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3446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23A7A3C-AD3E-4D05-8339-4977E500D378}"/>
              </a:ext>
            </a:extLst>
          </p:cNvPr>
          <p:cNvGrpSpPr/>
          <p:nvPr/>
        </p:nvGrpSpPr>
        <p:grpSpPr>
          <a:xfrm>
            <a:off x="2020389" y="10384"/>
            <a:ext cx="7885611" cy="6847616"/>
            <a:chOff x="2420983" y="609600"/>
            <a:chExt cx="5808617" cy="504402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F9E2173-536B-4348-9CA6-BFFB1476B2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34220" y="609600"/>
              <a:ext cx="2977589" cy="251786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728FE35-1C69-488A-9F52-DB9A5CCBD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0983" y="3118758"/>
              <a:ext cx="5808617" cy="2534862"/>
            </a:xfrm>
            <a:prstGeom prst="rect">
              <a:avLst/>
            </a:prstGeom>
          </p:spPr>
        </p:pic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B3955A4D-0509-4550-BC6B-C46A16E1AF2E}"/>
              </a:ext>
            </a:extLst>
          </p:cNvPr>
          <p:cNvSpPr/>
          <p:nvPr/>
        </p:nvSpPr>
        <p:spPr>
          <a:xfrm>
            <a:off x="4940242" y="191683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7B72457-24FB-4CA8-A750-8B2CECF51C53}"/>
              </a:ext>
            </a:extLst>
          </p:cNvPr>
          <p:cNvSpPr/>
          <p:nvPr/>
        </p:nvSpPr>
        <p:spPr>
          <a:xfrm>
            <a:off x="6326228" y="2883915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6822639" y="371440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6B0C1C-CE7D-4B26-8C7B-77AE7F5253E4}"/>
              </a:ext>
            </a:extLst>
          </p:cNvPr>
          <p:cNvSpPr/>
          <p:nvPr/>
        </p:nvSpPr>
        <p:spPr>
          <a:xfrm>
            <a:off x="4749593" y="364636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2C5FBDA-1083-4457-A84E-0383319636D9}"/>
              </a:ext>
            </a:extLst>
          </p:cNvPr>
          <p:cNvSpPr/>
          <p:nvPr/>
        </p:nvSpPr>
        <p:spPr>
          <a:xfrm>
            <a:off x="5734890" y="53836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92DC34-F289-A30E-B6B8-3FA9E4E195F8}"/>
              </a:ext>
            </a:extLst>
          </p:cNvPr>
          <p:cNvSpPr txBox="1"/>
          <p:nvPr/>
        </p:nvSpPr>
        <p:spPr>
          <a:xfrm>
            <a:off x="447763" y="605568"/>
            <a:ext cx="3683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85984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E84C46-E322-22D7-A098-1C87A35BE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990012" y="990012"/>
            <a:ext cx="6765385" cy="47853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31BDB9-F720-9E0E-4487-079F6AF1D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11949" y="941050"/>
            <a:ext cx="6765385" cy="488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8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157448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8281</TotalTime>
  <Words>115</Words>
  <Application>Microsoft Office PowerPoint</Application>
  <PresentationFormat>A4 Paper (210x297 mm)</PresentationFormat>
  <Paragraphs>36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 Light</vt:lpstr>
      <vt:lpstr>Arial</vt:lpstr>
      <vt:lpstr>Calibri</vt:lpstr>
      <vt:lpstr>Fira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353</cp:revision>
  <cp:lastPrinted>2024-08-29T07:22:07Z</cp:lastPrinted>
  <dcterms:created xsi:type="dcterms:W3CDTF">2017-01-17T16:57:04Z</dcterms:created>
  <dcterms:modified xsi:type="dcterms:W3CDTF">2024-08-29T07:22:45Z</dcterms:modified>
</cp:coreProperties>
</file>