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7"/>
  </p:notesMasterIdLst>
  <p:sldIdLst>
    <p:sldId id="848" r:id="rId2"/>
    <p:sldId id="943" r:id="rId3"/>
    <p:sldId id="947" r:id="rId4"/>
    <p:sldId id="944" r:id="rId5"/>
    <p:sldId id="938" r:id="rId6"/>
  </p:sldIdLst>
  <p:sldSz cx="9906000" cy="6858000" type="A4"/>
  <p:notesSz cx="6889750" cy="10021888"/>
  <p:embeddedFontLst>
    <p:embeddedFont>
      <p:font typeface="Comic Sans MS" panose="030F0702030302020204" pitchFamily="66" charset="0"/>
      <p:regular r:id="rId8"/>
      <p:bold r:id="rId9"/>
      <p:italic r:id="rId10"/>
      <p:boldItalic r:id="rId1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 Slides" id="{197FF5E7-57A8-40D7-8FA0-8A089C366947}">
          <p14:sldIdLst>
            <p14:sldId id="848"/>
          </p14:sldIdLst>
        </p14:section>
        <p14:section name="10 × 10" id="{7617865C-55E8-4E80-88D8-B55679FB792A}">
          <p14:sldIdLst>
            <p14:sldId id="943"/>
            <p14:sldId id="947"/>
          </p14:sldIdLst>
        </p14:section>
        <p14:section name="5 × 5" id="{CE927F82-C794-4E64-A94C-23FC93AF8D7F}">
          <p14:sldIdLst>
            <p14:sldId id="944"/>
            <p14:sldId id="93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85558" cy="502835"/>
          </a:xfrm>
          <a:prstGeom prst="rect">
            <a:avLst/>
          </a:prstGeom>
        </p:spPr>
        <p:txBody>
          <a:bodyPr vert="horz" lIns="92299" tIns="46150" rIns="92299" bIns="46150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2599" y="0"/>
            <a:ext cx="2985558" cy="502835"/>
          </a:xfrm>
          <a:prstGeom prst="rect">
            <a:avLst/>
          </a:prstGeom>
        </p:spPr>
        <p:txBody>
          <a:bodyPr vert="horz" lIns="92299" tIns="46150" rIns="92299" bIns="46150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04/05/2024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01713" y="1252538"/>
            <a:ext cx="4886325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299" tIns="46150" rIns="92299" bIns="4615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975" y="4823036"/>
            <a:ext cx="5511800" cy="3946118"/>
          </a:xfrm>
          <a:prstGeom prst="rect">
            <a:avLst/>
          </a:prstGeom>
        </p:spPr>
        <p:txBody>
          <a:bodyPr vert="horz" lIns="92299" tIns="46150" rIns="92299" bIns="4615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519058"/>
            <a:ext cx="2985558" cy="502834"/>
          </a:xfrm>
          <a:prstGeom prst="rect">
            <a:avLst/>
          </a:prstGeom>
        </p:spPr>
        <p:txBody>
          <a:bodyPr vert="horz" lIns="92299" tIns="46150" rIns="92299" bIns="46150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2599" y="9519058"/>
            <a:ext cx="2985558" cy="502834"/>
          </a:xfrm>
          <a:prstGeom prst="rect">
            <a:avLst/>
          </a:prstGeom>
        </p:spPr>
        <p:txBody>
          <a:bodyPr vert="horz" lIns="92299" tIns="46150" rIns="92299" bIns="46150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896211"/>
            <a:ext cx="9906000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Кошуу кутучалар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Бул таркатмаларды "Кошуу  кутучалар" </a:t>
            </a:r>
            <a:r>
              <a:rPr lang="en-GB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Excel </a:t>
            </a: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электрондук жадыбалында колдонсо болот.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Кошуу  кутучалардагы таблицанын аталыштары менен толтуруңуз (жооптор автоматтык түрдө түзүлөт).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Окуучулар өз кутучаларына аталыштарды көчүрүп алышы керек.</a:t>
            </a:r>
          </a:p>
          <a:p>
            <a:pPr algn="ctr" defTabSz="478226">
              <a:defRPr/>
            </a:pPr>
            <a:endParaRPr lang="ru-RU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r>
              <a:rPr lang="ru-RU" sz="3200" dirty="0"/>
              <a:t>Слайттарды текшерип, </a:t>
            </a:r>
            <a:r>
              <a:rPr lang="ky-KG" sz="3200" dirty="0"/>
              <a:t>сабагы</a:t>
            </a:r>
            <a:r>
              <a:rPr lang="ru-RU" sz="3200" dirty="0"/>
              <a:t>ң</a:t>
            </a:r>
            <a:r>
              <a:rPr lang="ky-KG" sz="3200" dirty="0"/>
              <a:t>ызга </a:t>
            </a:r>
            <a:r>
              <a:rPr lang="ru-RU" sz="3200" b="1" dirty="0">
                <a:solidFill>
                  <a:srgbClr val="FF0000"/>
                </a:solidFill>
              </a:rPr>
              <a:t>КЕРЕГИ ЖОК </a:t>
            </a:r>
            <a:r>
              <a:rPr lang="ru-RU" sz="3200" dirty="0"/>
              <a:t>слайддарды </a:t>
            </a:r>
            <a:r>
              <a:rPr lang="ru-RU" sz="2400" b="1" dirty="0">
                <a:solidFill>
                  <a:srgbClr val="FF0000"/>
                </a:solidFill>
              </a:rPr>
              <a:t>ӨЧҮРҮ</a:t>
            </a:r>
            <a:r>
              <a:rPr lang="ky-KG" sz="2400" b="1" dirty="0">
                <a:solidFill>
                  <a:srgbClr val="FF0000"/>
                </a:solidFill>
              </a:rPr>
              <a:t>П САЛЫ</a:t>
            </a:r>
            <a:r>
              <a:rPr lang="ru-RU" sz="2400" b="1" dirty="0">
                <a:solidFill>
                  <a:srgbClr val="FF0000"/>
                </a:solidFill>
              </a:rPr>
              <a:t>ҢЫЗ.</a:t>
            </a:r>
            <a:endParaRPr lang="en-US" sz="3200" b="1" dirty="0">
              <a:solidFill>
                <a:srgbClr val="FF0000"/>
              </a:solidFill>
            </a:endParaRPr>
          </a:p>
          <a:p>
            <a:pPr algn="ctr" defTabSz="478226">
              <a:defRPr/>
            </a:pPr>
            <a:endParaRPr lang="en-GB" sz="2000" u="sng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 defTabSz="478226">
              <a:defRPr/>
            </a:pPr>
            <a:endParaRPr lang="en-GB" sz="20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229D69E2-DE02-D8E1-2F41-754691F3F472}"/>
              </a:ext>
            </a:extLst>
          </p:cNvPr>
          <p:cNvSpPr txBox="1">
            <a:spLocks/>
          </p:cNvSpPr>
          <p:nvPr/>
        </p:nvSpPr>
        <p:spPr>
          <a:xfrm>
            <a:off x="250825" y="496036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>
                <a:solidFill>
                  <a:srgbClr val="00B0F0"/>
                </a:solidFill>
              </a:rPr>
              <a:t>MathKGZ</a:t>
            </a:r>
            <a:r>
              <a:rPr lang="en-US" sz="5200">
                <a:solidFill>
                  <a:srgbClr val="00B0F0"/>
                </a:solidFill>
              </a:rPr>
              <a:t>  -- </a:t>
            </a:r>
            <a:endParaRPr lang="en-US" sz="52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839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D2F5A85-A418-448F-BC86-25E043AA7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4709780"/>
              </p:ext>
            </p:extLst>
          </p:nvPr>
        </p:nvGraphicFramePr>
        <p:xfrm>
          <a:off x="86229" y="319457"/>
          <a:ext cx="3061663" cy="3061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333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12788829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5381370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909549994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7906966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861680537"/>
                    </a:ext>
                  </a:extLst>
                </a:gridCol>
              </a:tblGrid>
              <a:tr h="278333">
                <a:tc>
                  <a:txBody>
                    <a:bodyPr/>
                    <a:lstStyle/>
                    <a:p>
                      <a:pPr algn="ctr"/>
                      <a:r>
                        <a:rPr lang="en-GB" sz="17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30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25716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28303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44612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373161"/>
                  </a:ext>
                </a:extLst>
              </a:tr>
            </a:tbl>
          </a:graphicData>
        </a:graphic>
      </p:graphicFrame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27E2C92-1342-4601-8C97-A2995050F1FF}"/>
              </a:ext>
            </a:extLst>
          </p:cNvPr>
          <p:cNvCxnSpPr>
            <a:cxnSpLocks/>
          </p:cNvCxnSpPr>
          <p:nvPr/>
        </p:nvCxnSpPr>
        <p:spPr>
          <a:xfrm>
            <a:off x="-5207" y="3429000"/>
            <a:ext cx="9911207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C6849DE-9268-4667-A3A4-BEA8E30C2531}"/>
              </a:ext>
            </a:extLst>
          </p:cNvPr>
          <p:cNvCxnSpPr>
            <a:cxnSpLocks/>
          </p:cNvCxnSpPr>
          <p:nvPr/>
        </p:nvCxnSpPr>
        <p:spPr>
          <a:xfrm flipH="1" flipV="1">
            <a:off x="6642027" y="-5865"/>
            <a:ext cx="0" cy="6863865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18ADE99-C054-408A-9BE8-81E678CBE412}"/>
              </a:ext>
            </a:extLst>
          </p:cNvPr>
          <p:cNvCxnSpPr>
            <a:cxnSpLocks/>
          </p:cNvCxnSpPr>
          <p:nvPr/>
        </p:nvCxnSpPr>
        <p:spPr>
          <a:xfrm flipH="1" flipV="1">
            <a:off x="3284569" y="-14982"/>
            <a:ext cx="0" cy="6863865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777794EC-E1A5-4754-A00A-C486042B70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1340258"/>
              </p:ext>
            </p:extLst>
          </p:nvPr>
        </p:nvGraphicFramePr>
        <p:xfrm>
          <a:off x="3438351" y="319457"/>
          <a:ext cx="3061663" cy="3061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333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12788829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5381370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909549994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7906966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861680537"/>
                    </a:ext>
                  </a:extLst>
                </a:gridCol>
              </a:tblGrid>
              <a:tr h="278333">
                <a:tc>
                  <a:txBody>
                    <a:bodyPr/>
                    <a:lstStyle/>
                    <a:p>
                      <a:pPr algn="ctr"/>
                      <a:r>
                        <a:rPr lang="en-GB" sz="17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30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25716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28303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44612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373161"/>
                  </a:ext>
                </a:extLst>
              </a:tr>
            </a:tbl>
          </a:graphicData>
        </a:graphic>
      </p:graphicFrame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AFA18BC2-4C3A-4831-ADE4-C7B0D06C61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6638792"/>
              </p:ext>
            </p:extLst>
          </p:nvPr>
        </p:nvGraphicFramePr>
        <p:xfrm>
          <a:off x="6784041" y="319457"/>
          <a:ext cx="3061663" cy="3061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333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12788829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5381370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909549994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7906966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861680537"/>
                    </a:ext>
                  </a:extLst>
                </a:gridCol>
              </a:tblGrid>
              <a:tr h="278333">
                <a:tc>
                  <a:txBody>
                    <a:bodyPr/>
                    <a:lstStyle/>
                    <a:p>
                      <a:pPr algn="ctr"/>
                      <a:r>
                        <a:rPr lang="en-GB" sz="17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30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25716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28303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44612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373161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BA3F815F-BBF8-4504-8336-BD869406D8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9757760"/>
              </p:ext>
            </p:extLst>
          </p:nvPr>
        </p:nvGraphicFramePr>
        <p:xfrm>
          <a:off x="86229" y="3739339"/>
          <a:ext cx="3061663" cy="3061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333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12788829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5381370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909549994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7906966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861680537"/>
                    </a:ext>
                  </a:extLst>
                </a:gridCol>
              </a:tblGrid>
              <a:tr h="278333">
                <a:tc>
                  <a:txBody>
                    <a:bodyPr/>
                    <a:lstStyle/>
                    <a:p>
                      <a:pPr algn="ctr"/>
                      <a:r>
                        <a:rPr lang="en-GB" sz="17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30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25716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28303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44612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373161"/>
                  </a:ext>
                </a:extLst>
              </a:tr>
            </a:tbl>
          </a:graphicData>
        </a:graphic>
      </p:graphicFrame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4FCE0488-63A6-4111-9A6A-2BE76CCBDC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6633620"/>
              </p:ext>
            </p:extLst>
          </p:nvPr>
        </p:nvGraphicFramePr>
        <p:xfrm>
          <a:off x="3438351" y="3739339"/>
          <a:ext cx="3061663" cy="3061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333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12788829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5381370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909549994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7906966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861680537"/>
                    </a:ext>
                  </a:extLst>
                </a:gridCol>
              </a:tblGrid>
              <a:tr h="278333">
                <a:tc>
                  <a:txBody>
                    <a:bodyPr/>
                    <a:lstStyle/>
                    <a:p>
                      <a:pPr algn="ctr"/>
                      <a:r>
                        <a:rPr lang="en-GB" sz="17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30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25716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28303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44612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373161"/>
                  </a:ext>
                </a:extLst>
              </a:tr>
            </a:tbl>
          </a:graphicData>
        </a:graphic>
      </p:graphicFrame>
      <p:graphicFrame>
        <p:nvGraphicFramePr>
          <p:cNvPr id="47" name="Table 46">
            <a:extLst>
              <a:ext uri="{FF2B5EF4-FFF2-40B4-BE49-F238E27FC236}">
                <a16:creationId xmlns:a16="http://schemas.microsoft.com/office/drawing/2014/main" id="{51412DD6-59C7-4060-8CF8-80E4BAAFEB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5444945"/>
              </p:ext>
            </p:extLst>
          </p:nvPr>
        </p:nvGraphicFramePr>
        <p:xfrm>
          <a:off x="6784041" y="3739339"/>
          <a:ext cx="3061663" cy="30616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333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127888293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53813707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909549994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279069660"/>
                    </a:ext>
                  </a:extLst>
                </a:gridCol>
                <a:gridCol w="278333">
                  <a:extLst>
                    <a:ext uri="{9D8B030D-6E8A-4147-A177-3AD203B41FA5}">
                      <a16:colId xmlns:a16="http://schemas.microsoft.com/office/drawing/2014/main" val="3861680537"/>
                    </a:ext>
                  </a:extLst>
                </a:gridCol>
              </a:tblGrid>
              <a:tr h="278333">
                <a:tc>
                  <a:txBody>
                    <a:bodyPr/>
                    <a:lstStyle/>
                    <a:p>
                      <a:pPr algn="ctr"/>
                      <a:r>
                        <a:rPr lang="en-GB" sz="17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300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25716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28303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446129"/>
                  </a:ext>
                </a:extLst>
              </a:tr>
              <a:tr h="278333">
                <a:tc>
                  <a:txBody>
                    <a:bodyPr/>
                    <a:lstStyle/>
                    <a:p>
                      <a:pPr algn="ctr"/>
                      <a:endParaRPr lang="en-GB" sz="14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4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37316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19183B18-D2B9-E1E8-F832-CCC41C531DA0}"/>
              </a:ext>
            </a:extLst>
          </p:cNvPr>
          <p:cNvSpPr txBox="1"/>
          <p:nvPr/>
        </p:nvSpPr>
        <p:spPr>
          <a:xfrm>
            <a:off x="817998" y="9118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425F42-2F14-B99E-CF56-04B8BB221CD1}"/>
              </a:ext>
            </a:extLst>
          </p:cNvPr>
          <p:cNvSpPr txBox="1"/>
          <p:nvPr/>
        </p:nvSpPr>
        <p:spPr>
          <a:xfrm>
            <a:off x="1972669" y="9118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4CD1AD-B132-B188-61B2-3AF56D1F71C2}"/>
              </a:ext>
            </a:extLst>
          </p:cNvPr>
          <p:cNvSpPr txBox="1"/>
          <p:nvPr/>
        </p:nvSpPr>
        <p:spPr>
          <a:xfrm>
            <a:off x="-19278" y="9118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6FB969-2BCA-9E36-BE02-5D1145204D51}"/>
              </a:ext>
            </a:extLst>
          </p:cNvPr>
          <p:cNvSpPr txBox="1"/>
          <p:nvPr/>
        </p:nvSpPr>
        <p:spPr>
          <a:xfrm>
            <a:off x="4164378" y="9119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699580-898D-7FC4-DC05-E3D85D2A7188}"/>
              </a:ext>
            </a:extLst>
          </p:cNvPr>
          <p:cNvSpPr txBox="1"/>
          <p:nvPr/>
        </p:nvSpPr>
        <p:spPr>
          <a:xfrm>
            <a:off x="5319049" y="9119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EB9B1F-CA22-4B53-575C-0736ABF0241B}"/>
              </a:ext>
            </a:extLst>
          </p:cNvPr>
          <p:cNvSpPr txBox="1"/>
          <p:nvPr/>
        </p:nvSpPr>
        <p:spPr>
          <a:xfrm>
            <a:off x="3327102" y="9119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E246444-C240-0F79-8604-B40AF740E47B}"/>
              </a:ext>
            </a:extLst>
          </p:cNvPr>
          <p:cNvSpPr txBox="1"/>
          <p:nvPr/>
        </p:nvSpPr>
        <p:spPr>
          <a:xfrm>
            <a:off x="7527599" y="9118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E339CD-C2E0-54B8-35E3-AEAB6C7478C0}"/>
              </a:ext>
            </a:extLst>
          </p:cNvPr>
          <p:cNvSpPr txBox="1"/>
          <p:nvPr/>
        </p:nvSpPr>
        <p:spPr>
          <a:xfrm>
            <a:off x="8682270" y="9118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C7529BC-7045-795F-0510-B1934C02C73D}"/>
              </a:ext>
            </a:extLst>
          </p:cNvPr>
          <p:cNvSpPr txBox="1"/>
          <p:nvPr/>
        </p:nvSpPr>
        <p:spPr>
          <a:xfrm>
            <a:off x="6690323" y="9118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75E08D-4213-F693-02CA-2078E9D5D802}"/>
              </a:ext>
            </a:extLst>
          </p:cNvPr>
          <p:cNvSpPr txBox="1"/>
          <p:nvPr/>
        </p:nvSpPr>
        <p:spPr>
          <a:xfrm>
            <a:off x="859293" y="3476881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BC4931-766B-8007-0899-4AC1E4C18041}"/>
              </a:ext>
            </a:extLst>
          </p:cNvPr>
          <p:cNvSpPr txBox="1"/>
          <p:nvPr/>
        </p:nvSpPr>
        <p:spPr>
          <a:xfrm>
            <a:off x="2013964" y="3476881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2CBC960-3BB3-233A-20AC-B685BA1CFCFE}"/>
              </a:ext>
            </a:extLst>
          </p:cNvPr>
          <p:cNvSpPr txBox="1"/>
          <p:nvPr/>
        </p:nvSpPr>
        <p:spPr>
          <a:xfrm>
            <a:off x="22017" y="3476881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0B1EC27-031D-3B62-3D5B-071530AA9973}"/>
              </a:ext>
            </a:extLst>
          </p:cNvPr>
          <p:cNvSpPr txBox="1"/>
          <p:nvPr/>
        </p:nvSpPr>
        <p:spPr>
          <a:xfrm>
            <a:off x="4220191" y="3458713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A040E3-C36E-BE53-3288-A000603A6BA4}"/>
              </a:ext>
            </a:extLst>
          </p:cNvPr>
          <p:cNvSpPr txBox="1"/>
          <p:nvPr/>
        </p:nvSpPr>
        <p:spPr>
          <a:xfrm>
            <a:off x="5374862" y="3458713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1BCD831-77B8-DAC8-16B0-7FB9AD2826D2}"/>
              </a:ext>
            </a:extLst>
          </p:cNvPr>
          <p:cNvSpPr txBox="1"/>
          <p:nvPr/>
        </p:nvSpPr>
        <p:spPr>
          <a:xfrm>
            <a:off x="3382915" y="3458713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96D2393-A95D-BED6-4010-F5EE89D87C04}"/>
              </a:ext>
            </a:extLst>
          </p:cNvPr>
          <p:cNvSpPr txBox="1"/>
          <p:nvPr/>
        </p:nvSpPr>
        <p:spPr>
          <a:xfrm>
            <a:off x="7536719" y="3468221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7A8007-708A-7268-74AE-E7D2961B23C4}"/>
              </a:ext>
            </a:extLst>
          </p:cNvPr>
          <p:cNvSpPr txBox="1"/>
          <p:nvPr/>
        </p:nvSpPr>
        <p:spPr>
          <a:xfrm>
            <a:off x="8691390" y="3468221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729F800-7C39-C90C-1FE4-355E4A77923E}"/>
              </a:ext>
            </a:extLst>
          </p:cNvPr>
          <p:cNvSpPr txBox="1"/>
          <p:nvPr/>
        </p:nvSpPr>
        <p:spPr>
          <a:xfrm>
            <a:off x="6699443" y="3468221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</p:spTree>
    <p:extLst>
      <p:ext uri="{BB962C8B-B14F-4D97-AF65-F5344CB8AC3E}">
        <p14:creationId xmlns:p14="http://schemas.microsoft.com/office/powerpoint/2010/main" val="16710531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193E7113-5204-4D1A-9EDD-57986E3B80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0084086"/>
              </p:ext>
            </p:extLst>
          </p:nvPr>
        </p:nvGraphicFramePr>
        <p:xfrm>
          <a:off x="88056" y="1049218"/>
          <a:ext cx="4755201" cy="47552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291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2127888293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253813707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2909549994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279069660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3861680537"/>
                    </a:ext>
                  </a:extLst>
                </a:gridCol>
              </a:tblGrid>
              <a:tr h="432291">
                <a:tc>
                  <a:txBody>
                    <a:bodyPr/>
                    <a:lstStyle/>
                    <a:p>
                      <a:pPr algn="ctr"/>
                      <a:r>
                        <a:rPr lang="en-GB" sz="26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300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257169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283039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446129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373161"/>
                  </a:ext>
                </a:extLst>
              </a:tr>
            </a:tbl>
          </a:graphicData>
        </a:graphic>
      </p:graphicFrame>
      <p:grpSp>
        <p:nvGrpSpPr>
          <p:cNvPr id="9" name="Group 8">
            <a:extLst>
              <a:ext uri="{FF2B5EF4-FFF2-40B4-BE49-F238E27FC236}">
                <a16:creationId xmlns:a16="http://schemas.microsoft.com/office/drawing/2014/main" id="{73F82F66-2885-45AE-A6AA-392D6F91799B}"/>
              </a:ext>
            </a:extLst>
          </p:cNvPr>
          <p:cNvGrpSpPr/>
          <p:nvPr/>
        </p:nvGrpSpPr>
        <p:grpSpPr>
          <a:xfrm>
            <a:off x="404864" y="5891055"/>
            <a:ext cx="4233794" cy="261610"/>
            <a:chOff x="126609" y="5891055"/>
            <a:chExt cx="4233794" cy="26161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A373FC2-82BB-4C2D-8413-86AC09994112}"/>
                </a:ext>
              </a:extLst>
            </p:cNvPr>
            <p:cNvSpPr txBox="1"/>
            <p:nvPr/>
          </p:nvSpPr>
          <p:spPr>
            <a:xfrm>
              <a:off x="126609" y="5891055"/>
              <a:ext cx="132279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100">
                  <a:latin typeface="Comic Sans MS" panose="030F0702030302020204" pitchFamily="66" charset="0"/>
                </a:rPr>
                <a:t>Туура:________</a:t>
              </a:r>
              <a:endParaRPr lang="en-GB" sz="1100" dirty="0">
                <a:latin typeface="Comic Sans MS" panose="030F0702030302020204" pitchFamily="66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12FD715-A3FD-4FB4-A7A7-29D82D6B3711}"/>
                </a:ext>
              </a:extLst>
            </p:cNvPr>
            <p:cNvSpPr txBox="1"/>
            <p:nvPr/>
          </p:nvSpPr>
          <p:spPr>
            <a:xfrm>
              <a:off x="2670517" y="5891055"/>
              <a:ext cx="168988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100" dirty="0">
                  <a:latin typeface="Comic Sans MS" panose="030F0702030302020204" pitchFamily="66" charset="0"/>
                </a:rPr>
                <a:t>Туура эмес:________</a:t>
              </a:r>
              <a:endParaRPr lang="en-GB" sz="1100" dirty="0">
                <a:latin typeface="Comic Sans MS" panose="030F0702030302020204" pitchFamily="66" charset="0"/>
              </a:endParaRPr>
            </a:p>
          </p:txBody>
        </p:sp>
      </p:grp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8A28B79-5221-4FA1-A86A-9EB1C9706E49}"/>
              </a:ext>
            </a:extLst>
          </p:cNvPr>
          <p:cNvSpPr/>
          <p:nvPr/>
        </p:nvSpPr>
        <p:spPr>
          <a:xfrm>
            <a:off x="7620" y="597877"/>
            <a:ext cx="4916072" cy="5662246"/>
          </a:xfrm>
          <a:prstGeom prst="roundRect">
            <a:avLst>
              <a:gd name="adj" fmla="val 3451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8E118EA-C225-462A-99F2-0840442E94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6373721"/>
              </p:ext>
            </p:extLst>
          </p:nvPr>
        </p:nvGraphicFramePr>
        <p:xfrm>
          <a:off x="5051606" y="1049218"/>
          <a:ext cx="4755201" cy="47552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291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2127888293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253813707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2909549994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279069660"/>
                    </a:ext>
                  </a:extLst>
                </a:gridCol>
                <a:gridCol w="432291">
                  <a:extLst>
                    <a:ext uri="{9D8B030D-6E8A-4147-A177-3AD203B41FA5}">
                      <a16:colId xmlns:a16="http://schemas.microsoft.com/office/drawing/2014/main" val="3861680537"/>
                    </a:ext>
                  </a:extLst>
                </a:gridCol>
              </a:tblGrid>
              <a:tr h="432291">
                <a:tc>
                  <a:txBody>
                    <a:bodyPr/>
                    <a:lstStyle/>
                    <a:p>
                      <a:pPr algn="ctr"/>
                      <a:r>
                        <a:rPr lang="en-GB" sz="26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319300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7257169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283039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6446129"/>
                  </a:ext>
                </a:extLst>
              </a:tr>
              <a:tr h="432291">
                <a:tc>
                  <a:txBody>
                    <a:bodyPr/>
                    <a:lstStyle/>
                    <a:p>
                      <a:pPr algn="ctr"/>
                      <a:endParaRPr lang="en-GB" sz="22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2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5373161"/>
                  </a:ext>
                </a:extLst>
              </a:tr>
            </a:tbl>
          </a:graphicData>
        </a:graphic>
      </p:graphicFrame>
      <p:grpSp>
        <p:nvGrpSpPr>
          <p:cNvPr id="16" name="Group 15">
            <a:extLst>
              <a:ext uri="{FF2B5EF4-FFF2-40B4-BE49-F238E27FC236}">
                <a16:creationId xmlns:a16="http://schemas.microsoft.com/office/drawing/2014/main" id="{E2EDB7EB-2771-4EF2-83D6-8BF2514C1093}"/>
              </a:ext>
            </a:extLst>
          </p:cNvPr>
          <p:cNvGrpSpPr/>
          <p:nvPr/>
        </p:nvGrpSpPr>
        <p:grpSpPr>
          <a:xfrm>
            <a:off x="5368414" y="5891055"/>
            <a:ext cx="4233794" cy="261610"/>
            <a:chOff x="126609" y="5891055"/>
            <a:chExt cx="4233794" cy="261610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175D143-CC2E-4627-A52C-25BCC2676023}"/>
                </a:ext>
              </a:extLst>
            </p:cNvPr>
            <p:cNvSpPr txBox="1"/>
            <p:nvPr/>
          </p:nvSpPr>
          <p:spPr>
            <a:xfrm>
              <a:off x="126609" y="5891055"/>
              <a:ext cx="132279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100" dirty="0">
                  <a:latin typeface="Comic Sans MS" panose="030F0702030302020204" pitchFamily="66" charset="0"/>
                </a:rPr>
                <a:t>Туура:________</a:t>
              </a:r>
              <a:endParaRPr lang="en-GB" sz="1100" dirty="0">
                <a:latin typeface="Comic Sans MS" panose="030F0702030302020204" pitchFamily="66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7F217A9-4A50-4EE5-8647-31B361EC0BCE}"/>
                </a:ext>
              </a:extLst>
            </p:cNvPr>
            <p:cNvSpPr txBox="1"/>
            <p:nvPr/>
          </p:nvSpPr>
          <p:spPr>
            <a:xfrm>
              <a:off x="2670517" y="5891055"/>
              <a:ext cx="168988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1100" dirty="0">
                  <a:latin typeface="Comic Sans MS" panose="030F0702030302020204" pitchFamily="66" charset="0"/>
                </a:rPr>
                <a:t>Туура эмес:________</a:t>
              </a:r>
              <a:endParaRPr lang="en-GB" sz="1100" dirty="0">
                <a:latin typeface="Comic Sans MS" panose="030F0702030302020204" pitchFamily="66" charset="0"/>
              </a:endParaRPr>
            </a:p>
          </p:txBody>
        </p:sp>
      </p:grp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92B62D3-4126-4BEA-A72D-931EAAAC07D4}"/>
              </a:ext>
            </a:extLst>
          </p:cNvPr>
          <p:cNvSpPr/>
          <p:nvPr/>
        </p:nvSpPr>
        <p:spPr>
          <a:xfrm>
            <a:off x="4971170" y="597877"/>
            <a:ext cx="4916072" cy="5662246"/>
          </a:xfrm>
          <a:prstGeom prst="roundRect">
            <a:avLst>
              <a:gd name="adj" fmla="val 3451"/>
            </a:avLst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19B4A4-95C1-2E54-07C8-B1D99B33BCFE}"/>
              </a:ext>
            </a:extLst>
          </p:cNvPr>
          <p:cNvSpPr txBox="1"/>
          <p:nvPr/>
        </p:nvSpPr>
        <p:spPr>
          <a:xfrm>
            <a:off x="1338364" y="647974"/>
            <a:ext cx="20297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latin typeface="Comic Sans MS" panose="030F0702030302020204" pitchFamily="66" charset="0"/>
              </a:rPr>
              <a:t>Аты-жөнү </a:t>
            </a:r>
            <a:r>
              <a:rPr lang="en-GB" sz="14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F7A635-6629-9D77-A1CD-D96C1D88DE4B}"/>
              </a:ext>
            </a:extLst>
          </p:cNvPr>
          <p:cNvSpPr txBox="1"/>
          <p:nvPr/>
        </p:nvSpPr>
        <p:spPr>
          <a:xfrm>
            <a:off x="3213785" y="647974"/>
            <a:ext cx="18325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mic Sans MS" panose="030F0702030302020204" pitchFamily="66" charset="0"/>
              </a:rPr>
              <a:t>   </a:t>
            </a:r>
            <a:r>
              <a:rPr lang="ru-RU" sz="1600" dirty="0">
                <a:latin typeface="Comic Sans MS" panose="030F0702030302020204" pitchFamily="66" charset="0"/>
              </a:rPr>
              <a:t>Убакыт </a:t>
            </a:r>
            <a:r>
              <a:rPr lang="en-GB" sz="16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07A9867-511F-86BF-0170-C41F910A3E6B}"/>
              </a:ext>
            </a:extLst>
          </p:cNvPr>
          <p:cNvSpPr txBox="1"/>
          <p:nvPr/>
        </p:nvSpPr>
        <p:spPr>
          <a:xfrm>
            <a:off x="6362" y="647974"/>
            <a:ext cx="14125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latin typeface="Comic Sans MS" panose="030F0702030302020204" pitchFamily="66" charset="0"/>
              </a:rPr>
              <a:t>Дата </a:t>
            </a:r>
            <a:r>
              <a:rPr lang="en-GB" sz="16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651E209-D315-9735-20FD-0FBFFFCD9CAA}"/>
              </a:ext>
            </a:extLst>
          </p:cNvPr>
          <p:cNvSpPr txBox="1"/>
          <p:nvPr/>
        </p:nvSpPr>
        <p:spPr>
          <a:xfrm>
            <a:off x="6278804" y="677676"/>
            <a:ext cx="202972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>
                <a:latin typeface="Comic Sans MS" panose="030F0702030302020204" pitchFamily="66" charset="0"/>
              </a:rPr>
              <a:t>Аты-жөнү </a:t>
            </a:r>
            <a:r>
              <a:rPr lang="en-GB" sz="14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B76EC00-0F8A-75C5-D4A1-8A567C93DF20}"/>
              </a:ext>
            </a:extLst>
          </p:cNvPr>
          <p:cNvSpPr txBox="1"/>
          <p:nvPr/>
        </p:nvSpPr>
        <p:spPr>
          <a:xfrm>
            <a:off x="8154225" y="677676"/>
            <a:ext cx="18325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mic Sans MS" panose="030F0702030302020204" pitchFamily="66" charset="0"/>
              </a:rPr>
              <a:t>   </a:t>
            </a:r>
            <a:r>
              <a:rPr lang="ru-RU" sz="1600" dirty="0">
                <a:latin typeface="Comic Sans MS" panose="030F0702030302020204" pitchFamily="66" charset="0"/>
              </a:rPr>
              <a:t>Убакыт </a:t>
            </a:r>
            <a:r>
              <a:rPr lang="en-GB" sz="16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3831B67-5CEB-CF91-37CF-FE2F9D6CBAE7}"/>
              </a:ext>
            </a:extLst>
          </p:cNvPr>
          <p:cNvSpPr txBox="1"/>
          <p:nvPr/>
        </p:nvSpPr>
        <p:spPr>
          <a:xfrm>
            <a:off x="4946802" y="677676"/>
            <a:ext cx="14125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latin typeface="Comic Sans MS" panose="030F0702030302020204" pitchFamily="66" charset="0"/>
              </a:rPr>
              <a:t>Дата </a:t>
            </a:r>
            <a:r>
              <a:rPr lang="en-GB" sz="1600" dirty="0">
                <a:latin typeface="Comic Sans MS" panose="030F0702030302020204" pitchFamily="66" charset="0"/>
              </a:rPr>
              <a:t>:_____</a:t>
            </a:r>
          </a:p>
        </p:txBody>
      </p:sp>
    </p:spTree>
    <p:extLst>
      <p:ext uri="{BB962C8B-B14F-4D97-AF65-F5344CB8AC3E}">
        <p14:creationId xmlns:p14="http://schemas.microsoft.com/office/powerpoint/2010/main" val="37809007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D2F5A85-A418-448F-BC86-25E043AA7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1861788"/>
              </p:ext>
            </p:extLst>
          </p:nvPr>
        </p:nvGraphicFramePr>
        <p:xfrm>
          <a:off x="86228" y="319456"/>
          <a:ext cx="3056328" cy="3056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388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</a:tblGrid>
              <a:tr h="509388">
                <a:tc>
                  <a:txBody>
                    <a:bodyPr/>
                    <a:lstStyle/>
                    <a:p>
                      <a:pPr algn="ctr"/>
                      <a:r>
                        <a:rPr lang="en-GB" sz="31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</a:tbl>
          </a:graphicData>
        </a:graphic>
      </p:graphicFrame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27E2C92-1342-4601-8C97-A2995050F1FF}"/>
              </a:ext>
            </a:extLst>
          </p:cNvPr>
          <p:cNvCxnSpPr>
            <a:cxnSpLocks/>
          </p:cNvCxnSpPr>
          <p:nvPr/>
        </p:nvCxnSpPr>
        <p:spPr>
          <a:xfrm>
            <a:off x="-5207" y="3429000"/>
            <a:ext cx="9911207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C6849DE-9268-4667-A3A4-BEA8E30C2531}"/>
              </a:ext>
            </a:extLst>
          </p:cNvPr>
          <p:cNvCxnSpPr>
            <a:cxnSpLocks/>
          </p:cNvCxnSpPr>
          <p:nvPr/>
        </p:nvCxnSpPr>
        <p:spPr>
          <a:xfrm flipH="1" flipV="1">
            <a:off x="6642027" y="-5865"/>
            <a:ext cx="0" cy="6863865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18ADE99-C054-408A-9BE8-81E678CBE412}"/>
              </a:ext>
            </a:extLst>
          </p:cNvPr>
          <p:cNvCxnSpPr>
            <a:cxnSpLocks/>
          </p:cNvCxnSpPr>
          <p:nvPr/>
        </p:nvCxnSpPr>
        <p:spPr>
          <a:xfrm flipH="1" flipV="1">
            <a:off x="3284569" y="-14982"/>
            <a:ext cx="0" cy="6863865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1" name="Table 50">
            <a:extLst>
              <a:ext uri="{FF2B5EF4-FFF2-40B4-BE49-F238E27FC236}">
                <a16:creationId xmlns:a16="http://schemas.microsoft.com/office/drawing/2014/main" id="{2BE45DD1-EEFA-4A1B-B897-206C0AD579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2442056"/>
              </p:ext>
            </p:extLst>
          </p:nvPr>
        </p:nvGraphicFramePr>
        <p:xfrm>
          <a:off x="3443685" y="319456"/>
          <a:ext cx="3056328" cy="3056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388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</a:tblGrid>
              <a:tr h="509388">
                <a:tc>
                  <a:txBody>
                    <a:bodyPr/>
                    <a:lstStyle/>
                    <a:p>
                      <a:pPr algn="ctr"/>
                      <a:r>
                        <a:rPr lang="en-GB" sz="31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</a:tbl>
          </a:graphicData>
        </a:graphic>
      </p:graphicFrame>
      <p:graphicFrame>
        <p:nvGraphicFramePr>
          <p:cNvPr id="55" name="Table 54">
            <a:extLst>
              <a:ext uri="{FF2B5EF4-FFF2-40B4-BE49-F238E27FC236}">
                <a16:creationId xmlns:a16="http://schemas.microsoft.com/office/drawing/2014/main" id="{7A92F63A-6E0F-4D8A-A3A6-F89BE2B52B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0104421"/>
              </p:ext>
            </p:extLst>
          </p:nvPr>
        </p:nvGraphicFramePr>
        <p:xfrm>
          <a:off x="6784042" y="319456"/>
          <a:ext cx="3056328" cy="3056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388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</a:tblGrid>
              <a:tr h="509388">
                <a:tc>
                  <a:txBody>
                    <a:bodyPr/>
                    <a:lstStyle/>
                    <a:p>
                      <a:pPr algn="ctr"/>
                      <a:r>
                        <a:rPr lang="en-GB" sz="31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</a:tbl>
          </a:graphicData>
        </a:graphic>
      </p:graphicFrame>
      <p:graphicFrame>
        <p:nvGraphicFramePr>
          <p:cNvPr id="59" name="Table 58">
            <a:extLst>
              <a:ext uri="{FF2B5EF4-FFF2-40B4-BE49-F238E27FC236}">
                <a16:creationId xmlns:a16="http://schemas.microsoft.com/office/drawing/2014/main" id="{0D2E207E-57BA-4A6F-8084-F909F88467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3519005"/>
              </p:ext>
            </p:extLst>
          </p:nvPr>
        </p:nvGraphicFramePr>
        <p:xfrm>
          <a:off x="86228" y="3763438"/>
          <a:ext cx="3056328" cy="3056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388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</a:tblGrid>
              <a:tr h="509388">
                <a:tc>
                  <a:txBody>
                    <a:bodyPr/>
                    <a:lstStyle/>
                    <a:p>
                      <a:pPr algn="ctr"/>
                      <a:r>
                        <a:rPr lang="en-GB" sz="31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</a:tbl>
          </a:graphicData>
        </a:graphic>
      </p:graphicFrame>
      <p:graphicFrame>
        <p:nvGraphicFramePr>
          <p:cNvPr id="63" name="Table 62">
            <a:extLst>
              <a:ext uri="{FF2B5EF4-FFF2-40B4-BE49-F238E27FC236}">
                <a16:creationId xmlns:a16="http://schemas.microsoft.com/office/drawing/2014/main" id="{963D0993-C971-4C4A-B585-44FF9A5B2A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4845447"/>
              </p:ext>
            </p:extLst>
          </p:nvPr>
        </p:nvGraphicFramePr>
        <p:xfrm>
          <a:off x="3443685" y="3763438"/>
          <a:ext cx="3056328" cy="3056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388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</a:tblGrid>
              <a:tr h="509388">
                <a:tc>
                  <a:txBody>
                    <a:bodyPr/>
                    <a:lstStyle/>
                    <a:p>
                      <a:pPr algn="ctr"/>
                      <a:r>
                        <a:rPr lang="en-GB" sz="31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</a:tbl>
          </a:graphicData>
        </a:graphic>
      </p:graphicFrame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0C2FBABD-F7E3-4FD0-87F4-CEC326F97C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1292832"/>
              </p:ext>
            </p:extLst>
          </p:nvPr>
        </p:nvGraphicFramePr>
        <p:xfrm>
          <a:off x="6784042" y="3763438"/>
          <a:ext cx="3056328" cy="3056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9388">
                  <a:extLst>
                    <a:ext uri="{9D8B030D-6E8A-4147-A177-3AD203B41FA5}">
                      <a16:colId xmlns:a16="http://schemas.microsoft.com/office/drawing/2014/main" val="3291622792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843642517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2695679966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3195589453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457043010"/>
                    </a:ext>
                  </a:extLst>
                </a:gridCol>
                <a:gridCol w="509388">
                  <a:extLst>
                    <a:ext uri="{9D8B030D-6E8A-4147-A177-3AD203B41FA5}">
                      <a16:colId xmlns:a16="http://schemas.microsoft.com/office/drawing/2014/main" val="1298653382"/>
                    </a:ext>
                  </a:extLst>
                </a:gridCol>
              </a:tblGrid>
              <a:tr h="509388">
                <a:tc>
                  <a:txBody>
                    <a:bodyPr/>
                    <a:lstStyle/>
                    <a:p>
                      <a:pPr algn="ctr"/>
                      <a:r>
                        <a:rPr lang="en-GB" sz="310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28858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42961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5631080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7920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56227"/>
                  </a:ext>
                </a:extLst>
              </a:tr>
              <a:tr h="509388">
                <a:tc>
                  <a:txBody>
                    <a:bodyPr/>
                    <a:lstStyle/>
                    <a:p>
                      <a:pPr algn="ctr"/>
                      <a:endParaRPr lang="en-GB" sz="2600" b="1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6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556019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E2D3E47-7669-26E4-0182-799AFD97223F}"/>
              </a:ext>
            </a:extLst>
          </p:cNvPr>
          <p:cNvSpPr txBox="1"/>
          <p:nvPr/>
        </p:nvSpPr>
        <p:spPr>
          <a:xfrm>
            <a:off x="817998" y="9118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EE4E3D-BF79-47B5-4589-6FA85BF159C1}"/>
              </a:ext>
            </a:extLst>
          </p:cNvPr>
          <p:cNvSpPr txBox="1"/>
          <p:nvPr/>
        </p:nvSpPr>
        <p:spPr>
          <a:xfrm>
            <a:off x="1972669" y="9118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8D3188-D26B-A943-0580-A0CBCE288AE4}"/>
              </a:ext>
            </a:extLst>
          </p:cNvPr>
          <p:cNvSpPr txBox="1"/>
          <p:nvPr/>
        </p:nvSpPr>
        <p:spPr>
          <a:xfrm>
            <a:off x="-19278" y="9118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BC430A-5380-91A9-94C7-17577851CD7E}"/>
              </a:ext>
            </a:extLst>
          </p:cNvPr>
          <p:cNvSpPr txBox="1"/>
          <p:nvPr/>
        </p:nvSpPr>
        <p:spPr>
          <a:xfrm>
            <a:off x="4173430" y="31238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32478B-C7AC-D04C-D645-E9A99E6F88E6}"/>
              </a:ext>
            </a:extLst>
          </p:cNvPr>
          <p:cNvSpPr txBox="1"/>
          <p:nvPr/>
        </p:nvSpPr>
        <p:spPr>
          <a:xfrm>
            <a:off x="5328101" y="31238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2EB65C-EFC6-B5FA-563F-9899B8C9510B}"/>
              </a:ext>
            </a:extLst>
          </p:cNvPr>
          <p:cNvSpPr txBox="1"/>
          <p:nvPr/>
        </p:nvSpPr>
        <p:spPr>
          <a:xfrm>
            <a:off x="3336154" y="31238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E7DFBA8-862C-73CB-0DB5-008DDCA0B1BB}"/>
              </a:ext>
            </a:extLst>
          </p:cNvPr>
          <p:cNvSpPr txBox="1"/>
          <p:nvPr/>
        </p:nvSpPr>
        <p:spPr>
          <a:xfrm>
            <a:off x="884140" y="3475148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7A71B0F-D39A-0A56-BBD9-E3F1C3EF43B4}"/>
              </a:ext>
            </a:extLst>
          </p:cNvPr>
          <p:cNvSpPr txBox="1"/>
          <p:nvPr/>
        </p:nvSpPr>
        <p:spPr>
          <a:xfrm>
            <a:off x="2038811" y="3475148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6948107-C133-FA2B-7592-FA5EBFFE99BB}"/>
              </a:ext>
            </a:extLst>
          </p:cNvPr>
          <p:cNvSpPr txBox="1"/>
          <p:nvPr/>
        </p:nvSpPr>
        <p:spPr>
          <a:xfrm>
            <a:off x="46864" y="3475148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EA6EAE2-3655-8E1A-5516-0B52DFD5FE44}"/>
              </a:ext>
            </a:extLst>
          </p:cNvPr>
          <p:cNvSpPr txBox="1"/>
          <p:nvPr/>
        </p:nvSpPr>
        <p:spPr>
          <a:xfrm>
            <a:off x="4197129" y="3474631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D046A66-9F50-0166-D0AE-94ECD3002287}"/>
              </a:ext>
            </a:extLst>
          </p:cNvPr>
          <p:cNvSpPr txBox="1"/>
          <p:nvPr/>
        </p:nvSpPr>
        <p:spPr>
          <a:xfrm>
            <a:off x="5351800" y="3474631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51A749F-4FFB-ACB0-C06E-9C912B627D55}"/>
              </a:ext>
            </a:extLst>
          </p:cNvPr>
          <p:cNvSpPr txBox="1"/>
          <p:nvPr/>
        </p:nvSpPr>
        <p:spPr>
          <a:xfrm>
            <a:off x="3359853" y="3474631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62BE4DA-519C-359E-979B-81E4C5CF08FA}"/>
              </a:ext>
            </a:extLst>
          </p:cNvPr>
          <p:cNvSpPr txBox="1"/>
          <p:nvPr/>
        </p:nvSpPr>
        <p:spPr>
          <a:xfrm>
            <a:off x="7544857" y="3448611"/>
            <a:ext cx="163217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Аты-жөнү </a:t>
            </a:r>
            <a:r>
              <a:rPr lang="en-GB" sz="1100" dirty="0">
                <a:latin typeface="Comic Sans MS" panose="030F0702030302020204" pitchFamily="66" charset="0"/>
              </a:rPr>
              <a:t>:________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F51198E-3762-D73F-939E-A27C8C7504C0}"/>
              </a:ext>
            </a:extLst>
          </p:cNvPr>
          <p:cNvSpPr txBox="1"/>
          <p:nvPr/>
        </p:nvSpPr>
        <p:spPr>
          <a:xfrm>
            <a:off x="8699528" y="3448611"/>
            <a:ext cx="13163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omic Sans MS" panose="030F0702030302020204" pitchFamily="66" charset="0"/>
              </a:rPr>
              <a:t>   </a:t>
            </a:r>
            <a:r>
              <a:rPr lang="ru-RU" sz="1100" dirty="0">
                <a:latin typeface="Comic Sans MS" panose="030F0702030302020204" pitchFamily="66" charset="0"/>
              </a:rPr>
              <a:t>Убакыт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7F59616-5C5B-8792-2AF5-95B9BFF31B5F}"/>
              </a:ext>
            </a:extLst>
          </p:cNvPr>
          <p:cNvSpPr txBox="1"/>
          <p:nvPr/>
        </p:nvSpPr>
        <p:spPr>
          <a:xfrm>
            <a:off x="6707581" y="3448611"/>
            <a:ext cx="10278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100" dirty="0">
                <a:latin typeface="Comic Sans MS" panose="030F0702030302020204" pitchFamily="66" charset="0"/>
              </a:rPr>
              <a:t>Дата </a:t>
            </a:r>
            <a:r>
              <a:rPr lang="en-GB" sz="1100" dirty="0">
                <a:latin typeface="Comic Sans MS" panose="030F0702030302020204" pitchFamily="66" charset="0"/>
              </a:rPr>
              <a:t>:_____</a:t>
            </a:r>
          </a:p>
        </p:txBody>
      </p:sp>
    </p:spTree>
    <p:extLst>
      <p:ext uri="{BB962C8B-B14F-4D97-AF65-F5344CB8AC3E}">
        <p14:creationId xmlns:p14="http://schemas.microsoft.com/office/powerpoint/2010/main" val="2152658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798920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3200" dirty="0"/>
              <a:t>Суроолор барбы?</a:t>
            </a:r>
          </a:p>
          <a:p>
            <a:pPr marL="0" indent="0" algn="ctr">
              <a:buNone/>
            </a:pPr>
            <a:r>
              <a:rPr lang="ru-RU" sz="3200" dirty="0"/>
              <a:t>Комментарийлер?</a:t>
            </a:r>
          </a:p>
          <a:p>
            <a:pPr marL="0" indent="0" algn="ctr">
              <a:buNone/>
            </a:pPr>
            <a:r>
              <a:rPr lang="ru-RU" sz="3200" dirty="0"/>
              <a:t>Сунуштар?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…же ката таптыңызбы!?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Турдуу пикирлер учун ыраазычылык билдиребиз.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en-US" sz="3200" dirty="0"/>
              <a:t>mathematicskgz@gmail.com</a:t>
            </a:r>
          </a:p>
          <a:p>
            <a:pPr algn="ctr" defTabSz="478226">
              <a:defRPr/>
            </a:pPr>
            <a:endParaRPr lang="en-GB" sz="2400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10378</TotalTime>
  <Words>194</Words>
  <Application>Microsoft Office PowerPoint</Application>
  <PresentationFormat>A4 Paper (210x297 mm)</PresentationFormat>
  <Paragraphs>78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Comic Sans MS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476</cp:revision>
  <cp:lastPrinted>2019-03-20T06:46:59Z</cp:lastPrinted>
  <dcterms:created xsi:type="dcterms:W3CDTF">2017-01-17T16:57:04Z</dcterms:created>
  <dcterms:modified xsi:type="dcterms:W3CDTF">2024-05-04T06:22:09Z</dcterms:modified>
</cp:coreProperties>
</file>