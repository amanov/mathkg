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23"/>
  </p:notesMasterIdLst>
  <p:sldIdLst>
    <p:sldId id="981" r:id="rId2"/>
    <p:sldId id="982" r:id="rId3"/>
    <p:sldId id="965" r:id="rId4"/>
    <p:sldId id="957" r:id="rId5"/>
    <p:sldId id="966" r:id="rId6"/>
    <p:sldId id="974" r:id="rId7"/>
    <p:sldId id="970" r:id="rId8"/>
    <p:sldId id="975" r:id="rId9"/>
    <p:sldId id="971" r:id="rId10"/>
    <p:sldId id="973" r:id="rId11"/>
    <p:sldId id="976" r:id="rId12"/>
    <p:sldId id="977" r:id="rId13"/>
    <p:sldId id="978" r:id="rId14"/>
    <p:sldId id="968" r:id="rId15"/>
    <p:sldId id="967" r:id="rId16"/>
    <p:sldId id="972" r:id="rId17"/>
    <p:sldId id="980" r:id="rId18"/>
    <p:sldId id="969" r:id="rId19"/>
    <p:sldId id="979" r:id="rId20"/>
    <p:sldId id="940" r:id="rId21"/>
    <p:sldId id="983" r:id="rId22"/>
  </p:sldIdLst>
  <p:sldSz cx="9906000" cy="6858000" type="A4"/>
  <p:notesSz cx="6669088" cy="99266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55A11"/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75" d="100"/>
        <a:sy n="75" d="100"/>
      </p:scale>
      <p:origin x="0" y="-112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11/05/2024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5/11/2024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5/11/2024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5/11/2024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5/11/2024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1" y="1904922"/>
            <a:ext cx="9906000" cy="43396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 Сандуу Ондуктар – Бөлүү– 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Бинго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жооптору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ky-KG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менен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 </a:t>
            </a: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тордон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тогуз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жоопту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тандап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аларды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дептериндеги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3х3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квадратка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туш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келди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жайгаштырышы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керек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Мугалим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оюн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учурундагы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кыйынчылыкка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жараша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суроолорду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тандаса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болот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Убакыттын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өтүшүнө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жараша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сызык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X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же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менен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жеңе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алышат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</a:t>
            </a: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4796DCC9-7296-83D1-96A8-4127C71B8D1A}"/>
              </a:ext>
            </a:extLst>
          </p:cNvPr>
          <p:cNvSpPr txBox="1">
            <a:spLocks/>
          </p:cNvSpPr>
          <p:nvPr/>
        </p:nvSpPr>
        <p:spPr>
          <a:xfrm>
            <a:off x="0" y="45243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6826811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34A0ED1-3629-4CDD-A58D-B95B3284C69E}"/>
              </a:ext>
            </a:extLst>
          </p:cNvPr>
          <p:cNvGraphicFramePr>
            <a:graphicFrameLocks noGrp="1"/>
          </p:cNvGraphicFramePr>
          <p:nvPr/>
        </p:nvGraphicFramePr>
        <p:xfrm>
          <a:off x="5400040" y="495497"/>
          <a:ext cx="3896361" cy="38963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8787">
                  <a:extLst>
                    <a:ext uri="{9D8B030D-6E8A-4147-A177-3AD203B41FA5}">
                      <a16:colId xmlns:a16="http://schemas.microsoft.com/office/drawing/2014/main" val="115635351"/>
                    </a:ext>
                  </a:extLst>
                </a:gridCol>
                <a:gridCol w="1298787">
                  <a:extLst>
                    <a:ext uri="{9D8B030D-6E8A-4147-A177-3AD203B41FA5}">
                      <a16:colId xmlns:a16="http://schemas.microsoft.com/office/drawing/2014/main" val="2834483198"/>
                    </a:ext>
                  </a:extLst>
                </a:gridCol>
                <a:gridCol w="1298787">
                  <a:extLst>
                    <a:ext uri="{9D8B030D-6E8A-4147-A177-3AD203B41FA5}">
                      <a16:colId xmlns:a16="http://schemas.microsoft.com/office/drawing/2014/main" val="3183003522"/>
                    </a:ext>
                  </a:extLst>
                </a:gridCol>
              </a:tblGrid>
              <a:tr h="1298787"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45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54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23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2735878"/>
                  </a:ext>
                </a:extLst>
              </a:tr>
              <a:tr h="1298787"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82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37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12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7044118"/>
                  </a:ext>
                </a:extLst>
              </a:tr>
              <a:tr h="1298787"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76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25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91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27153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A7B2AA45-FF2C-4A34-9A81-5A8EBE133E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0040" y="495497"/>
            <a:ext cx="1328420" cy="13284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5FCF7CF-6A6C-4477-AEEE-930530D464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446367">
            <a:off x="6721372" y="1804985"/>
            <a:ext cx="1189215" cy="118921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A51917A-7ABA-4CF9-9A1E-DE9D9BF533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17761">
            <a:off x="8065365" y="3076658"/>
            <a:ext cx="1328420" cy="13284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A58D772-7203-4047-B730-8A75F50264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17761" flipH="1" flipV="1">
            <a:off x="5322490" y="2932737"/>
            <a:ext cx="1526948" cy="152694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D5FBB59-7545-4187-BFB5-71AAC1644F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70123">
            <a:off x="6753612" y="523758"/>
            <a:ext cx="1189215" cy="1189215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FBF76227-595D-492B-8E21-FFB692418519}"/>
              </a:ext>
            </a:extLst>
          </p:cNvPr>
          <p:cNvSpPr/>
          <p:nvPr/>
        </p:nvSpPr>
        <p:spPr>
          <a:xfrm>
            <a:off x="0" y="297064"/>
            <a:ext cx="7221249" cy="264687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600" b="1" i="0" u="none" strike="noStrike" kern="1200" cap="none" spc="0" normalizeH="0" baseline="0" noProof="0" dirty="0">
                <a:ln w="57150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Бинго</a:t>
            </a:r>
            <a:r>
              <a:rPr kumimoji="0" lang="en-US" sz="16600" b="1" i="0" u="none" strike="noStrike" kern="1200" cap="none" spc="0" normalizeH="0" baseline="0" noProof="0" dirty="0">
                <a:ln w="57150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!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E67413-2406-441B-89DC-A1394BD34636}"/>
              </a:ext>
            </a:extLst>
          </p:cNvPr>
          <p:cNvSpPr/>
          <p:nvPr/>
        </p:nvSpPr>
        <p:spPr>
          <a:xfrm>
            <a:off x="-1470593" y="3645421"/>
            <a:ext cx="9811954" cy="280076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8800" b="1" i="0" u="none" strike="noStrike" kern="1200" cap="none" spc="0" normalizeH="0" baseline="0" noProof="0" dirty="0">
                <a:ln w="38100">
                  <a:solidFill>
                    <a:sysClr val="windowText" lastClr="000000"/>
                  </a:solidFill>
                </a:ln>
                <a:solidFill>
                  <a:srgbClr val="00FF00"/>
                </a:solidFill>
                <a:effectLst>
                  <a:reflection blurRad="6350" stA="53000" endA="300" endPos="35500" dir="5400000" sy="-9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Ондуктарды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8800" b="1" i="0" u="none" strike="noStrike" kern="1200" cap="none" spc="0" normalizeH="0" baseline="0" noProof="0" dirty="0">
                <a:ln w="38100">
                  <a:solidFill>
                    <a:sysClr val="windowText" lastClr="000000"/>
                  </a:solidFill>
                </a:ln>
                <a:solidFill>
                  <a:srgbClr val="00FF00"/>
                </a:solidFill>
                <a:effectLst>
                  <a:reflection blurRad="6350" stA="53000" endA="300" endPos="35500" dir="5400000" sy="-9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бөлүү</a:t>
            </a:r>
          </a:p>
        </p:txBody>
      </p:sp>
    </p:spTree>
    <p:extLst>
      <p:ext uri="{BB962C8B-B14F-4D97-AF65-F5344CB8AC3E}">
        <p14:creationId xmlns:p14="http://schemas.microsoft.com/office/powerpoint/2010/main" val="28037073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92100" y="1197032"/>
          <a:ext cx="9321800" cy="44306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0450">
                  <a:extLst>
                    <a:ext uri="{9D8B030D-6E8A-4147-A177-3AD203B41FA5}">
                      <a16:colId xmlns:a16="http://schemas.microsoft.com/office/drawing/2014/main" val="62045395"/>
                    </a:ext>
                  </a:extLst>
                </a:gridCol>
                <a:gridCol w="2330450">
                  <a:extLst>
                    <a:ext uri="{9D8B030D-6E8A-4147-A177-3AD203B41FA5}">
                      <a16:colId xmlns:a16="http://schemas.microsoft.com/office/drawing/2014/main" val="2161216684"/>
                    </a:ext>
                  </a:extLst>
                </a:gridCol>
                <a:gridCol w="2330450">
                  <a:extLst>
                    <a:ext uri="{9D8B030D-6E8A-4147-A177-3AD203B41FA5}">
                      <a16:colId xmlns:a16="http://schemas.microsoft.com/office/drawing/2014/main" val="2924408573"/>
                    </a:ext>
                  </a:extLst>
                </a:gridCol>
                <a:gridCol w="2330450">
                  <a:extLst>
                    <a:ext uri="{9D8B030D-6E8A-4147-A177-3AD203B41FA5}">
                      <a16:colId xmlns:a16="http://schemas.microsoft.com/office/drawing/2014/main" val="2772295460"/>
                    </a:ext>
                  </a:extLst>
                </a:gridCol>
              </a:tblGrid>
              <a:tr h="11076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4658278"/>
                  </a:ext>
                </a:extLst>
              </a:tr>
              <a:tr h="11076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0.35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458257"/>
                  </a:ext>
                </a:extLst>
              </a:tr>
              <a:tr h="11076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1.2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0.15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2040813"/>
                  </a:ext>
                </a:extLst>
              </a:tr>
              <a:tr h="11076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0.16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8986472"/>
                  </a:ext>
                </a:extLst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1379136" y="19616"/>
            <a:ext cx="7147726" cy="110799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6600" b="1" cap="none" spc="0" dirty="0">
                <a:ln w="9525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</a:rPr>
              <a:t>Ондуктарды бөлүү</a:t>
            </a:r>
            <a:endParaRPr lang="en-US" sz="6600" b="1" cap="none" spc="0" dirty="0">
              <a:ln w="9525">
                <a:solidFill>
                  <a:sysClr val="windowText" lastClr="000000"/>
                </a:solidFill>
              </a:ln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5F6707C-594E-4BE7-9A2A-69EC69C30D43}"/>
              </a:ext>
            </a:extLst>
          </p:cNvPr>
          <p:cNvGraphicFramePr>
            <a:graphicFrameLocks noGrp="1"/>
          </p:cNvGraphicFramePr>
          <p:nvPr/>
        </p:nvGraphicFramePr>
        <p:xfrm>
          <a:off x="5530918" y="5786675"/>
          <a:ext cx="879027" cy="8790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009">
                  <a:extLst>
                    <a:ext uri="{9D8B030D-6E8A-4147-A177-3AD203B41FA5}">
                      <a16:colId xmlns:a16="http://schemas.microsoft.com/office/drawing/2014/main" val="62045395"/>
                    </a:ext>
                  </a:extLst>
                </a:gridCol>
                <a:gridCol w="293009">
                  <a:extLst>
                    <a:ext uri="{9D8B030D-6E8A-4147-A177-3AD203B41FA5}">
                      <a16:colId xmlns:a16="http://schemas.microsoft.com/office/drawing/2014/main" val="2161216684"/>
                    </a:ext>
                  </a:extLst>
                </a:gridCol>
                <a:gridCol w="293009">
                  <a:extLst>
                    <a:ext uri="{9D8B030D-6E8A-4147-A177-3AD203B41FA5}">
                      <a16:colId xmlns:a16="http://schemas.microsoft.com/office/drawing/2014/main" val="2924408573"/>
                    </a:ext>
                  </a:extLst>
                </a:gridCol>
              </a:tblGrid>
              <a:tr h="2930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4658278"/>
                  </a:ext>
                </a:extLst>
              </a:tr>
              <a:tr h="2930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458257"/>
                  </a:ext>
                </a:extLst>
              </a:tr>
              <a:tr h="2930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204081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EDEA543-F1EE-4312-B1A0-843C76004B58}"/>
              </a:ext>
            </a:extLst>
          </p:cNvPr>
          <p:cNvSpPr txBox="1"/>
          <p:nvPr/>
        </p:nvSpPr>
        <p:spPr>
          <a:xfrm>
            <a:off x="1851152" y="6041522"/>
            <a:ext cx="34878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Китебиңизге 3х3 торчо тартыңыз.</a:t>
            </a:r>
            <a:endParaRPr lang="en-GB" dirty="0"/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7" name="Slide Zoom 6">
                <a:extLst>
                  <a:ext uri="{FF2B5EF4-FFF2-40B4-BE49-F238E27FC236}">
                    <a16:creationId xmlns:a16="http://schemas.microsoft.com/office/drawing/2014/main" id="{70B71F7F-101C-E3AA-3BEA-EB3DB5E5F4D0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3332471" y="2127019"/>
              <a:ext cx="2476500" cy="1714500"/>
            </p:xfrm>
            <a:graphic>
              <a:graphicData uri="http://schemas.microsoft.com/office/powerpoint/2016/slidezoom">
                <pslz:sldZm>
                  <pslz:sldZmObj sldId="965" cId="76419250">
                    <pslz:zmPr id="{C1DEB315-8C96-4CAA-8CF6-030DBE11079B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476500" cy="171450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7" name="Slide Zoom 6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70B71F7F-101C-E3AA-3BEA-EB3DB5E5F4D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-3332471" y="2127019"/>
                <a:ext cx="2476500" cy="1714500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64192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4153002" y="384112"/>
            <a:ext cx="16166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Эсептеңиз:</a:t>
            </a:r>
            <a:endParaRPr lang="en-GB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A0A5EFD-24D2-5686-6059-AB4B79471AF9}"/>
              </a:ext>
            </a:extLst>
          </p:cNvPr>
          <p:cNvSpPr/>
          <p:nvPr/>
        </p:nvSpPr>
        <p:spPr>
          <a:xfrm>
            <a:off x="3826625" y="4538750"/>
            <a:ext cx="2252749" cy="1454727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rgbClr val="00B0F0"/>
            </a:solidFill>
          </a:ln>
          <a:effectLst>
            <a:outerShdw blurRad="50800" dist="889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0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946A48-09C3-6E28-686F-A14478E775FF}"/>
              </a:ext>
            </a:extLst>
          </p:cNvPr>
          <p:cNvSpPr txBox="1"/>
          <p:nvPr/>
        </p:nvSpPr>
        <p:spPr>
          <a:xfrm>
            <a:off x="3331722" y="1647647"/>
            <a:ext cx="32592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800" dirty="0"/>
              <a:t>3 ÷ 0.5</a:t>
            </a:r>
          </a:p>
        </p:txBody>
      </p:sp>
    </p:spTree>
    <p:extLst>
      <p:ext uri="{BB962C8B-B14F-4D97-AF65-F5344CB8AC3E}">
        <p14:creationId xmlns:p14="http://schemas.microsoft.com/office/powerpoint/2010/main" val="445450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4153002" y="384112"/>
            <a:ext cx="16166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Эсептеңиз:</a:t>
            </a:r>
            <a:endParaRPr lang="en-GB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A0A5EFD-24D2-5686-6059-AB4B79471AF9}"/>
              </a:ext>
            </a:extLst>
          </p:cNvPr>
          <p:cNvSpPr/>
          <p:nvPr/>
        </p:nvSpPr>
        <p:spPr>
          <a:xfrm>
            <a:off x="3826625" y="4538750"/>
            <a:ext cx="2252749" cy="1454727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rgbClr val="00B0F0"/>
            </a:solidFill>
          </a:ln>
          <a:effectLst>
            <a:outerShdw blurRad="50800" dist="889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000" dirty="0">
                <a:solidFill>
                  <a:schemeClr val="tx1"/>
                </a:solidFill>
              </a:rPr>
              <a:t>0.2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946A48-09C3-6E28-686F-A14478E775FF}"/>
              </a:ext>
            </a:extLst>
          </p:cNvPr>
          <p:cNvSpPr txBox="1"/>
          <p:nvPr/>
        </p:nvSpPr>
        <p:spPr>
          <a:xfrm>
            <a:off x="3331722" y="1647647"/>
            <a:ext cx="32592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800" dirty="0"/>
              <a:t>0.8 ÷ 4</a:t>
            </a:r>
          </a:p>
        </p:txBody>
      </p:sp>
    </p:spTree>
    <p:extLst>
      <p:ext uri="{BB962C8B-B14F-4D97-AF65-F5344CB8AC3E}">
        <p14:creationId xmlns:p14="http://schemas.microsoft.com/office/powerpoint/2010/main" val="2612764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4153002" y="384112"/>
            <a:ext cx="16166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Эсептеңиз:</a:t>
            </a:r>
            <a:endParaRPr lang="en-GB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A0A5EFD-24D2-5686-6059-AB4B79471AF9}"/>
              </a:ext>
            </a:extLst>
          </p:cNvPr>
          <p:cNvSpPr/>
          <p:nvPr/>
        </p:nvSpPr>
        <p:spPr>
          <a:xfrm>
            <a:off x="3826625" y="4538750"/>
            <a:ext cx="2252749" cy="1454727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rgbClr val="00B0F0"/>
            </a:solidFill>
          </a:ln>
          <a:effectLst>
            <a:outerShdw blurRad="50800" dist="889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0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946A48-09C3-6E28-686F-A14478E775FF}"/>
              </a:ext>
            </a:extLst>
          </p:cNvPr>
          <p:cNvSpPr txBox="1"/>
          <p:nvPr/>
        </p:nvSpPr>
        <p:spPr>
          <a:xfrm>
            <a:off x="3331722" y="1647647"/>
            <a:ext cx="32592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800" dirty="0"/>
              <a:t>4 ÷ 0.8</a:t>
            </a:r>
          </a:p>
        </p:txBody>
      </p:sp>
    </p:spTree>
    <p:extLst>
      <p:ext uri="{BB962C8B-B14F-4D97-AF65-F5344CB8AC3E}">
        <p14:creationId xmlns:p14="http://schemas.microsoft.com/office/powerpoint/2010/main" val="3590713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4153002" y="384112"/>
            <a:ext cx="16166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Эсептеңиз:</a:t>
            </a:r>
            <a:endParaRPr lang="en-GB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A0A5EFD-24D2-5686-6059-AB4B79471AF9}"/>
              </a:ext>
            </a:extLst>
          </p:cNvPr>
          <p:cNvSpPr/>
          <p:nvPr/>
        </p:nvSpPr>
        <p:spPr>
          <a:xfrm>
            <a:off x="3826625" y="4538750"/>
            <a:ext cx="2252749" cy="1454727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rgbClr val="00B0F0"/>
            </a:solidFill>
          </a:ln>
          <a:effectLst>
            <a:outerShdw blurRad="50800" dist="889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000" dirty="0">
                <a:solidFill>
                  <a:schemeClr val="tx1"/>
                </a:solidFill>
              </a:rPr>
              <a:t>0.1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946A48-09C3-6E28-686F-A14478E775FF}"/>
              </a:ext>
            </a:extLst>
          </p:cNvPr>
          <p:cNvSpPr txBox="1"/>
          <p:nvPr/>
        </p:nvSpPr>
        <p:spPr>
          <a:xfrm>
            <a:off x="3331722" y="1647647"/>
            <a:ext cx="32592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800" dirty="0"/>
              <a:t>0.7 ÷ 7</a:t>
            </a:r>
          </a:p>
        </p:txBody>
      </p:sp>
    </p:spTree>
    <p:extLst>
      <p:ext uri="{BB962C8B-B14F-4D97-AF65-F5344CB8AC3E}">
        <p14:creationId xmlns:p14="http://schemas.microsoft.com/office/powerpoint/2010/main" val="2825623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4153002" y="384112"/>
            <a:ext cx="16166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Эсептеңиз:</a:t>
            </a:r>
            <a:endParaRPr lang="en-GB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A0A5EFD-24D2-5686-6059-AB4B79471AF9}"/>
              </a:ext>
            </a:extLst>
          </p:cNvPr>
          <p:cNvSpPr/>
          <p:nvPr/>
        </p:nvSpPr>
        <p:spPr>
          <a:xfrm>
            <a:off x="3826625" y="4538750"/>
            <a:ext cx="2252749" cy="1454727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rgbClr val="00B0F0"/>
            </a:solidFill>
          </a:ln>
          <a:effectLst>
            <a:outerShdw blurRad="50800" dist="889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0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946A48-09C3-6E28-686F-A14478E775FF}"/>
              </a:ext>
            </a:extLst>
          </p:cNvPr>
          <p:cNvSpPr txBox="1"/>
          <p:nvPr/>
        </p:nvSpPr>
        <p:spPr>
          <a:xfrm>
            <a:off x="2902919" y="1647647"/>
            <a:ext cx="4116833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800" dirty="0"/>
              <a:t>2.1 ÷ 0.3</a:t>
            </a:r>
          </a:p>
        </p:txBody>
      </p:sp>
    </p:spTree>
    <p:extLst>
      <p:ext uri="{BB962C8B-B14F-4D97-AF65-F5344CB8AC3E}">
        <p14:creationId xmlns:p14="http://schemas.microsoft.com/office/powerpoint/2010/main" val="3302961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4153002" y="384112"/>
            <a:ext cx="16166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Эсептеңиз:</a:t>
            </a:r>
            <a:endParaRPr lang="en-GB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A0A5EFD-24D2-5686-6059-AB4B79471AF9}"/>
              </a:ext>
            </a:extLst>
          </p:cNvPr>
          <p:cNvSpPr/>
          <p:nvPr/>
        </p:nvSpPr>
        <p:spPr>
          <a:xfrm>
            <a:off x="3826625" y="4538750"/>
            <a:ext cx="2252749" cy="1454727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rgbClr val="00B0F0"/>
            </a:solidFill>
          </a:ln>
          <a:effectLst>
            <a:outerShdw blurRad="50800" dist="889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000" dirty="0">
                <a:solidFill>
                  <a:schemeClr val="tx1"/>
                </a:solidFill>
              </a:rPr>
              <a:t>1.2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946A48-09C3-6E28-686F-A14478E775FF}"/>
              </a:ext>
            </a:extLst>
          </p:cNvPr>
          <p:cNvSpPr txBox="1"/>
          <p:nvPr/>
        </p:nvSpPr>
        <p:spPr>
          <a:xfrm>
            <a:off x="3331722" y="1647647"/>
            <a:ext cx="32592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800" dirty="0"/>
              <a:t>3.6 ÷ 3</a:t>
            </a:r>
          </a:p>
        </p:txBody>
      </p:sp>
    </p:spTree>
    <p:extLst>
      <p:ext uri="{BB962C8B-B14F-4D97-AF65-F5344CB8AC3E}">
        <p14:creationId xmlns:p14="http://schemas.microsoft.com/office/powerpoint/2010/main" val="12522452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4153002" y="384112"/>
            <a:ext cx="16166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Эсептеңиз:</a:t>
            </a:r>
            <a:endParaRPr lang="en-GB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A0A5EFD-24D2-5686-6059-AB4B79471AF9}"/>
              </a:ext>
            </a:extLst>
          </p:cNvPr>
          <p:cNvSpPr/>
          <p:nvPr/>
        </p:nvSpPr>
        <p:spPr>
          <a:xfrm>
            <a:off x="3826625" y="4538750"/>
            <a:ext cx="2252749" cy="1454727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rgbClr val="00B0F0"/>
            </a:solidFill>
          </a:ln>
          <a:effectLst>
            <a:outerShdw blurRad="50800" dist="889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000" dirty="0">
                <a:solidFill>
                  <a:schemeClr val="tx1"/>
                </a:solidFill>
              </a:rPr>
              <a:t>0.8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946A48-09C3-6E28-686F-A14478E775FF}"/>
              </a:ext>
            </a:extLst>
          </p:cNvPr>
          <p:cNvSpPr txBox="1"/>
          <p:nvPr/>
        </p:nvSpPr>
        <p:spPr>
          <a:xfrm>
            <a:off x="3331722" y="1647647"/>
            <a:ext cx="32592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800" dirty="0"/>
              <a:t>3.2 ÷ 4</a:t>
            </a:r>
          </a:p>
        </p:txBody>
      </p:sp>
    </p:spTree>
    <p:extLst>
      <p:ext uri="{BB962C8B-B14F-4D97-AF65-F5344CB8AC3E}">
        <p14:creationId xmlns:p14="http://schemas.microsoft.com/office/powerpoint/2010/main" val="1720951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4153002" y="384112"/>
            <a:ext cx="16166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Эсептеңиз:</a:t>
            </a:r>
            <a:endParaRPr lang="en-GB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A0A5EFD-24D2-5686-6059-AB4B79471AF9}"/>
              </a:ext>
            </a:extLst>
          </p:cNvPr>
          <p:cNvSpPr/>
          <p:nvPr/>
        </p:nvSpPr>
        <p:spPr>
          <a:xfrm>
            <a:off x="3826625" y="4538750"/>
            <a:ext cx="2252749" cy="1454727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rgbClr val="00B0F0"/>
            </a:solidFill>
          </a:ln>
          <a:effectLst>
            <a:outerShdw blurRad="50800" dist="889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946A48-09C3-6E28-686F-A14478E775FF}"/>
              </a:ext>
            </a:extLst>
          </p:cNvPr>
          <p:cNvSpPr txBox="1"/>
          <p:nvPr/>
        </p:nvSpPr>
        <p:spPr>
          <a:xfrm>
            <a:off x="2902919" y="1647647"/>
            <a:ext cx="4116833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800" dirty="0"/>
              <a:t>2.8 ÷ 1.4</a:t>
            </a:r>
          </a:p>
        </p:txBody>
      </p:sp>
    </p:spTree>
    <p:extLst>
      <p:ext uri="{BB962C8B-B14F-4D97-AF65-F5344CB8AC3E}">
        <p14:creationId xmlns:p14="http://schemas.microsoft.com/office/powerpoint/2010/main" val="1141790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4153002" y="384112"/>
            <a:ext cx="16166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Эсептеңиз:</a:t>
            </a:r>
            <a:endParaRPr lang="en-GB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A0A5EFD-24D2-5686-6059-AB4B79471AF9}"/>
              </a:ext>
            </a:extLst>
          </p:cNvPr>
          <p:cNvSpPr/>
          <p:nvPr/>
        </p:nvSpPr>
        <p:spPr>
          <a:xfrm>
            <a:off x="3826625" y="4538750"/>
            <a:ext cx="2252749" cy="1454727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rgbClr val="00B0F0"/>
            </a:solidFill>
          </a:ln>
          <a:effectLst>
            <a:outerShdw blurRad="50800" dist="889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946A48-09C3-6E28-686F-A14478E775FF}"/>
              </a:ext>
            </a:extLst>
          </p:cNvPr>
          <p:cNvSpPr txBox="1"/>
          <p:nvPr/>
        </p:nvSpPr>
        <p:spPr>
          <a:xfrm>
            <a:off x="2902919" y="1647647"/>
            <a:ext cx="4116833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800" dirty="0"/>
              <a:t>1.5 ÷ 0.5</a:t>
            </a:r>
          </a:p>
        </p:txBody>
      </p:sp>
    </p:spTree>
    <p:extLst>
      <p:ext uri="{BB962C8B-B14F-4D97-AF65-F5344CB8AC3E}">
        <p14:creationId xmlns:p14="http://schemas.microsoft.com/office/powerpoint/2010/main" val="15046397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4153002" y="384112"/>
            <a:ext cx="16166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Эсептеңиз:</a:t>
            </a:r>
            <a:endParaRPr lang="en-GB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A0A5EFD-24D2-5686-6059-AB4B79471AF9}"/>
              </a:ext>
            </a:extLst>
          </p:cNvPr>
          <p:cNvSpPr/>
          <p:nvPr/>
        </p:nvSpPr>
        <p:spPr>
          <a:xfrm>
            <a:off x="3826625" y="4538750"/>
            <a:ext cx="2252749" cy="1454727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rgbClr val="00B0F0"/>
            </a:solidFill>
          </a:ln>
          <a:effectLst>
            <a:outerShdw blurRad="50800" dist="889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000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946A48-09C3-6E28-686F-A14478E775FF}"/>
              </a:ext>
            </a:extLst>
          </p:cNvPr>
          <p:cNvSpPr txBox="1"/>
          <p:nvPr/>
        </p:nvSpPr>
        <p:spPr>
          <a:xfrm>
            <a:off x="2902919" y="1647647"/>
            <a:ext cx="4116833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800" dirty="0"/>
              <a:t>1.8 ÷ 0.2</a:t>
            </a:r>
          </a:p>
        </p:txBody>
      </p:sp>
    </p:spTree>
    <p:extLst>
      <p:ext uri="{BB962C8B-B14F-4D97-AF65-F5344CB8AC3E}">
        <p14:creationId xmlns:p14="http://schemas.microsoft.com/office/powerpoint/2010/main" val="36700327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4153002" y="384112"/>
            <a:ext cx="16166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Эсептеңиз:</a:t>
            </a:r>
            <a:endParaRPr lang="en-GB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A0A5EFD-24D2-5686-6059-AB4B79471AF9}"/>
              </a:ext>
            </a:extLst>
          </p:cNvPr>
          <p:cNvSpPr/>
          <p:nvPr/>
        </p:nvSpPr>
        <p:spPr>
          <a:xfrm>
            <a:off x="3826625" y="4538750"/>
            <a:ext cx="2252749" cy="1454727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rgbClr val="00B0F0"/>
            </a:solidFill>
          </a:ln>
          <a:effectLst>
            <a:outerShdw blurRad="50800" dist="889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000" dirty="0">
                <a:solidFill>
                  <a:schemeClr val="tx1"/>
                </a:solidFill>
              </a:rPr>
              <a:t>0.3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946A48-09C3-6E28-686F-A14478E775FF}"/>
              </a:ext>
            </a:extLst>
          </p:cNvPr>
          <p:cNvSpPr txBox="1"/>
          <p:nvPr/>
        </p:nvSpPr>
        <p:spPr>
          <a:xfrm>
            <a:off x="3331722" y="1647647"/>
            <a:ext cx="32592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800" dirty="0"/>
              <a:t>0.6 ÷ 2</a:t>
            </a:r>
          </a:p>
        </p:txBody>
      </p:sp>
    </p:spTree>
    <p:extLst>
      <p:ext uri="{BB962C8B-B14F-4D97-AF65-F5344CB8AC3E}">
        <p14:creationId xmlns:p14="http://schemas.microsoft.com/office/powerpoint/2010/main" val="14935554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4153002" y="384112"/>
            <a:ext cx="16166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Эсептеңиз:</a:t>
            </a:r>
            <a:endParaRPr lang="en-GB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A0A5EFD-24D2-5686-6059-AB4B79471AF9}"/>
              </a:ext>
            </a:extLst>
          </p:cNvPr>
          <p:cNvSpPr/>
          <p:nvPr/>
        </p:nvSpPr>
        <p:spPr>
          <a:xfrm>
            <a:off x="3826625" y="4538750"/>
            <a:ext cx="2252749" cy="1454727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rgbClr val="00B0F0"/>
            </a:solidFill>
          </a:ln>
          <a:effectLst>
            <a:outerShdw blurRad="50800" dist="889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000" dirty="0">
                <a:solidFill>
                  <a:schemeClr val="tx1"/>
                </a:solidFill>
              </a:rPr>
              <a:t>0.15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946A48-09C3-6E28-686F-A14478E775FF}"/>
              </a:ext>
            </a:extLst>
          </p:cNvPr>
          <p:cNvSpPr txBox="1"/>
          <p:nvPr/>
        </p:nvSpPr>
        <p:spPr>
          <a:xfrm>
            <a:off x="3331722" y="1647647"/>
            <a:ext cx="32592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800" dirty="0"/>
              <a:t>0.3 ÷ 2</a:t>
            </a:r>
          </a:p>
        </p:txBody>
      </p:sp>
    </p:spTree>
    <p:extLst>
      <p:ext uri="{BB962C8B-B14F-4D97-AF65-F5344CB8AC3E}">
        <p14:creationId xmlns:p14="http://schemas.microsoft.com/office/powerpoint/2010/main" val="5129005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4153002" y="384112"/>
            <a:ext cx="16166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Эсептеңиз:</a:t>
            </a:r>
            <a:endParaRPr lang="en-GB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A0A5EFD-24D2-5686-6059-AB4B79471AF9}"/>
              </a:ext>
            </a:extLst>
          </p:cNvPr>
          <p:cNvSpPr/>
          <p:nvPr/>
        </p:nvSpPr>
        <p:spPr>
          <a:xfrm>
            <a:off x="3826625" y="4538750"/>
            <a:ext cx="2252749" cy="1454727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rgbClr val="00B0F0"/>
            </a:solidFill>
          </a:ln>
          <a:effectLst>
            <a:outerShdw blurRad="50800" dist="889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000" dirty="0">
                <a:solidFill>
                  <a:schemeClr val="tx1"/>
                </a:solidFill>
              </a:rPr>
              <a:t>0.35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946A48-09C3-6E28-686F-A14478E775FF}"/>
              </a:ext>
            </a:extLst>
          </p:cNvPr>
          <p:cNvSpPr txBox="1"/>
          <p:nvPr/>
        </p:nvSpPr>
        <p:spPr>
          <a:xfrm>
            <a:off x="3331722" y="1647647"/>
            <a:ext cx="32592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800" dirty="0"/>
              <a:t>0.7 ÷ 2</a:t>
            </a:r>
          </a:p>
        </p:txBody>
      </p:sp>
    </p:spTree>
    <p:extLst>
      <p:ext uri="{BB962C8B-B14F-4D97-AF65-F5344CB8AC3E}">
        <p14:creationId xmlns:p14="http://schemas.microsoft.com/office/powerpoint/2010/main" val="6382401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4153002" y="384112"/>
            <a:ext cx="16166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Эсептеңиз:</a:t>
            </a:r>
            <a:endParaRPr lang="en-GB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A0A5EFD-24D2-5686-6059-AB4B79471AF9}"/>
              </a:ext>
            </a:extLst>
          </p:cNvPr>
          <p:cNvSpPr/>
          <p:nvPr/>
        </p:nvSpPr>
        <p:spPr>
          <a:xfrm>
            <a:off x="3826625" y="4538750"/>
            <a:ext cx="2252749" cy="1454727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rgbClr val="00B0F0"/>
            </a:solidFill>
          </a:ln>
          <a:effectLst>
            <a:outerShdw blurRad="50800" dist="889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000" dirty="0">
                <a:solidFill>
                  <a:schemeClr val="tx1"/>
                </a:solidFill>
              </a:rPr>
              <a:t>12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946A48-09C3-6E28-686F-A14478E775FF}"/>
              </a:ext>
            </a:extLst>
          </p:cNvPr>
          <p:cNvSpPr txBox="1"/>
          <p:nvPr/>
        </p:nvSpPr>
        <p:spPr>
          <a:xfrm>
            <a:off x="2902919" y="1647647"/>
            <a:ext cx="4116833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800" dirty="0"/>
              <a:t>4.8 ÷ 0.4</a:t>
            </a:r>
          </a:p>
        </p:txBody>
      </p:sp>
    </p:spTree>
    <p:extLst>
      <p:ext uri="{BB962C8B-B14F-4D97-AF65-F5344CB8AC3E}">
        <p14:creationId xmlns:p14="http://schemas.microsoft.com/office/powerpoint/2010/main" val="93899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4153002" y="384112"/>
            <a:ext cx="16166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Эсептеңиз:</a:t>
            </a:r>
            <a:endParaRPr lang="en-GB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A0A5EFD-24D2-5686-6059-AB4B79471AF9}"/>
              </a:ext>
            </a:extLst>
          </p:cNvPr>
          <p:cNvSpPr/>
          <p:nvPr/>
        </p:nvSpPr>
        <p:spPr>
          <a:xfrm>
            <a:off x="3826625" y="4538750"/>
            <a:ext cx="2252749" cy="1454727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rgbClr val="00B0F0"/>
            </a:solidFill>
          </a:ln>
          <a:effectLst>
            <a:outerShdw blurRad="50800" dist="889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000" dirty="0">
                <a:solidFill>
                  <a:schemeClr val="tx1"/>
                </a:solidFill>
              </a:rPr>
              <a:t>0.16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946A48-09C3-6E28-686F-A14478E775FF}"/>
              </a:ext>
            </a:extLst>
          </p:cNvPr>
          <p:cNvSpPr txBox="1"/>
          <p:nvPr/>
        </p:nvSpPr>
        <p:spPr>
          <a:xfrm>
            <a:off x="3331722" y="1647647"/>
            <a:ext cx="32592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800" dirty="0"/>
              <a:t>0.8 ÷ 5</a:t>
            </a:r>
          </a:p>
        </p:txBody>
      </p:sp>
    </p:spTree>
    <p:extLst>
      <p:ext uri="{BB962C8B-B14F-4D97-AF65-F5344CB8AC3E}">
        <p14:creationId xmlns:p14="http://schemas.microsoft.com/office/powerpoint/2010/main" val="2309777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4153002" y="384112"/>
            <a:ext cx="16166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Эсептеңиз:</a:t>
            </a:r>
            <a:endParaRPr lang="en-GB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A0A5EFD-24D2-5686-6059-AB4B79471AF9}"/>
              </a:ext>
            </a:extLst>
          </p:cNvPr>
          <p:cNvSpPr/>
          <p:nvPr/>
        </p:nvSpPr>
        <p:spPr>
          <a:xfrm>
            <a:off x="3826625" y="4538750"/>
            <a:ext cx="2252749" cy="1454727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rgbClr val="00B0F0"/>
            </a:solidFill>
          </a:ln>
          <a:effectLst>
            <a:outerShdw blurRad="50800" dist="889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000" dirty="0">
                <a:solidFill>
                  <a:schemeClr val="tx1"/>
                </a:solidFill>
              </a:rPr>
              <a:t>15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946A48-09C3-6E28-686F-A14478E775FF}"/>
              </a:ext>
            </a:extLst>
          </p:cNvPr>
          <p:cNvSpPr txBox="1"/>
          <p:nvPr/>
        </p:nvSpPr>
        <p:spPr>
          <a:xfrm>
            <a:off x="2902919" y="1647647"/>
            <a:ext cx="4116833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800" dirty="0"/>
              <a:t>4.5 ÷ 0.3</a:t>
            </a:r>
          </a:p>
        </p:txBody>
      </p:sp>
    </p:spTree>
    <p:extLst>
      <p:ext uri="{BB962C8B-B14F-4D97-AF65-F5344CB8AC3E}">
        <p14:creationId xmlns:p14="http://schemas.microsoft.com/office/powerpoint/2010/main" val="2859601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455F9FF-A775-44DB-99DD-42DDB47487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2929352"/>
              </p:ext>
            </p:extLst>
          </p:nvPr>
        </p:nvGraphicFramePr>
        <p:xfrm>
          <a:off x="59945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AD8C36C-2AB2-44CF-BF97-992F65F82F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1891624"/>
              </p:ext>
            </p:extLst>
          </p:nvPr>
        </p:nvGraphicFramePr>
        <p:xfrm>
          <a:off x="2042419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2773A22-7D82-4A6C-9386-8C73822F86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8005975"/>
              </p:ext>
            </p:extLst>
          </p:nvPr>
        </p:nvGraphicFramePr>
        <p:xfrm>
          <a:off x="4024893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ACA04EB-1AF0-4BA4-B56C-D92E4B8FC6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8737508"/>
              </p:ext>
            </p:extLst>
          </p:nvPr>
        </p:nvGraphicFramePr>
        <p:xfrm>
          <a:off x="6007367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DD0CEA2-BF13-4F1F-BDF8-723774394B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2065140"/>
              </p:ext>
            </p:extLst>
          </p:nvPr>
        </p:nvGraphicFramePr>
        <p:xfrm>
          <a:off x="7989841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217ECC1-187E-45C6-AAD9-69FCF451F4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9819278"/>
              </p:ext>
            </p:extLst>
          </p:nvPr>
        </p:nvGraphicFramePr>
        <p:xfrm>
          <a:off x="59945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8F2A369-4849-4D8C-9C48-42AC19EAC6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3002619"/>
              </p:ext>
            </p:extLst>
          </p:nvPr>
        </p:nvGraphicFramePr>
        <p:xfrm>
          <a:off x="2042419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8CC34FD8-28B7-4290-89FF-C844EE6A1A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619173"/>
              </p:ext>
            </p:extLst>
          </p:nvPr>
        </p:nvGraphicFramePr>
        <p:xfrm>
          <a:off x="4024893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BEE0B481-E5E6-4A56-A167-F7909231AE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741186"/>
              </p:ext>
            </p:extLst>
          </p:nvPr>
        </p:nvGraphicFramePr>
        <p:xfrm>
          <a:off x="6007367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04524C6-1AA7-41E4-A1BD-52B735BCF1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8690728"/>
              </p:ext>
            </p:extLst>
          </p:nvPr>
        </p:nvGraphicFramePr>
        <p:xfrm>
          <a:off x="7989841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FD378E7F-888B-451D-A437-1143E900F4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2700732"/>
              </p:ext>
            </p:extLst>
          </p:nvPr>
        </p:nvGraphicFramePr>
        <p:xfrm>
          <a:off x="59945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DD9438F2-5F7B-453A-9852-A5D953E267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7154783"/>
              </p:ext>
            </p:extLst>
          </p:nvPr>
        </p:nvGraphicFramePr>
        <p:xfrm>
          <a:off x="2042419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8E97513C-7184-48FD-B483-FD49969CA2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9329546"/>
              </p:ext>
            </p:extLst>
          </p:nvPr>
        </p:nvGraphicFramePr>
        <p:xfrm>
          <a:off x="4024893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4FE2DA72-78F4-437E-AA8B-E7D5DF47DE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355289"/>
              </p:ext>
            </p:extLst>
          </p:nvPr>
        </p:nvGraphicFramePr>
        <p:xfrm>
          <a:off x="6007367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6BB7F846-3757-45E8-B86C-628E47A78F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4402805"/>
              </p:ext>
            </p:extLst>
          </p:nvPr>
        </p:nvGraphicFramePr>
        <p:xfrm>
          <a:off x="7989841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88449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44318" y="717640"/>
            <a:ext cx="9240883" cy="58785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39890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4">
            <a:lumMod val="40000"/>
            <a:lumOff val="60000"/>
          </a:schemeClr>
        </a:solidFill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8762</TotalTime>
  <Words>225</Words>
  <Application>Microsoft Office PowerPoint</Application>
  <PresentationFormat>A4 Paper (210x297 mm)</PresentationFormat>
  <Paragraphs>99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Arial</vt:lpstr>
      <vt:lpstr>Calibri Light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404</cp:revision>
  <cp:lastPrinted>2017-12-31T22:38:51Z</cp:lastPrinted>
  <dcterms:created xsi:type="dcterms:W3CDTF">2017-01-17T16:57:04Z</dcterms:created>
  <dcterms:modified xsi:type="dcterms:W3CDTF">2024-05-11T05:02:46Z</dcterms:modified>
</cp:coreProperties>
</file>