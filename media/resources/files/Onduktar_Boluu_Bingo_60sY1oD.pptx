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81" r:id="rId2"/>
    <p:sldId id="982" r:id="rId3"/>
    <p:sldId id="965" r:id="rId4"/>
    <p:sldId id="957" r:id="rId5"/>
    <p:sldId id="966" r:id="rId6"/>
    <p:sldId id="974" r:id="rId7"/>
    <p:sldId id="970" r:id="rId8"/>
    <p:sldId id="975" r:id="rId9"/>
    <p:sldId id="971" r:id="rId10"/>
    <p:sldId id="973" r:id="rId11"/>
    <p:sldId id="976" r:id="rId12"/>
    <p:sldId id="977" r:id="rId13"/>
    <p:sldId id="978" r:id="rId14"/>
    <p:sldId id="968" r:id="rId15"/>
    <p:sldId id="967" r:id="rId16"/>
    <p:sldId id="972" r:id="rId17"/>
    <p:sldId id="980" r:id="rId18"/>
    <p:sldId id="969" r:id="rId19"/>
    <p:sldId id="979" r:id="rId20"/>
    <p:sldId id="940" r:id="rId21"/>
    <p:sldId id="983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470593" y="3645421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бөлүү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379136" y="19616"/>
            <a:ext cx="714772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Ондуктарды бөлүү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5115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70B71F7F-101C-E3AA-3BEA-EB3DB5E5F4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332471" y="2127019"/>
              <a:ext cx="2476500" cy="1714500"/>
            </p:xfrm>
            <a:graphic>
              <a:graphicData uri="http://schemas.microsoft.com/office/powerpoint/2016/slidezoom">
                <pslz:sldZm>
                  <pslz:sldZmObj sldId="965" cId="76419250">
                    <pslz:zmPr id="{C1DEB315-8C96-4CAA-8CF6-030DBE11079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765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0B71F7F-101C-E3AA-3BEA-EB3DB5E5F4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32471" y="2127019"/>
                <a:ext cx="24765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0,5</a:t>
            </a:r>
          </a:p>
        </p:txBody>
      </p:sp>
    </p:spTree>
    <p:extLst>
      <p:ext uri="{BB962C8B-B14F-4D97-AF65-F5344CB8AC3E}">
        <p14:creationId xmlns:p14="http://schemas.microsoft.com/office/powerpoint/2010/main" val="445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0,8 ÷ 4</a:t>
            </a:r>
          </a:p>
        </p:txBody>
      </p:sp>
    </p:spTree>
    <p:extLst>
      <p:ext uri="{BB962C8B-B14F-4D97-AF65-F5344CB8AC3E}">
        <p14:creationId xmlns:p14="http://schemas.microsoft.com/office/powerpoint/2010/main" val="261276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 ÷ 0,8</a:t>
            </a:r>
          </a:p>
        </p:txBody>
      </p:sp>
    </p:spTree>
    <p:extLst>
      <p:ext uri="{BB962C8B-B14F-4D97-AF65-F5344CB8AC3E}">
        <p14:creationId xmlns:p14="http://schemas.microsoft.com/office/powerpoint/2010/main" val="359071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÷ 7</a:t>
            </a:r>
          </a:p>
        </p:txBody>
      </p:sp>
    </p:spTree>
    <p:extLst>
      <p:ext uri="{BB962C8B-B14F-4D97-AF65-F5344CB8AC3E}">
        <p14:creationId xmlns:p14="http://schemas.microsoft.com/office/powerpoint/2010/main" val="282562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2,1 ÷ 0,3</a:t>
            </a:r>
          </a:p>
        </p:txBody>
      </p:sp>
    </p:spTree>
    <p:extLst>
      <p:ext uri="{BB962C8B-B14F-4D97-AF65-F5344CB8AC3E}">
        <p14:creationId xmlns:p14="http://schemas.microsoft.com/office/powerpoint/2010/main" val="330296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3,6 ÷ 3</a:t>
            </a:r>
          </a:p>
        </p:txBody>
      </p:sp>
    </p:spTree>
    <p:extLst>
      <p:ext uri="{BB962C8B-B14F-4D97-AF65-F5344CB8AC3E}">
        <p14:creationId xmlns:p14="http://schemas.microsoft.com/office/powerpoint/2010/main" val="125224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3,2 ÷ 4</a:t>
            </a:r>
          </a:p>
        </p:txBody>
      </p:sp>
    </p:spTree>
    <p:extLst>
      <p:ext uri="{BB962C8B-B14F-4D97-AF65-F5344CB8AC3E}">
        <p14:creationId xmlns:p14="http://schemas.microsoft.com/office/powerpoint/2010/main" val="172095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2,8 ÷ 1,4</a:t>
            </a:r>
          </a:p>
        </p:txBody>
      </p:sp>
    </p:spTree>
    <p:extLst>
      <p:ext uri="{BB962C8B-B14F-4D97-AF65-F5344CB8AC3E}">
        <p14:creationId xmlns:p14="http://schemas.microsoft.com/office/powerpoint/2010/main" val="11417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1,5 ÷ 0,5</a:t>
            </a:r>
          </a:p>
        </p:txBody>
      </p:sp>
    </p:spTree>
    <p:extLst>
      <p:ext uri="{BB962C8B-B14F-4D97-AF65-F5344CB8AC3E}">
        <p14:creationId xmlns:p14="http://schemas.microsoft.com/office/powerpoint/2010/main" val="150463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1,8 ÷ 0,2</a:t>
            </a:r>
          </a:p>
        </p:txBody>
      </p:sp>
    </p:spTree>
    <p:extLst>
      <p:ext uri="{BB962C8B-B14F-4D97-AF65-F5344CB8AC3E}">
        <p14:creationId xmlns:p14="http://schemas.microsoft.com/office/powerpoint/2010/main" val="36700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0,6 ÷ 2</a:t>
            </a:r>
          </a:p>
        </p:txBody>
      </p:sp>
    </p:spTree>
    <p:extLst>
      <p:ext uri="{BB962C8B-B14F-4D97-AF65-F5344CB8AC3E}">
        <p14:creationId xmlns:p14="http://schemas.microsoft.com/office/powerpoint/2010/main" val="149355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0,3 ÷ 2</a:t>
            </a:r>
          </a:p>
        </p:txBody>
      </p:sp>
    </p:spTree>
    <p:extLst>
      <p:ext uri="{BB962C8B-B14F-4D97-AF65-F5344CB8AC3E}">
        <p14:creationId xmlns:p14="http://schemas.microsoft.com/office/powerpoint/2010/main" val="51290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÷ 2</a:t>
            </a:r>
          </a:p>
        </p:txBody>
      </p:sp>
    </p:spTree>
    <p:extLst>
      <p:ext uri="{BB962C8B-B14F-4D97-AF65-F5344CB8AC3E}">
        <p14:creationId xmlns:p14="http://schemas.microsoft.com/office/powerpoint/2010/main" val="63824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4,8 ÷ 0,4</a:t>
            </a:r>
          </a:p>
        </p:txBody>
      </p:sp>
    </p:spTree>
    <p:extLst>
      <p:ext uri="{BB962C8B-B14F-4D97-AF65-F5344CB8AC3E}">
        <p14:creationId xmlns:p14="http://schemas.microsoft.com/office/powerpoint/2010/main" val="9389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0,8 ÷ 5</a:t>
            </a:r>
          </a:p>
        </p:txBody>
      </p:sp>
    </p:spTree>
    <p:extLst>
      <p:ext uri="{BB962C8B-B14F-4D97-AF65-F5344CB8AC3E}">
        <p14:creationId xmlns:p14="http://schemas.microsoft.com/office/powerpoint/2010/main" val="230977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4,5 ÷ 0,3</a:t>
            </a:r>
          </a:p>
        </p:txBody>
      </p:sp>
    </p:spTree>
    <p:extLst>
      <p:ext uri="{BB962C8B-B14F-4D97-AF65-F5344CB8AC3E}">
        <p14:creationId xmlns:p14="http://schemas.microsoft.com/office/powerpoint/2010/main" val="28596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8762</TotalTime>
  <Words>225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2017-12-31T22:38:51Z</cp:lastPrinted>
  <dcterms:created xsi:type="dcterms:W3CDTF">2017-01-17T16:57:04Z</dcterms:created>
  <dcterms:modified xsi:type="dcterms:W3CDTF">2024-05-11T05:02:46Z</dcterms:modified>
</cp:coreProperties>
</file>