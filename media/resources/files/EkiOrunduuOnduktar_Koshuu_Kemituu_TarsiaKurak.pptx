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7" r:id="rId2"/>
    <p:sldId id="281" r:id="rId3"/>
    <p:sldId id="948" r:id="rId4"/>
    <p:sldId id="939" r:id="rId5"/>
    <p:sldId id="834" r:id="rId6"/>
    <p:sldId id="833" r:id="rId7"/>
    <p:sldId id="946" r:id="rId8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22/05/2024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8863" y="1281113"/>
            <a:ext cx="4986337" cy="3452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6" tIns="47318" rIns="94636" bIns="47318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9"/>
            <a:ext cx="5683250" cy="4029878"/>
          </a:xfrm>
          <a:prstGeom prst="rect">
            <a:avLst/>
          </a:prstGeom>
        </p:spPr>
        <p:txBody>
          <a:bodyPr vert="horz" lIns="94636" tIns="47318" rIns="94636" bIns="47318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5/22/2024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5/22/2024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5/22/2024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55F08A-1E71-4B2B-BB49-E743F290391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5/22/2024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850FF-6169-4056-8077-06FFA93A536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83981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mailto:mathematicskgz@gmail.com" TargetMode="Externa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2 орундуу ондуктар – кошуу жана кемитүү – Тарсиа</a:t>
            </a:r>
            <a:r>
              <a:rPr lang="en-US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ky-KG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Курак</a:t>
            </a: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Окуучуларга  тарсиа курактын туура болгондон кийин гана, клей менен жабыштырууну сунуштоо керек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үч бурчтуктарды кесип алуунун ордуна , окуучулар жөн гана тамгаларды  колдонуу менен суроолор менен жоопторду дал келтирип чыгышса болот, (кайсы жана клей жок болгон учурда)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Тарсиа Курак  2 өлчөмдө даярдаоган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7419253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339941" y="1128114"/>
            <a:ext cx="35468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1.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Үч бурчтуктарды бөлүп кесип алгыла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Verdana" panose="020B0604030504040204" pitchFamily="34" charset="0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294667" y="2174039"/>
            <a:ext cx="32080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</a:rPr>
              <a:t>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</a:rPr>
              <a:t> Көнүгүүлөр топтомун чыгаргыла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"/>
              <a:ea typeface="Verdana" panose="020B0604030504040204" pitchFamily="34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endParaRPr kumimoji="0" lang="en-US" sz="22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2" y="3319454"/>
            <a:ext cx="377920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</a:rPr>
              <a:t>3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</a:rPr>
              <a:t> Ар бир  үч бурчтуктун четиндеги суроо туура жоопко  дал келгидей , бири-бирине карама-каршы тургандай үч бурчтук түзүңүз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8F903B-F968-442F-BC72-D2CA66F33A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"/>
          <a:stretch/>
        </p:blipFill>
        <p:spPr>
          <a:xfrm>
            <a:off x="3558077" y="1114697"/>
            <a:ext cx="6347923" cy="57433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B92090-0D6F-43A1-89C7-FCDBDDBA19A6}"/>
              </a:ext>
            </a:extLst>
          </p:cNvPr>
          <p:cNvSpPr txBox="1"/>
          <p:nvPr/>
        </p:nvSpPr>
        <p:spPr>
          <a:xfrm>
            <a:off x="-23532" y="3113031"/>
            <a:ext cx="5015284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Сиз баш катырманы аягына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чыгара аласызбы?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D7B85F5-61FE-DCCA-DCCB-E4F226046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57" y="180691"/>
            <a:ext cx="6210424" cy="1625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5120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9280EA1B-53A8-4841-A34E-0E3D8E21EC7D}"/>
              </a:ext>
            </a:extLst>
          </p:cNvPr>
          <p:cNvGrpSpPr/>
          <p:nvPr/>
        </p:nvGrpSpPr>
        <p:grpSpPr>
          <a:xfrm>
            <a:off x="0" y="0"/>
            <a:ext cx="9906000" cy="6858000"/>
            <a:chOff x="0" y="0"/>
            <a:chExt cx="9906000" cy="685800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F79DDBEA-B618-47AF-981B-371DFF68298B}"/>
                </a:ext>
              </a:extLst>
            </p:cNvPr>
            <p:cNvGrpSpPr/>
            <p:nvPr/>
          </p:nvGrpSpPr>
          <p:grpSpPr>
            <a:xfrm>
              <a:off x="0" y="0"/>
              <a:ext cx="9906000" cy="6858000"/>
              <a:chOff x="0" y="0"/>
              <a:chExt cx="9906000" cy="6858000"/>
            </a:xfrm>
          </p:grpSpPr>
          <p:pic>
            <p:nvPicPr>
              <p:cNvPr id="2" name="Picture 1">
                <a:extLst>
                  <a:ext uri="{FF2B5EF4-FFF2-40B4-BE49-F238E27FC236}">
                    <a16:creationId xmlns:a16="http://schemas.microsoft.com/office/drawing/2014/main" id="{4BE77098-EF60-40B0-A4AA-CC32AE0F06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0" y="0"/>
                <a:ext cx="4991232" cy="6858000"/>
              </a:xfrm>
              <a:prstGeom prst="rect">
                <a:avLst/>
              </a:prstGeom>
            </p:spPr>
          </p:pic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1AA31D73-CF07-40A5-ACC3-EB62B41A25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970138" y="0"/>
                <a:ext cx="4935862" cy="6858000"/>
              </a:xfrm>
              <a:prstGeom prst="rect">
                <a:avLst/>
              </a:prstGeom>
            </p:spPr>
          </p:pic>
        </p:grp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10B5613-B240-4324-876E-B634EE302D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3660552">
              <a:off x="8807494" y="2079107"/>
              <a:ext cx="212494" cy="123322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82B3F8E-354D-4877-9187-9DEEF8683AC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4215253">
              <a:off x="8644024" y="2169544"/>
              <a:ext cx="209739" cy="13604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8752AB6D-2A36-40AD-93B8-627EE5E994A3}"/>
              </a:ext>
            </a:extLst>
          </p:cNvPr>
          <p:cNvGrpSpPr/>
          <p:nvPr/>
        </p:nvGrpSpPr>
        <p:grpSpPr>
          <a:xfrm>
            <a:off x="1990725" y="28575"/>
            <a:ext cx="7915275" cy="6829425"/>
            <a:chOff x="1990725" y="28575"/>
            <a:chExt cx="7915275" cy="6829425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2FE381AB-0169-48E7-AF14-C280BE3AAB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90725" y="28575"/>
              <a:ext cx="7915275" cy="6829425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56CE6D6-76A1-4DBC-959E-3E5AD017FE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4453316">
              <a:off x="5447903" y="5653959"/>
              <a:ext cx="135263" cy="21724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F430400-3C26-4C16-8414-3409A7D0876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4508146">
              <a:off x="5535149" y="5807165"/>
              <a:ext cx="116885" cy="198705"/>
            </a:xfrm>
            <a:prstGeom prst="rect">
              <a:avLst/>
            </a:prstGeom>
          </p:spPr>
        </p:pic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B6D53241-E68A-43AD-284A-BDCBA3B083D9}"/>
              </a:ext>
            </a:extLst>
          </p:cNvPr>
          <p:cNvSpPr/>
          <p:nvPr/>
        </p:nvSpPr>
        <p:spPr>
          <a:xfrm>
            <a:off x="310084" y="508615"/>
            <a:ext cx="3845355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y-KG" sz="8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8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F346A3-B171-4B0D-B0DB-23385F54001D}"/>
              </a:ext>
            </a:extLst>
          </p:cNvPr>
          <p:cNvGrpSpPr/>
          <p:nvPr/>
        </p:nvGrpSpPr>
        <p:grpSpPr>
          <a:xfrm rot="16200000">
            <a:off x="-1053514" y="1053512"/>
            <a:ext cx="6847841" cy="4740813"/>
            <a:chOff x="0" y="0"/>
            <a:chExt cx="9906000" cy="685800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D53DF7E8-AFAB-4E50-B98D-156E862F79F4}"/>
                </a:ext>
              </a:extLst>
            </p:cNvPr>
            <p:cNvGrpSpPr/>
            <p:nvPr/>
          </p:nvGrpSpPr>
          <p:grpSpPr>
            <a:xfrm>
              <a:off x="0" y="0"/>
              <a:ext cx="9906000" cy="6858000"/>
              <a:chOff x="0" y="0"/>
              <a:chExt cx="9906000" cy="6858000"/>
            </a:xfrm>
          </p:grpSpPr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D243F449-3D44-4AD3-A0F8-5E2D4F5129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4991232" cy="6858000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39C333B2-F340-412C-97B7-51BE523EDB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70138" y="0"/>
                <a:ext cx="4935862" cy="6858000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0DF623F9-4143-4A15-A003-24B4B174746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3660552">
              <a:off x="8807494" y="2079107"/>
              <a:ext cx="212494" cy="12332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CBC90F1-4CA7-4D5D-B0B2-DFC1B9F9C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14215253">
              <a:off x="8644024" y="2169544"/>
              <a:ext cx="209739" cy="136047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D4619B1-330D-4C99-8F05-A2B512808F8E}"/>
              </a:ext>
            </a:extLst>
          </p:cNvPr>
          <p:cNvGrpSpPr/>
          <p:nvPr/>
        </p:nvGrpSpPr>
        <p:grpSpPr>
          <a:xfrm rot="16200000">
            <a:off x="4036646" y="1041665"/>
            <a:ext cx="6847841" cy="4740813"/>
            <a:chOff x="0" y="0"/>
            <a:chExt cx="9906000" cy="6858000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230D0C3-6761-455F-949C-26794898E005}"/>
                </a:ext>
              </a:extLst>
            </p:cNvPr>
            <p:cNvGrpSpPr/>
            <p:nvPr/>
          </p:nvGrpSpPr>
          <p:grpSpPr>
            <a:xfrm>
              <a:off x="0" y="0"/>
              <a:ext cx="9906000" cy="6858000"/>
              <a:chOff x="0" y="0"/>
              <a:chExt cx="9906000" cy="6858000"/>
            </a:xfrm>
          </p:grpSpPr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8F31C77A-61CB-4DED-8C06-A4E5852F33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4991232" cy="6858000"/>
              </a:xfrm>
              <a:prstGeom prst="rect">
                <a:avLst/>
              </a:prstGeom>
            </p:spPr>
          </p:pic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2E91620F-BBF9-4D7F-B221-7C0E7CCA63A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70138" y="0"/>
                <a:ext cx="4935862" cy="6858000"/>
              </a:xfrm>
              <a:prstGeom prst="rect">
                <a:avLst/>
              </a:prstGeom>
            </p:spPr>
          </p:pic>
        </p:grp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2DD9A872-3056-4958-9BBC-16BE077BA32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3660552">
              <a:off x="8807494" y="2079107"/>
              <a:ext cx="212494" cy="123322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C6358D4-0049-4188-8EE5-DA68C57AEB8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14215253">
              <a:off x="8644024" y="2169544"/>
              <a:ext cx="209739" cy="13604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809080"/>
            <a:ext cx="9240883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2"/>
              </a:rPr>
              <a:t>mathematicskgz@gmail.com</a:t>
            </a: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21989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8374</TotalTime>
  <Words>152</Words>
  <Application>Microsoft Office PowerPoint</Application>
  <PresentationFormat>A4 Paper (210x297 mm)</PresentationFormat>
  <Paragraphs>32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Calibri</vt:lpstr>
      <vt:lpstr>Calibri </vt:lpstr>
      <vt:lpstr>Arial</vt:lpstr>
      <vt:lpstr>Calibri Light</vt:lpstr>
      <vt:lpstr>Office Theme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359</cp:revision>
  <cp:lastPrinted>2024-05-22T10:54:12Z</cp:lastPrinted>
  <dcterms:created xsi:type="dcterms:W3CDTF">2017-01-17T16:57:04Z</dcterms:created>
  <dcterms:modified xsi:type="dcterms:W3CDTF">2024-05-22T10:54:53Z</dcterms:modified>
</cp:coreProperties>
</file>