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D7BA589-1206-4D8E-8551-82678C48C6B0}">
          <p14:sldIdLst>
            <p14:sldId id="947"/>
          </p14:sldIdLst>
        </p14:section>
        <p14:section name="Титулдук слайд" id="{FAF14448-31B3-4DE3-A796-8F1C5356779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928F658A-08B8-4BED-A00A-58A4AE351337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Турмуштук маселелер – Калькулятор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уз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иштөө–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99398" y="909348"/>
            <a:ext cx="8092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Дүңүнөн сатып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алуулардагы арзандатуулар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26,63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137,59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266,30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33,29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72,12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49,93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71,01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35,51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64,36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2041" y="-1158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851" y="-4296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36280" y="76016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79626" y="234052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3038" y="2313487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456566" y="44804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7831" y="4473441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44001" y="451792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5868" y="-508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2306" y="2187170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90400" y="40775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53779" y="234017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1826" y="4475297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792" y="4485989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5404" y="4502092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404" y="1757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34125" y="2283604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7831" y="2214287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26,63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137,59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266,30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33,29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72,12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49,93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71,01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35,51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64,36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D28E6D5-BF75-F989-2BBC-1BCF904BEA3B}"/>
              </a:ext>
            </a:extLst>
          </p:cNvPr>
          <p:cNvSpPr/>
          <p:nvPr/>
        </p:nvSpPr>
        <p:spPr>
          <a:xfrm>
            <a:off x="64758" y="693006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159,78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B35FA85-8130-AEE3-341C-A137E455DB0F}"/>
              </a:ext>
            </a:extLst>
          </p:cNvPr>
          <p:cNvSpPr/>
          <p:nvPr/>
        </p:nvSpPr>
        <p:spPr>
          <a:xfrm>
            <a:off x="3377927" y="885990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177,5</a:t>
            </a:r>
            <a:r>
              <a:rPr lang="ky-KG" sz="2400" dirty="0">
                <a:solidFill>
                  <a:schemeClr val="tx1"/>
                </a:solidFill>
              </a:rPr>
              <a:t>5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41EB7EA-FDA1-6E1B-A1C0-6CFA37FFE671}"/>
              </a:ext>
            </a:extLst>
          </p:cNvPr>
          <p:cNvSpPr/>
          <p:nvPr/>
        </p:nvSpPr>
        <p:spPr>
          <a:xfrm>
            <a:off x="6698945" y="87556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275,18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912723-876C-A588-2465-570379ECDE1B}"/>
              </a:ext>
            </a:extLst>
          </p:cNvPr>
          <p:cNvSpPr/>
          <p:nvPr/>
        </p:nvSpPr>
        <p:spPr>
          <a:xfrm>
            <a:off x="93156" y="294371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355,07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C2558BD-CD09-60D8-3BD8-51F63122BC5D}"/>
              </a:ext>
            </a:extLst>
          </p:cNvPr>
          <p:cNvSpPr/>
          <p:nvPr/>
        </p:nvSpPr>
        <p:spPr>
          <a:xfrm>
            <a:off x="3475933" y="2651915"/>
            <a:ext cx="1530605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1464,66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F455E79-4E44-A6FE-14B9-7C9B44299BD1}"/>
              </a:ext>
            </a:extLst>
          </p:cNvPr>
          <p:cNvSpPr/>
          <p:nvPr/>
        </p:nvSpPr>
        <p:spPr>
          <a:xfrm>
            <a:off x="6698945" y="295997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166,44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4E6B90B-13B7-79A0-C3FC-4D82FE89715B}"/>
              </a:ext>
            </a:extLst>
          </p:cNvPr>
          <p:cNvSpPr/>
          <p:nvPr/>
        </p:nvSpPr>
        <p:spPr>
          <a:xfrm>
            <a:off x="237854" y="5235788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349,52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67F4AE6-7D75-89E9-1907-3085C061E64D}"/>
              </a:ext>
            </a:extLst>
          </p:cNvPr>
          <p:cNvSpPr/>
          <p:nvPr/>
        </p:nvSpPr>
        <p:spPr>
          <a:xfrm>
            <a:off x="3376343" y="5292182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288,49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DCECC0D-7619-5C26-6BDA-69494E0C3E12}"/>
              </a:ext>
            </a:extLst>
          </p:cNvPr>
          <p:cNvSpPr/>
          <p:nvPr/>
        </p:nvSpPr>
        <p:spPr>
          <a:xfrm>
            <a:off x="6770764" y="541622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450,49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72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6603A6-0E6D-B804-A4C4-687D7371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" y="10161"/>
            <a:ext cx="4826000" cy="340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B7B79-1E98-C55C-95E9-A55BEA9F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20320"/>
            <a:ext cx="4826000" cy="3408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E57E02-AA45-9D08-F3B7-E2F9BE80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" y="3556000"/>
            <a:ext cx="4826001" cy="330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273513-F332-8470-89DB-F239CEA3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79" y="3566159"/>
            <a:ext cx="4857532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8416</TotalTime>
  <Words>371</Words>
  <Application>Microsoft Office PowerPoint</Application>
  <PresentationFormat>A4 Paper (210x297 mm)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2024-09-14T16:08:23Z</dcterms:modified>
</cp:coreProperties>
</file>