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7"/>
  </p:notesMasterIdLst>
  <p:sldIdLst>
    <p:sldId id="974" r:id="rId2"/>
    <p:sldId id="975" r:id="rId3"/>
    <p:sldId id="976" r:id="rId4"/>
    <p:sldId id="977" r:id="rId5"/>
    <p:sldId id="947" r:id="rId6"/>
    <p:sldId id="978" r:id="rId7"/>
    <p:sldId id="949" r:id="rId8"/>
    <p:sldId id="979" r:id="rId9"/>
    <p:sldId id="951" r:id="rId10"/>
    <p:sldId id="980" r:id="rId11"/>
    <p:sldId id="955" r:id="rId12"/>
    <p:sldId id="981" r:id="rId13"/>
    <p:sldId id="953" r:id="rId14"/>
    <p:sldId id="982" r:id="rId15"/>
    <p:sldId id="957" r:id="rId16"/>
    <p:sldId id="983" r:id="rId17"/>
    <p:sldId id="959" r:id="rId18"/>
    <p:sldId id="984" r:id="rId19"/>
    <p:sldId id="961" r:id="rId20"/>
    <p:sldId id="985" r:id="rId21"/>
    <p:sldId id="963" r:id="rId22"/>
    <p:sldId id="986" r:id="rId23"/>
    <p:sldId id="965" r:id="rId24"/>
    <p:sldId id="833" r:id="rId25"/>
    <p:sldId id="993" r:id="rId26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28"/>
    </p:embeddedFont>
    <p:embeddedFont>
      <p:font typeface="Bernard MT Condensed" panose="02050806060905020404" pitchFamily="18" charset="0"/>
      <p:regular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4"/>
          </p14:sldIdLst>
        </p14:section>
        <p14:section name="Титулдук слайд" id="{8EFE0B80-9125-4ADC-A13A-755B3EC2010F}">
          <p14:sldIdLst>
            <p14:sldId id="975"/>
            <p14:sldId id="976"/>
          </p14:sldIdLst>
        </p14:section>
        <p14:section name="Оюн" id="{267FD0E9-36B9-4F9E-842D-CBFE57676936}">
          <p14:sldIdLst>
            <p14:sldId id="977"/>
            <p14:sldId id="947"/>
            <p14:sldId id="978"/>
            <p14:sldId id="949"/>
            <p14:sldId id="979"/>
            <p14:sldId id="951"/>
            <p14:sldId id="980"/>
            <p14:sldId id="955"/>
            <p14:sldId id="981"/>
            <p14:sldId id="953"/>
            <p14:sldId id="982"/>
            <p14:sldId id="957"/>
            <p14:sldId id="983"/>
            <p14:sldId id="959"/>
            <p14:sldId id="984"/>
            <p14:sldId id="961"/>
            <p14:sldId id="985"/>
            <p14:sldId id="963"/>
            <p14:sldId id="986"/>
            <p14:sldId id="965"/>
            <p14:sldId id="833"/>
          </p14:sldIdLst>
        </p14:section>
        <p14:section name="Кайтарым байланыш" id="{F3D720CF-F566-46A6-9361-125255B68FA6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audio" Target="../media/audio2.wav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Кайталануучу ондуктар – Ирээттөө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6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18160" y="3320056"/>
            <a:ext cx="9111946" cy="3537944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Кайталануучу ондуктарды иреттөө</a:t>
            </a:r>
            <a:endParaRPr kumimoji="0" lang="en-US" sz="44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693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89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20320"/>
            <a:ext cx="9573245" cy="7009607"/>
            <a:chOff x="0" y="20320"/>
            <a:chExt cx="9573245" cy="700960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20320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1026160" y="327334"/>
            <a:ext cx="7599680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540416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0.3444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0.4333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      0.4344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0.4444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0.43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0.434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0.34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15768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0.4</a:t>
              </a:r>
            </a:p>
          </p:txBody>
        </p: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AB6F17C6-C64F-4941-A68F-D193654C767D}"/>
              </a:ext>
            </a:extLst>
          </p:cNvPr>
          <p:cNvSpPr/>
          <p:nvPr/>
        </p:nvSpPr>
        <p:spPr>
          <a:xfrm>
            <a:off x="358724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3E1B55-42B1-4C60-B585-4614214EC9D2}"/>
              </a:ext>
            </a:extLst>
          </p:cNvPr>
          <p:cNvSpPr/>
          <p:nvPr/>
        </p:nvSpPr>
        <p:spPr>
          <a:xfrm>
            <a:off x="6725557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90043F4-8E8A-4F6F-9D8A-6C09B69C45A3}"/>
              </a:ext>
            </a:extLst>
          </p:cNvPr>
          <p:cNvSpPr/>
          <p:nvPr/>
        </p:nvSpPr>
        <p:spPr>
          <a:xfrm>
            <a:off x="3982294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D8A2E81-8105-4048-B10E-5FE1A3353574}"/>
              </a:ext>
            </a:extLst>
          </p:cNvPr>
          <p:cNvSpPr/>
          <p:nvPr/>
        </p:nvSpPr>
        <p:spPr>
          <a:xfrm>
            <a:off x="6359578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4FBFDF-CB43-485E-B0D6-AD67530E724D}"/>
              </a:ext>
            </a:extLst>
          </p:cNvPr>
          <p:cNvSpPr txBox="1"/>
          <p:nvPr/>
        </p:nvSpPr>
        <p:spPr>
          <a:xfrm>
            <a:off x="1052163" y="233998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үчүнчү</a:t>
            </a:r>
            <a:r>
              <a:rPr lang="ky-KG" sz="4000" dirty="0"/>
              <a:t> чоң 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831488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5146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946861" y="327334"/>
            <a:ext cx="7529694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037976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0.6767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      0.7666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0.767767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0.7777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15768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0.7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85CDE14-A503-4CDC-A9D1-9D12B0395A01}"/>
              </a:ext>
            </a:extLst>
          </p:cNvPr>
          <p:cNvSpPr/>
          <p:nvPr/>
        </p:nvSpPr>
        <p:spPr>
          <a:xfrm>
            <a:off x="3212475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0.76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0.67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0.767</a:t>
              </a:r>
            </a:p>
          </p:txBody>
        </p:sp>
      </p:grpSp>
      <p:sp>
        <p:nvSpPr>
          <p:cNvPr id="46" name="Oval 45">
            <a:extLst>
              <a:ext uri="{FF2B5EF4-FFF2-40B4-BE49-F238E27FC236}">
                <a16:creationId xmlns:a16="http://schemas.microsoft.com/office/drawing/2014/main" id="{45FB2340-3293-4ED3-8592-4C0BA3B39761}"/>
              </a:ext>
            </a:extLst>
          </p:cNvPr>
          <p:cNvSpPr/>
          <p:nvPr/>
        </p:nvSpPr>
        <p:spPr>
          <a:xfrm>
            <a:off x="6333202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3E1B55-42B1-4C60-B585-4614214EC9D2}"/>
              </a:ext>
            </a:extLst>
          </p:cNvPr>
          <p:cNvSpPr/>
          <p:nvPr/>
        </p:nvSpPr>
        <p:spPr>
          <a:xfrm>
            <a:off x="670797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88E6A1F-60B5-4EC8-805A-5E8018ADC9D3}"/>
              </a:ext>
            </a:extLst>
          </p:cNvPr>
          <p:cNvSpPr/>
          <p:nvPr/>
        </p:nvSpPr>
        <p:spPr>
          <a:xfrm>
            <a:off x="358724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D8A2E81-8105-4048-B10E-5FE1A3353574}"/>
              </a:ext>
            </a:extLst>
          </p:cNvPr>
          <p:cNvSpPr/>
          <p:nvPr/>
        </p:nvSpPr>
        <p:spPr>
          <a:xfrm>
            <a:off x="6333202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7AAA9F-0B93-46EC-8CB4-4209475E5028}"/>
              </a:ext>
            </a:extLst>
          </p:cNvPr>
          <p:cNvSpPr/>
          <p:nvPr/>
        </p:nvSpPr>
        <p:spPr>
          <a:xfrm>
            <a:off x="706785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B8D5BD-917C-1771-FC6C-84A0E40847A4}"/>
              </a:ext>
            </a:extLst>
          </p:cNvPr>
          <p:cNvSpPr txBox="1"/>
          <p:nvPr/>
        </p:nvSpPr>
        <p:spPr>
          <a:xfrm>
            <a:off x="825609" y="237507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экинчи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77986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1737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1733263" y="327334"/>
            <a:ext cx="6439470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711031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0.11222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0.20101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0.21111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0.212212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94FBFDF-CB43-485E-B0D6-AD67530E724D}"/>
              </a:ext>
            </a:extLst>
          </p:cNvPr>
          <p:cNvSpPr txBox="1"/>
          <p:nvPr/>
        </p:nvSpPr>
        <p:spPr>
          <a:xfrm>
            <a:off x="2037597" y="224315"/>
            <a:ext cx="58308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b="1" dirty="0"/>
              <a:t>Эң чоң сан </a:t>
            </a:r>
          </a:p>
          <a:p>
            <a:pPr algn="ctr"/>
            <a:r>
              <a:rPr lang="ky-KG" sz="4000" dirty="0"/>
              <a:t>кайсынысы?</a:t>
            </a:r>
            <a:endParaRPr lang="en-GB" sz="40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0.212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85CDE14-A503-4CDC-A9D1-9D12B0395A01}"/>
              </a:ext>
            </a:extLst>
          </p:cNvPr>
          <p:cNvSpPr/>
          <p:nvPr/>
        </p:nvSpPr>
        <p:spPr>
          <a:xfrm>
            <a:off x="3212475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0.201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0.21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0.112</a:t>
              </a:r>
            </a:p>
          </p:txBody>
        </p:sp>
      </p:grpSp>
      <p:sp>
        <p:nvSpPr>
          <p:cNvPr id="45" name="Oval 44">
            <a:extLst>
              <a:ext uri="{FF2B5EF4-FFF2-40B4-BE49-F238E27FC236}">
                <a16:creationId xmlns:a16="http://schemas.microsoft.com/office/drawing/2014/main" id="{CDA74F59-5C09-4BEE-A342-1CF6D4AB901B}"/>
              </a:ext>
            </a:extLst>
          </p:cNvPr>
          <p:cNvSpPr/>
          <p:nvPr/>
        </p:nvSpPr>
        <p:spPr>
          <a:xfrm>
            <a:off x="394712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3E1B55-42B1-4C60-B585-4614214EC9D2}"/>
              </a:ext>
            </a:extLst>
          </p:cNvPr>
          <p:cNvSpPr/>
          <p:nvPr/>
        </p:nvSpPr>
        <p:spPr>
          <a:xfrm>
            <a:off x="670797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88E6A1F-60B5-4EC8-805A-5E8018ADC9D3}"/>
              </a:ext>
            </a:extLst>
          </p:cNvPr>
          <p:cNvSpPr/>
          <p:nvPr/>
        </p:nvSpPr>
        <p:spPr>
          <a:xfrm>
            <a:off x="358724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90043F4-8E8A-4F6F-9D8A-6C09B69C45A3}"/>
              </a:ext>
            </a:extLst>
          </p:cNvPr>
          <p:cNvSpPr/>
          <p:nvPr/>
        </p:nvSpPr>
        <p:spPr>
          <a:xfrm>
            <a:off x="394712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7AAA9F-0B93-46EC-8CB4-4209475E5028}"/>
              </a:ext>
            </a:extLst>
          </p:cNvPr>
          <p:cNvSpPr/>
          <p:nvPr/>
        </p:nvSpPr>
        <p:spPr>
          <a:xfrm>
            <a:off x="706785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091326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97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924560" y="327334"/>
            <a:ext cx="7551995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393349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0.30404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      0.3444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0.403403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0.434343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0.403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85CDE14-A503-4CDC-A9D1-9D12B0395A01}"/>
              </a:ext>
            </a:extLst>
          </p:cNvPr>
          <p:cNvSpPr/>
          <p:nvPr/>
        </p:nvSpPr>
        <p:spPr>
          <a:xfrm>
            <a:off x="3212475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0.43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0.34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0.304</a:t>
              </a:r>
            </a:p>
          </p:txBody>
        </p:sp>
      </p:grpSp>
      <p:sp>
        <p:nvSpPr>
          <p:cNvPr id="45" name="Oval 44">
            <a:extLst>
              <a:ext uri="{FF2B5EF4-FFF2-40B4-BE49-F238E27FC236}">
                <a16:creationId xmlns:a16="http://schemas.microsoft.com/office/drawing/2014/main" id="{CDA74F59-5C09-4BEE-A342-1CF6D4AB901B}"/>
              </a:ext>
            </a:extLst>
          </p:cNvPr>
          <p:cNvSpPr/>
          <p:nvPr/>
        </p:nvSpPr>
        <p:spPr>
          <a:xfrm>
            <a:off x="394712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3E1B55-42B1-4C60-B585-4614214EC9D2}"/>
              </a:ext>
            </a:extLst>
          </p:cNvPr>
          <p:cNvSpPr/>
          <p:nvPr/>
        </p:nvSpPr>
        <p:spPr>
          <a:xfrm>
            <a:off x="670797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8E7AA6B-023C-4A21-BFA8-30EEC7094383}"/>
              </a:ext>
            </a:extLst>
          </p:cNvPr>
          <p:cNvSpPr/>
          <p:nvPr/>
        </p:nvSpPr>
        <p:spPr>
          <a:xfrm>
            <a:off x="3212475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88E6A1F-60B5-4EC8-805A-5E8018ADC9D3}"/>
              </a:ext>
            </a:extLst>
          </p:cNvPr>
          <p:cNvSpPr/>
          <p:nvPr/>
        </p:nvSpPr>
        <p:spPr>
          <a:xfrm>
            <a:off x="358724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F5F0375-67B8-47B7-A3B3-CDDB525C6E66}"/>
              </a:ext>
            </a:extLst>
          </p:cNvPr>
          <p:cNvSpPr/>
          <p:nvPr/>
        </p:nvSpPr>
        <p:spPr>
          <a:xfrm>
            <a:off x="670797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7AAA9F-0B93-46EC-8CB4-4209475E5028}"/>
              </a:ext>
            </a:extLst>
          </p:cNvPr>
          <p:cNvSpPr/>
          <p:nvPr/>
        </p:nvSpPr>
        <p:spPr>
          <a:xfrm>
            <a:off x="706785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9B99B9-5C0C-9399-128C-77FCC5D4F398}"/>
              </a:ext>
            </a:extLst>
          </p:cNvPr>
          <p:cNvSpPr txBox="1"/>
          <p:nvPr/>
        </p:nvSpPr>
        <p:spPr>
          <a:xfrm>
            <a:off x="776610" y="237507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экинчи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1732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3601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863600" y="327334"/>
            <a:ext cx="7612955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580020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0.80999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0.89999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0.98989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0.989989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0.989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85CDE14-A503-4CDC-A9D1-9D12B0395A01}"/>
              </a:ext>
            </a:extLst>
          </p:cNvPr>
          <p:cNvSpPr/>
          <p:nvPr/>
        </p:nvSpPr>
        <p:spPr>
          <a:xfrm>
            <a:off x="3212475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0.809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0.989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0.89</a:t>
              </a:r>
            </a:p>
          </p:txBody>
        </p:sp>
      </p:grpSp>
      <p:sp>
        <p:nvSpPr>
          <p:cNvPr id="45" name="Oval 44">
            <a:extLst>
              <a:ext uri="{FF2B5EF4-FFF2-40B4-BE49-F238E27FC236}">
                <a16:creationId xmlns:a16="http://schemas.microsoft.com/office/drawing/2014/main" id="{CDA74F59-5C09-4BEE-A342-1CF6D4AB901B}"/>
              </a:ext>
            </a:extLst>
          </p:cNvPr>
          <p:cNvSpPr/>
          <p:nvPr/>
        </p:nvSpPr>
        <p:spPr>
          <a:xfrm>
            <a:off x="394712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3E1B55-42B1-4C60-B585-4614214EC9D2}"/>
              </a:ext>
            </a:extLst>
          </p:cNvPr>
          <p:cNvSpPr/>
          <p:nvPr/>
        </p:nvSpPr>
        <p:spPr>
          <a:xfrm>
            <a:off x="670797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912D6BA-55AF-4EFE-9DA3-589E8B663E09}"/>
              </a:ext>
            </a:extLst>
          </p:cNvPr>
          <p:cNvSpPr/>
          <p:nvPr/>
        </p:nvSpPr>
        <p:spPr>
          <a:xfrm>
            <a:off x="706785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90043F4-8E8A-4F6F-9D8A-6C09B69C45A3}"/>
              </a:ext>
            </a:extLst>
          </p:cNvPr>
          <p:cNvSpPr/>
          <p:nvPr/>
        </p:nvSpPr>
        <p:spPr>
          <a:xfrm>
            <a:off x="394712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F5F0375-67B8-47B7-A3B3-CDDB525C6E66}"/>
              </a:ext>
            </a:extLst>
          </p:cNvPr>
          <p:cNvSpPr/>
          <p:nvPr/>
        </p:nvSpPr>
        <p:spPr>
          <a:xfrm>
            <a:off x="670797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33A25-7B9B-ACA5-3307-92D831FC72B2}"/>
              </a:ext>
            </a:extLst>
          </p:cNvPr>
          <p:cNvSpPr txBox="1"/>
          <p:nvPr/>
        </p:nvSpPr>
        <p:spPr>
          <a:xfrm>
            <a:off x="697517" y="239974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үчүнчү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1934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147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843280" y="327334"/>
            <a:ext cx="7633275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774232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0.6767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      0.70606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0.706706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0.7666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0.67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85CDE14-A503-4CDC-A9D1-9D12B0395A01}"/>
              </a:ext>
            </a:extLst>
          </p:cNvPr>
          <p:cNvSpPr/>
          <p:nvPr/>
        </p:nvSpPr>
        <p:spPr>
          <a:xfrm>
            <a:off x="3212475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0.706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0.706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0.76</a:t>
              </a:r>
            </a:p>
          </p:txBody>
        </p: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AB6F17C6-C64F-4941-A68F-D193654C767D}"/>
              </a:ext>
            </a:extLst>
          </p:cNvPr>
          <p:cNvSpPr/>
          <p:nvPr/>
        </p:nvSpPr>
        <p:spPr>
          <a:xfrm>
            <a:off x="358724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5FB2340-3293-4ED3-8592-4C0BA3B39761}"/>
              </a:ext>
            </a:extLst>
          </p:cNvPr>
          <p:cNvSpPr/>
          <p:nvPr/>
        </p:nvSpPr>
        <p:spPr>
          <a:xfrm>
            <a:off x="6333202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912D6BA-55AF-4EFE-9DA3-589E8B663E09}"/>
              </a:ext>
            </a:extLst>
          </p:cNvPr>
          <p:cNvSpPr/>
          <p:nvPr/>
        </p:nvSpPr>
        <p:spPr>
          <a:xfrm>
            <a:off x="706785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88E6A1F-60B5-4EC8-805A-5E8018ADC9D3}"/>
              </a:ext>
            </a:extLst>
          </p:cNvPr>
          <p:cNvSpPr/>
          <p:nvPr/>
        </p:nvSpPr>
        <p:spPr>
          <a:xfrm>
            <a:off x="358724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90043F4-8E8A-4F6F-9D8A-6C09B69C45A3}"/>
              </a:ext>
            </a:extLst>
          </p:cNvPr>
          <p:cNvSpPr/>
          <p:nvPr/>
        </p:nvSpPr>
        <p:spPr>
          <a:xfrm>
            <a:off x="394712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F5F0375-67B8-47B7-A3B3-CDDB525C6E66}"/>
              </a:ext>
            </a:extLst>
          </p:cNvPr>
          <p:cNvSpPr/>
          <p:nvPr/>
        </p:nvSpPr>
        <p:spPr>
          <a:xfrm>
            <a:off x="670797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1C8836-FEED-A0AE-C724-5B7BC461F10A}"/>
              </a:ext>
            </a:extLst>
          </p:cNvPr>
          <p:cNvSpPr txBox="1"/>
          <p:nvPr/>
        </p:nvSpPr>
        <p:spPr>
          <a:xfrm>
            <a:off x="776610" y="213507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экинчи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21909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8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812800" y="327334"/>
            <a:ext cx="7663755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3606171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0.145145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0.14555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      0.1555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0.51414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0.514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0.15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0.145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0.145</a:t>
              </a:r>
            </a:p>
          </p:txBody>
        </p: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AB6F17C6-C64F-4941-A68F-D193654C767D}"/>
              </a:ext>
            </a:extLst>
          </p:cNvPr>
          <p:cNvSpPr/>
          <p:nvPr/>
        </p:nvSpPr>
        <p:spPr>
          <a:xfrm>
            <a:off x="358724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DA74F59-5C09-4BEE-A342-1CF6D4AB901B}"/>
              </a:ext>
            </a:extLst>
          </p:cNvPr>
          <p:cNvSpPr/>
          <p:nvPr/>
        </p:nvSpPr>
        <p:spPr>
          <a:xfrm>
            <a:off x="394712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912D6BA-55AF-4EFE-9DA3-589E8B663E09}"/>
              </a:ext>
            </a:extLst>
          </p:cNvPr>
          <p:cNvSpPr/>
          <p:nvPr/>
        </p:nvSpPr>
        <p:spPr>
          <a:xfrm>
            <a:off x="706785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88E6A1F-60B5-4EC8-805A-5E8018ADC9D3}"/>
              </a:ext>
            </a:extLst>
          </p:cNvPr>
          <p:cNvSpPr/>
          <p:nvPr/>
        </p:nvSpPr>
        <p:spPr>
          <a:xfrm>
            <a:off x="358724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D8A2E81-8105-4048-B10E-5FE1A3353574}"/>
              </a:ext>
            </a:extLst>
          </p:cNvPr>
          <p:cNvSpPr/>
          <p:nvPr/>
        </p:nvSpPr>
        <p:spPr>
          <a:xfrm>
            <a:off x="6333202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7AAA9F-0B93-46EC-8CB4-4209475E5028}"/>
              </a:ext>
            </a:extLst>
          </p:cNvPr>
          <p:cNvSpPr/>
          <p:nvPr/>
        </p:nvSpPr>
        <p:spPr>
          <a:xfrm>
            <a:off x="706785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990FCD-F1F2-FAA0-26FC-159C7F3D4FCC}"/>
              </a:ext>
            </a:extLst>
          </p:cNvPr>
          <p:cNvSpPr txBox="1"/>
          <p:nvPr/>
        </p:nvSpPr>
        <p:spPr>
          <a:xfrm>
            <a:off x="776610" y="204694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үчүнчү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28069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144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782320" y="327334"/>
            <a:ext cx="7694235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8406362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0.034034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      0.03434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0.043043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0.3434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0.034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0.34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0.043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0.034</a:t>
              </a:r>
            </a:p>
          </p:txBody>
        </p: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AB6F17C6-C64F-4941-A68F-D193654C767D}"/>
              </a:ext>
            </a:extLst>
          </p:cNvPr>
          <p:cNvSpPr/>
          <p:nvPr/>
        </p:nvSpPr>
        <p:spPr>
          <a:xfrm>
            <a:off x="358724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DA74F59-5C09-4BEE-A342-1CF6D4AB901B}"/>
              </a:ext>
            </a:extLst>
          </p:cNvPr>
          <p:cNvSpPr/>
          <p:nvPr/>
        </p:nvSpPr>
        <p:spPr>
          <a:xfrm>
            <a:off x="394712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5FB2340-3293-4ED3-8592-4C0BA3B39761}"/>
              </a:ext>
            </a:extLst>
          </p:cNvPr>
          <p:cNvSpPr/>
          <p:nvPr/>
        </p:nvSpPr>
        <p:spPr>
          <a:xfrm>
            <a:off x="6333202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912D6BA-55AF-4EFE-9DA3-589E8B663E09}"/>
              </a:ext>
            </a:extLst>
          </p:cNvPr>
          <p:cNvSpPr/>
          <p:nvPr/>
        </p:nvSpPr>
        <p:spPr>
          <a:xfrm>
            <a:off x="706785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8E7AA6B-023C-4A21-BFA8-30EEC7094383}"/>
              </a:ext>
            </a:extLst>
          </p:cNvPr>
          <p:cNvSpPr/>
          <p:nvPr/>
        </p:nvSpPr>
        <p:spPr>
          <a:xfrm>
            <a:off x="3212475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88E6A1F-60B5-4EC8-805A-5E8018ADC9D3}"/>
              </a:ext>
            </a:extLst>
          </p:cNvPr>
          <p:cNvSpPr/>
          <p:nvPr/>
        </p:nvSpPr>
        <p:spPr>
          <a:xfrm>
            <a:off x="358724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D8A2E81-8105-4048-B10E-5FE1A3353574}"/>
              </a:ext>
            </a:extLst>
          </p:cNvPr>
          <p:cNvSpPr/>
          <p:nvPr/>
        </p:nvSpPr>
        <p:spPr>
          <a:xfrm>
            <a:off x="6333202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7AAA9F-0B93-46EC-8CB4-4209475E5028}"/>
              </a:ext>
            </a:extLst>
          </p:cNvPr>
          <p:cNvSpPr/>
          <p:nvPr/>
        </p:nvSpPr>
        <p:spPr>
          <a:xfrm>
            <a:off x="706785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B8A2AB-7D3A-C2DA-964A-B9BA960C56F4}"/>
              </a:ext>
            </a:extLst>
          </p:cNvPr>
          <p:cNvSpPr txBox="1"/>
          <p:nvPr/>
        </p:nvSpPr>
        <p:spPr>
          <a:xfrm>
            <a:off x="782320" y="219880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экинчи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17203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280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873760" y="327334"/>
            <a:ext cx="7680960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3570202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0.8777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0.877877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0.8787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0.87888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0.87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0.877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54721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0.87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0.878</a:t>
              </a:r>
            </a:p>
          </p:txBody>
        </p: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AB6F17C6-C64F-4941-A68F-D193654C767D}"/>
              </a:ext>
            </a:extLst>
          </p:cNvPr>
          <p:cNvSpPr/>
          <p:nvPr/>
        </p:nvSpPr>
        <p:spPr>
          <a:xfrm>
            <a:off x="358724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5FB2340-3293-4ED3-8592-4C0BA3B39761}"/>
              </a:ext>
            </a:extLst>
          </p:cNvPr>
          <p:cNvSpPr/>
          <p:nvPr/>
        </p:nvSpPr>
        <p:spPr>
          <a:xfrm>
            <a:off x="6333202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3E1B55-42B1-4C60-B585-4614214EC9D2}"/>
              </a:ext>
            </a:extLst>
          </p:cNvPr>
          <p:cNvSpPr/>
          <p:nvPr/>
        </p:nvSpPr>
        <p:spPr>
          <a:xfrm>
            <a:off x="670797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8E7AA6B-023C-4A21-BFA8-30EEC7094383}"/>
              </a:ext>
            </a:extLst>
          </p:cNvPr>
          <p:cNvSpPr/>
          <p:nvPr/>
        </p:nvSpPr>
        <p:spPr>
          <a:xfrm>
            <a:off x="3212475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90043F4-8E8A-4F6F-9D8A-6C09B69C45A3}"/>
              </a:ext>
            </a:extLst>
          </p:cNvPr>
          <p:cNvSpPr/>
          <p:nvPr/>
        </p:nvSpPr>
        <p:spPr>
          <a:xfrm>
            <a:off x="394712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7AAA9F-0B93-46EC-8CB4-4209475E5028}"/>
              </a:ext>
            </a:extLst>
          </p:cNvPr>
          <p:cNvSpPr/>
          <p:nvPr/>
        </p:nvSpPr>
        <p:spPr>
          <a:xfrm>
            <a:off x="706785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F26AF2-8F69-79EE-D54A-85E5FA46EC1D}"/>
              </a:ext>
            </a:extLst>
          </p:cNvPr>
          <p:cNvSpPr txBox="1"/>
          <p:nvPr/>
        </p:nvSpPr>
        <p:spPr>
          <a:xfrm>
            <a:off x="776610" y="204694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үчүнчү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5763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40274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DC141-7BB5-4630-86FF-D855743E97E8}"/>
              </a:ext>
            </a:extLst>
          </p:cNvPr>
          <p:cNvSpPr/>
          <p:nvPr/>
        </p:nvSpPr>
        <p:spPr>
          <a:xfrm>
            <a:off x="802640" y="327334"/>
            <a:ext cx="7673915" cy="115810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3C8C83-28C0-418F-81FC-0A1FECA35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869838"/>
              </p:ext>
            </p:extLst>
          </p:nvPr>
        </p:nvGraphicFramePr>
        <p:xfrm>
          <a:off x="3681268" y="4355964"/>
          <a:ext cx="254346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3461">
                  <a:extLst>
                    <a:ext uri="{9D8B030D-6E8A-4147-A177-3AD203B41FA5}">
                      <a16:colId xmlns:a16="http://schemas.microsoft.com/office/drawing/2014/main" val="870982559"/>
                    </a:ext>
                  </a:extLst>
                </a:gridCol>
              </a:tblGrid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0.445445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132452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tx1"/>
                          </a:solidFill>
                        </a:rPr>
                        <a:t>      0.54545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5763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0.545545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99509"/>
                  </a:ext>
                </a:extLst>
              </a:tr>
              <a:tr h="524706">
                <a:tc>
                  <a:txBody>
                    <a:bodyPr/>
                    <a:lstStyle/>
                    <a:p>
                      <a:pPr algn="l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      0.545555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713914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686A27-765F-41AD-A943-DB21675C783B}"/>
              </a:ext>
            </a:extLst>
          </p:cNvPr>
          <p:cNvGrpSpPr/>
          <p:nvPr/>
        </p:nvGrpSpPr>
        <p:grpSpPr>
          <a:xfrm>
            <a:off x="2004708" y="1606083"/>
            <a:ext cx="2744463" cy="1234799"/>
            <a:chOff x="1786280" y="1775779"/>
            <a:chExt cx="2744463" cy="123479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E1D9584-D70A-457C-91D4-05FD9B7B2D27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E1A4E46-3246-4172-9E96-7D0AB0F0A28E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0.545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6DD858-5DE5-4A70-8563-1069DBA2249F}"/>
              </a:ext>
            </a:extLst>
          </p:cNvPr>
          <p:cNvGrpSpPr/>
          <p:nvPr/>
        </p:nvGrpSpPr>
        <p:grpSpPr>
          <a:xfrm>
            <a:off x="2004707" y="3023475"/>
            <a:ext cx="2744463" cy="1234799"/>
            <a:chOff x="1786280" y="1775779"/>
            <a:chExt cx="2744463" cy="1234799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F792547-B2C7-4C7C-A1F9-A04B941DA172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B2AD5-81AA-47D9-AD7F-CFF7FD257CE5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0.545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46976D-07C2-4428-86DE-AEF45C85023B}"/>
              </a:ext>
            </a:extLst>
          </p:cNvPr>
          <p:cNvGrpSpPr/>
          <p:nvPr/>
        </p:nvGrpSpPr>
        <p:grpSpPr>
          <a:xfrm>
            <a:off x="5123942" y="1588456"/>
            <a:ext cx="2744463" cy="1234799"/>
            <a:chOff x="1786280" y="1775779"/>
            <a:chExt cx="2744463" cy="123479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857810D-92F8-4403-A0AC-5B9CE8879031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33451AC-AFF1-4A18-ADA0-617C1FE63C2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0.445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CF2C6B-5664-422C-8D1C-202FAC8B7892}"/>
              </a:ext>
            </a:extLst>
          </p:cNvPr>
          <p:cNvGrpSpPr/>
          <p:nvPr/>
        </p:nvGrpSpPr>
        <p:grpSpPr>
          <a:xfrm>
            <a:off x="5123941" y="3005848"/>
            <a:ext cx="2744463" cy="1234799"/>
            <a:chOff x="1786280" y="1775779"/>
            <a:chExt cx="2744463" cy="1234799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4D91D0B-90EF-45D1-A912-DFBC637A5403}"/>
                </a:ext>
              </a:extLst>
            </p:cNvPr>
            <p:cNvSpPr/>
            <p:nvPr/>
          </p:nvSpPr>
          <p:spPr>
            <a:xfrm>
              <a:off x="1786280" y="1775779"/>
              <a:ext cx="2744463" cy="1234799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GB" sz="195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AC73F3-DF8C-4370-8D7A-809C7640CBA1}"/>
                </a:ext>
              </a:extLst>
            </p:cNvPr>
            <p:cNvSpPr txBox="1"/>
            <p:nvPr/>
          </p:nvSpPr>
          <p:spPr>
            <a:xfrm>
              <a:off x="2190137" y="1885347"/>
              <a:ext cx="1936749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0" dirty="0"/>
                <a:t>0.545</a:t>
              </a:r>
            </a:p>
          </p:txBody>
        </p: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AB6F17C6-C64F-4941-A68F-D193654C767D}"/>
              </a:ext>
            </a:extLst>
          </p:cNvPr>
          <p:cNvSpPr/>
          <p:nvPr/>
        </p:nvSpPr>
        <p:spPr>
          <a:xfrm>
            <a:off x="358724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DA74F59-5C09-4BEE-A342-1CF6D4AB901B}"/>
              </a:ext>
            </a:extLst>
          </p:cNvPr>
          <p:cNvSpPr/>
          <p:nvPr/>
        </p:nvSpPr>
        <p:spPr>
          <a:xfrm>
            <a:off x="3947126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5FB2340-3293-4ED3-8592-4C0BA3B39761}"/>
              </a:ext>
            </a:extLst>
          </p:cNvPr>
          <p:cNvSpPr/>
          <p:nvPr/>
        </p:nvSpPr>
        <p:spPr>
          <a:xfrm>
            <a:off x="6333202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912D6BA-55AF-4EFE-9DA3-589E8B663E09}"/>
              </a:ext>
            </a:extLst>
          </p:cNvPr>
          <p:cNvSpPr/>
          <p:nvPr/>
        </p:nvSpPr>
        <p:spPr>
          <a:xfrm>
            <a:off x="7067853" y="1678730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8E7AA6B-023C-4A21-BFA8-30EEC7094383}"/>
              </a:ext>
            </a:extLst>
          </p:cNvPr>
          <p:cNvSpPr/>
          <p:nvPr/>
        </p:nvSpPr>
        <p:spPr>
          <a:xfrm>
            <a:off x="3212475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90043F4-8E8A-4F6F-9D8A-6C09B69C45A3}"/>
              </a:ext>
            </a:extLst>
          </p:cNvPr>
          <p:cNvSpPr/>
          <p:nvPr/>
        </p:nvSpPr>
        <p:spPr>
          <a:xfrm>
            <a:off x="3947126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7AAA9F-0B93-46EC-8CB4-4209475E5028}"/>
              </a:ext>
            </a:extLst>
          </p:cNvPr>
          <p:cNvSpPr/>
          <p:nvPr/>
        </p:nvSpPr>
        <p:spPr>
          <a:xfrm>
            <a:off x="7067853" y="3144729"/>
            <a:ext cx="175846" cy="175846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093F4-AF7C-7D1D-B984-0BDEB91809F8}"/>
              </a:ext>
            </a:extLst>
          </p:cNvPr>
          <p:cNvSpPr txBox="1"/>
          <p:nvPr/>
        </p:nvSpPr>
        <p:spPr>
          <a:xfrm>
            <a:off x="782320" y="219880"/>
            <a:ext cx="7945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сандарды ирээттегенде, </a:t>
            </a:r>
            <a:r>
              <a:rPr lang="ky-KG" sz="4000" b="1" dirty="0"/>
              <a:t>экинчи чоң </a:t>
            </a:r>
            <a:r>
              <a:rPr lang="ky-KG" sz="4000" dirty="0"/>
              <a:t>сан кайсы сан болот?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17781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6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8391</TotalTime>
  <Words>378</Words>
  <Application>Microsoft Office PowerPoint</Application>
  <PresentationFormat>A4 Paper (210x297 mm)</PresentationFormat>
  <Paragraphs>138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Bernard MT Condensed</vt:lpstr>
      <vt:lpstr>Arial</vt:lpstr>
      <vt:lpstr>Calibri</vt:lpstr>
      <vt:lpstr>Berlin Sans FB Demi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363</cp:revision>
  <cp:lastPrinted>2017-12-31T22:38:51Z</cp:lastPrinted>
  <dcterms:created xsi:type="dcterms:W3CDTF">2017-01-17T16:57:04Z</dcterms:created>
  <dcterms:modified xsi:type="dcterms:W3CDTF">2024-10-22T08:55:42Z</dcterms:modified>
</cp:coreProperties>
</file>