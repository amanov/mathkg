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8/29/2024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40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бөлчөккө жана пайызга айландыруу–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775034-6B13-4688-AB18-E4F9C8AAE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4028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AB2A5D-65DD-4302-98B4-106A6EA6B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85" y="0"/>
            <a:ext cx="4957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80AF7-FBE1-4D00-B3FD-6C424A91F0F2}"/>
              </a:ext>
            </a:extLst>
          </p:cNvPr>
          <p:cNvGrpSpPr/>
          <p:nvPr/>
        </p:nvGrpSpPr>
        <p:grpSpPr>
          <a:xfrm rot="16200000">
            <a:off x="-1053758" y="1053757"/>
            <a:ext cx="6862395" cy="4754880"/>
            <a:chOff x="0" y="0"/>
            <a:chExt cx="9897685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D5D86B7-BF50-46AA-B467-07BF17BB6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0285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7EA969D-8CDE-430F-B0DC-9A0ED1370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0285" y="0"/>
              <a:ext cx="4957400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82C117C-20DB-4308-8B88-C1C329B60AF0}"/>
              </a:ext>
            </a:extLst>
          </p:cNvPr>
          <p:cNvGrpSpPr/>
          <p:nvPr/>
        </p:nvGrpSpPr>
        <p:grpSpPr>
          <a:xfrm rot="16200000">
            <a:off x="3995763" y="1053757"/>
            <a:ext cx="6862395" cy="4754880"/>
            <a:chOff x="0" y="0"/>
            <a:chExt cx="9897685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4BCE3F7-C4F8-41B1-A22A-0FF691005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0285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8CA6F76-3567-4FED-BAAB-1084FD550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0285" y="0"/>
              <a:ext cx="49574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2FD4C1-17C9-4A85-9988-3FD8320D7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9525"/>
            <a:ext cx="7848600" cy="68389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F09346-EC42-31AC-8BEE-BE6C9C21D456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8364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2024-08-29T16:52:54Z</cp:lastPrinted>
  <dcterms:created xsi:type="dcterms:W3CDTF">2017-01-17T16:57:04Z</dcterms:created>
  <dcterms:modified xsi:type="dcterms:W3CDTF">2024-08-29T16:53:01Z</dcterms:modified>
</cp:coreProperties>
</file>