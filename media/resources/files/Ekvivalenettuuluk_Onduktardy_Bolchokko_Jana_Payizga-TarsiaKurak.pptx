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281" r:id="rId3"/>
    <p:sldId id="948" r:id="rId4"/>
    <p:sldId id="939" r:id="rId5"/>
    <p:sldId id="833" r:id="rId6"/>
    <p:sldId id="834" r:id="rId7"/>
    <p:sldId id="946" r:id="rId8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47"/>
          </p14:sldIdLst>
        </p14:section>
        <p14:section name="Титулдук слайд" id="{0E9D2BA4-C7A1-4290-9EC3-40A7EE55AE03}">
          <p14:sldIdLst>
            <p14:sldId id="281"/>
            <p14:sldId id="948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8/29/2024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040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Ондуктарды бөлчөккө жана пайызга айландыруу– Тарсиа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Курак</a:t>
            </a: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куракты туура чогулткандан кийин гана клей менен чапташсын.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ордуна, окуучулар жөн гана тамгаларды  колдонуу менен суроолор менен жоопторду дал келтирип чыгышса болот, (кайчы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даярдалган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1.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Үч бурчтуктарды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294667" y="2174039"/>
            <a:ext cx="38189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Ар бир  үч бурчтуктун четиндеги суроо туура жоопко  дал келгидей,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210257" y="2517286"/>
            <a:ext cx="55180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1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775034-6B13-4688-AB18-E4F9C8AAE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40285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8AB2A5D-65DD-4302-98B4-106A6EA6B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285" y="0"/>
            <a:ext cx="4957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80AF7-FBE1-4D00-B3FD-6C424A91F0F2}"/>
              </a:ext>
            </a:extLst>
          </p:cNvPr>
          <p:cNvGrpSpPr/>
          <p:nvPr/>
        </p:nvGrpSpPr>
        <p:grpSpPr>
          <a:xfrm rot="16200000">
            <a:off x="-1053758" y="1053757"/>
            <a:ext cx="6862395" cy="4754880"/>
            <a:chOff x="0" y="0"/>
            <a:chExt cx="9897685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D5D86B7-BF50-46AA-B467-07BF17BB6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40285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7EA969D-8CDE-430F-B0DC-9A0ED1370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40285" y="0"/>
              <a:ext cx="4957400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82C117C-20DB-4308-8B88-C1C329B60AF0}"/>
              </a:ext>
            </a:extLst>
          </p:cNvPr>
          <p:cNvGrpSpPr/>
          <p:nvPr/>
        </p:nvGrpSpPr>
        <p:grpSpPr>
          <a:xfrm rot="16200000">
            <a:off x="3995763" y="1053757"/>
            <a:ext cx="6862395" cy="4754880"/>
            <a:chOff x="0" y="0"/>
            <a:chExt cx="9897685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4BCE3F7-C4F8-41B1-A22A-0FF6910059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40285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8CA6F76-3567-4FED-BAAB-1084FD5504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40285" y="0"/>
              <a:ext cx="495740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82FD4C1-17C9-4A85-9988-3FD8320D7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525"/>
            <a:ext cx="7848600" cy="6838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F09346-EC42-31AC-8BEE-BE6C9C21D456}"/>
              </a:ext>
            </a:extLst>
          </p:cNvPr>
          <p:cNvSpPr/>
          <p:nvPr/>
        </p:nvSpPr>
        <p:spPr>
          <a:xfrm>
            <a:off x="310084" y="50861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8364</TotalTime>
  <Words>150</Words>
  <Application>Microsoft Office PowerPoint</Application>
  <PresentationFormat>A4 Paper (210x297 mm)</PresentationFormat>
  <Paragraphs>32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 Light</vt:lpstr>
      <vt:lpstr>Arial</vt:lpstr>
      <vt:lpstr>Calibri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359</cp:revision>
  <cp:lastPrinted>2024-08-29T16:52:54Z</cp:lastPrinted>
  <dcterms:created xsi:type="dcterms:W3CDTF">2017-01-17T16:57:04Z</dcterms:created>
  <dcterms:modified xsi:type="dcterms:W3CDTF">2024-08-29T16:53:01Z</dcterms:modified>
</cp:coreProperties>
</file>