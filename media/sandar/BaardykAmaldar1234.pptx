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47" r:id="rId3"/>
    <p:sldId id="944" r:id="rId4"/>
    <p:sldId id="943" r:id="rId5"/>
    <p:sldId id="945" r:id="rId6"/>
    <p:sldId id="938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ambria Math" panose="020405030504060302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01/10/2023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51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87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Бардык 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малдарды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н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аткаруу тартиби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blipFill>
                <a:blip r:embed="rId6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rad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1498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20−2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864" y="371345"/>
                <a:ext cx="1545423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205" y="324599"/>
                <a:ext cx="73821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/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CFF194-8A1E-4EB2-8A26-86C45EA53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539" y="371345"/>
                <a:ext cx="198483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43ED0E-1049-492F-BDDC-582C4E5517BD}"/>
              </a:ext>
            </a:extLst>
          </p:cNvPr>
          <p:cNvSpPr txBox="1"/>
          <p:nvPr/>
        </p:nvSpPr>
        <p:spPr>
          <a:xfrm>
            <a:off x="4965563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/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2DB20B-95D6-4754-945B-ACB49185F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8634" y="324599"/>
                <a:ext cx="90813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/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0÷</m:t>
                      </m:r>
                      <m:rad>
                        <m:radPr>
                          <m:degHide m:val="on"/>
                          <m:ctrlPr>
                            <a:rPr lang="en-GB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</m:t>
                          </m:r>
                        </m:e>
                      </m:rad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×2)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D658B1-A1FB-4FDC-8BA5-43178C97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953" y="3812814"/>
                <a:ext cx="3099245" cy="442685"/>
              </a:xfrm>
              <a:prstGeom prst="rect">
                <a:avLst/>
              </a:prstGeom>
              <a:blipFill>
                <a:blip r:embed="rId6"/>
                <a:stretch>
                  <a:fillRect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5E24E8E-0EBD-4E4E-A691-95B2EE8A14B2}"/>
              </a:ext>
            </a:extLst>
          </p:cNvPr>
          <p:cNvSpPr txBox="1"/>
          <p:nvPr/>
        </p:nvSpPr>
        <p:spPr>
          <a:xfrm>
            <a:off x="11178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/>
              <p:nvPr/>
            </p:nvSpPr>
            <p:spPr>
              <a:xfrm>
                <a:off x="3914823" y="4206643"/>
                <a:ext cx="90813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F2A8B6-CA0A-47BA-884A-946AD86C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4823" y="4206643"/>
                <a:ext cx="90813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/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ad>
                                    <m:radPr>
                                      <m:degHide m:val="on"/>
                                      <m:ctrlP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rad>
                                  <m:r>
                                    <a:rPr lang="en-GB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+5</m:t>
                                  </m:r>
                                </m:e>
                              </m:d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DA8C7EA-DFE4-429A-9097-DBC958D1C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281" y="3812814"/>
                <a:ext cx="4115357" cy="9680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F4CB900-C6A5-45BD-AF34-518D0A5FF0B0}"/>
              </a:ext>
            </a:extLst>
          </p:cNvPr>
          <p:cNvSpPr txBox="1"/>
          <p:nvPr/>
        </p:nvSpPr>
        <p:spPr>
          <a:xfrm>
            <a:off x="4965563" y="3448176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/>
              <p:nvPr/>
            </p:nvSpPr>
            <p:spPr>
              <a:xfrm>
                <a:off x="8770764" y="4938162"/>
                <a:ext cx="967444" cy="46166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04339C4-064F-44E9-B404-CEB09820F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764" y="4938162"/>
                <a:ext cx="967444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 animBg="1"/>
      <p:bldP spid="16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5760D4-487D-0907-EEFA-80AE5352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83580" y="1247741"/>
            <a:ext cx="6505732" cy="4538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0FF5A-DA9E-F9AA-F905-11E33D92A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69419" y="1247738"/>
            <a:ext cx="6505736" cy="45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75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sm" len="sm"/>
          <a:tailEnd type="arrow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10538</TotalTime>
  <Words>138</Words>
  <Application>Microsoft Office PowerPoint</Application>
  <PresentationFormat>A4 Paper (210x297 mm)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Cambria Math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517</cp:revision>
  <cp:lastPrinted>2017-12-31T22:38:51Z</cp:lastPrinted>
  <dcterms:created xsi:type="dcterms:W3CDTF">2017-01-17T16:57:04Z</dcterms:created>
  <dcterms:modified xsi:type="dcterms:W3CDTF">2023-09-30T20:30:58Z</dcterms:modified>
</cp:coreProperties>
</file>