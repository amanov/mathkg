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6"/>
  </p:notesMasterIdLst>
  <p:sldIdLst>
    <p:sldId id="848" r:id="rId2"/>
    <p:sldId id="940" r:id="rId3"/>
    <p:sldId id="941" r:id="rId4"/>
    <p:sldId id="938" r:id="rId5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885ECC4-EC48-D304-D580-69B8B91AE60F}"/>
              </a:ext>
            </a:extLst>
          </p:cNvPr>
          <p:cNvSpPr txBox="1">
            <a:spLocks/>
          </p:cNvSpPr>
          <p:nvPr/>
        </p:nvSpPr>
        <p:spPr>
          <a:xfrm>
            <a:off x="116840" y="199834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Бардык а</a:t>
            </a:r>
            <a:r>
              <a:rPr lang="ru-RU" dirty="0"/>
              <a:t>малдарды аткаруу тартиби</a:t>
            </a:r>
            <a:r>
              <a:rPr lang="en-US" dirty="0"/>
              <a:t>  –</a:t>
            </a:r>
            <a:r>
              <a:rPr lang="ky-KG" dirty="0"/>
              <a:t> </a:t>
            </a:r>
            <a:r>
              <a:rPr lang="ky-KG" b="1" dirty="0"/>
              <a:t>4 төрт</a:t>
            </a:r>
            <a:endParaRPr lang="ru-RU" b="1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8B80EEB-8661-88B8-DA1E-AF8A42E236DF}"/>
              </a:ext>
            </a:extLst>
          </p:cNvPr>
          <p:cNvSpPr txBox="1">
            <a:spLocks/>
          </p:cNvSpPr>
          <p:nvPr/>
        </p:nvSpPr>
        <p:spPr>
          <a:xfrm>
            <a:off x="0" y="39147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D910C610-3C55-49C9-ADAE-CA132C1CA2D3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3846B06-A5A0-4752-B1C4-45190D028E89}"/>
              </a:ext>
            </a:extLst>
          </p:cNvPr>
          <p:cNvSpPr txBox="1"/>
          <p:nvPr/>
        </p:nvSpPr>
        <p:spPr>
          <a:xfrm>
            <a:off x="304923" y="20613"/>
            <a:ext cx="1433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u="sng" dirty="0">
                <a:latin typeface="Berlin Sans FB Demi" panose="020E0802020502020306" pitchFamily="34" charset="0"/>
              </a:rPr>
              <a:t>4 Төрт!</a:t>
            </a:r>
            <a:endParaRPr lang="en-GB" sz="3200" b="1" u="sng" dirty="0">
              <a:latin typeface="Berlin Sans FB Demi" panose="020E0802020502020306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086221D-2A05-4D47-98A2-4F268FFAB7E2}"/>
              </a:ext>
            </a:extLst>
          </p:cNvPr>
          <p:cNvSpPr txBox="1"/>
          <p:nvPr/>
        </p:nvSpPr>
        <p:spPr>
          <a:xfrm>
            <a:off x="1761399" y="68580"/>
            <a:ext cx="3214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Так 4, 4, 4, 4 жана кандайдыр бир </a:t>
            </a:r>
            <a:r>
              <a:rPr lang="ky-KG" sz="1200" dirty="0"/>
              <a:t>амалдарды</a:t>
            </a:r>
            <a:r>
              <a:rPr lang="ru-RU" sz="1200" dirty="0"/>
              <a:t> </a:t>
            </a:r>
            <a:endParaRPr lang="en-US" sz="1200" dirty="0"/>
          </a:p>
          <a:p>
            <a:pPr algn="ctr"/>
            <a:r>
              <a:rPr lang="ru-RU" sz="1200" dirty="0"/>
              <a:t>колдонуп, 0дөн 30га чейинки </a:t>
            </a:r>
            <a:endParaRPr lang="en-US" sz="1200" dirty="0"/>
          </a:p>
          <a:p>
            <a:pPr algn="ctr"/>
            <a:r>
              <a:rPr lang="ru-RU" sz="1200" dirty="0"/>
              <a:t>ар бир сан үчүн эсептөө жасай аласызбы?</a:t>
            </a:r>
            <a:endParaRPr lang="en-GB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52488A6-CA3B-4F2D-AC6E-3CE7434B2EB8}"/>
              </a:ext>
            </a:extLst>
          </p:cNvPr>
          <p:cNvSpPr txBox="1"/>
          <p:nvPr/>
        </p:nvSpPr>
        <p:spPr>
          <a:xfrm>
            <a:off x="205274" y="717158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0: ______________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AB5D2AF-F9B5-4B98-9C10-67E4F0A03359}"/>
              </a:ext>
            </a:extLst>
          </p:cNvPr>
          <p:cNvSpPr txBox="1"/>
          <p:nvPr/>
        </p:nvSpPr>
        <p:spPr>
          <a:xfrm>
            <a:off x="2755239" y="441395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25: _____________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35DFD25-6747-45D4-9549-ACC53E6A58C8}"/>
              </a:ext>
            </a:extLst>
          </p:cNvPr>
          <p:cNvSpPr txBox="1"/>
          <p:nvPr/>
        </p:nvSpPr>
        <p:spPr>
          <a:xfrm>
            <a:off x="205274" y="1098865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1: ______________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AB4414B-276F-4485-88B1-036B39CB7092}"/>
              </a:ext>
            </a:extLst>
          </p:cNvPr>
          <p:cNvSpPr txBox="1"/>
          <p:nvPr/>
        </p:nvSpPr>
        <p:spPr>
          <a:xfrm>
            <a:off x="2755239" y="482470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26: _____________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D84CA82-EE1B-4C65-92F4-2587AD8E9279}"/>
              </a:ext>
            </a:extLst>
          </p:cNvPr>
          <p:cNvSpPr txBox="1"/>
          <p:nvPr/>
        </p:nvSpPr>
        <p:spPr>
          <a:xfrm>
            <a:off x="205274" y="1480572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2: ______________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83FB56B-F3B0-4B52-8E9E-5D05C15BC4B2}"/>
              </a:ext>
            </a:extLst>
          </p:cNvPr>
          <p:cNvSpPr txBox="1"/>
          <p:nvPr/>
        </p:nvSpPr>
        <p:spPr>
          <a:xfrm>
            <a:off x="2755239" y="523546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27: _____________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36D522-28F9-4A6C-BC05-27652ED50210}"/>
              </a:ext>
            </a:extLst>
          </p:cNvPr>
          <p:cNvSpPr txBox="1"/>
          <p:nvPr/>
        </p:nvSpPr>
        <p:spPr>
          <a:xfrm>
            <a:off x="205274" y="1862279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3: ______________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D747CE3-85E8-4DB6-9483-9783F2C5F44A}"/>
              </a:ext>
            </a:extLst>
          </p:cNvPr>
          <p:cNvSpPr txBox="1"/>
          <p:nvPr/>
        </p:nvSpPr>
        <p:spPr>
          <a:xfrm>
            <a:off x="2755239" y="564621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28: _____________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E20719F-F4DE-445D-8D61-C430167491C7}"/>
              </a:ext>
            </a:extLst>
          </p:cNvPr>
          <p:cNvSpPr txBox="1"/>
          <p:nvPr/>
        </p:nvSpPr>
        <p:spPr>
          <a:xfrm>
            <a:off x="205274" y="2243986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4: ______________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64028F5-EB28-4E60-8B7B-2029478C7FA8}"/>
              </a:ext>
            </a:extLst>
          </p:cNvPr>
          <p:cNvSpPr txBox="1"/>
          <p:nvPr/>
        </p:nvSpPr>
        <p:spPr>
          <a:xfrm>
            <a:off x="2755239" y="605697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29: _____________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C35D1A4-7634-4062-B140-78363452C5C3}"/>
              </a:ext>
            </a:extLst>
          </p:cNvPr>
          <p:cNvSpPr txBox="1"/>
          <p:nvPr/>
        </p:nvSpPr>
        <p:spPr>
          <a:xfrm>
            <a:off x="205274" y="2625693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5: ______________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2949947-7B10-4243-8BCB-3290CD0D3351}"/>
              </a:ext>
            </a:extLst>
          </p:cNvPr>
          <p:cNvSpPr txBox="1"/>
          <p:nvPr/>
        </p:nvSpPr>
        <p:spPr>
          <a:xfrm>
            <a:off x="2755239" y="646773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30: _____________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27D805B-3308-4E89-BF4A-3E3AE6201D14}"/>
              </a:ext>
            </a:extLst>
          </p:cNvPr>
          <p:cNvSpPr txBox="1"/>
          <p:nvPr/>
        </p:nvSpPr>
        <p:spPr>
          <a:xfrm>
            <a:off x="205274" y="3007400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6: ______________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76B2B5C-0EE4-41A1-B8E9-9E9380733E7A}"/>
              </a:ext>
            </a:extLst>
          </p:cNvPr>
          <p:cNvSpPr txBox="1"/>
          <p:nvPr/>
        </p:nvSpPr>
        <p:spPr>
          <a:xfrm>
            <a:off x="205274" y="3389107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7: ______________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3C66C50-155E-4C41-9F35-E88EE15AE3D4}"/>
              </a:ext>
            </a:extLst>
          </p:cNvPr>
          <p:cNvSpPr txBox="1"/>
          <p:nvPr/>
        </p:nvSpPr>
        <p:spPr>
          <a:xfrm>
            <a:off x="205274" y="3770814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8: ______________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6EFEEBF-E664-4282-AAB0-B2240E2462A4}"/>
              </a:ext>
            </a:extLst>
          </p:cNvPr>
          <p:cNvSpPr txBox="1"/>
          <p:nvPr/>
        </p:nvSpPr>
        <p:spPr>
          <a:xfrm>
            <a:off x="205274" y="4152521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9: ______________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CD8A372-B86E-4064-98F9-31CFBBE23520}"/>
              </a:ext>
            </a:extLst>
          </p:cNvPr>
          <p:cNvSpPr txBox="1"/>
          <p:nvPr/>
        </p:nvSpPr>
        <p:spPr>
          <a:xfrm>
            <a:off x="205274" y="453422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10: _____________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BF02250-A0AE-4FA7-B66B-82E8848991E6}"/>
              </a:ext>
            </a:extLst>
          </p:cNvPr>
          <p:cNvSpPr txBox="1"/>
          <p:nvPr/>
        </p:nvSpPr>
        <p:spPr>
          <a:xfrm>
            <a:off x="205274" y="491593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11: _____________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FE28E66-C253-43BF-94E0-22E4CDECCD2A}"/>
              </a:ext>
            </a:extLst>
          </p:cNvPr>
          <p:cNvSpPr txBox="1"/>
          <p:nvPr/>
        </p:nvSpPr>
        <p:spPr>
          <a:xfrm>
            <a:off x="205274" y="529764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12: _____________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55C154A-3616-4A3B-8D8F-7CFE2ED45143}"/>
              </a:ext>
            </a:extLst>
          </p:cNvPr>
          <p:cNvSpPr txBox="1"/>
          <p:nvPr/>
        </p:nvSpPr>
        <p:spPr>
          <a:xfrm>
            <a:off x="205274" y="567934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13: _____________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00EB478-2B5A-4323-875E-DD4297F57278}"/>
              </a:ext>
            </a:extLst>
          </p:cNvPr>
          <p:cNvSpPr txBox="1"/>
          <p:nvPr/>
        </p:nvSpPr>
        <p:spPr>
          <a:xfrm>
            <a:off x="205274" y="606105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14: _____________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65D16D6-22CD-4E59-8212-78709785C6A1}"/>
              </a:ext>
            </a:extLst>
          </p:cNvPr>
          <p:cNvSpPr txBox="1"/>
          <p:nvPr/>
        </p:nvSpPr>
        <p:spPr>
          <a:xfrm>
            <a:off x="205274" y="644276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15: _____________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598DDBF-3071-49B5-8E0D-64D3E9D5A257}"/>
              </a:ext>
            </a:extLst>
          </p:cNvPr>
          <p:cNvSpPr txBox="1"/>
          <p:nvPr/>
        </p:nvSpPr>
        <p:spPr>
          <a:xfrm>
            <a:off x="2755239" y="71715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16: _____________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65AA8E6-9AEE-4308-AA87-A0729725AE94}"/>
              </a:ext>
            </a:extLst>
          </p:cNvPr>
          <p:cNvSpPr txBox="1"/>
          <p:nvPr/>
        </p:nvSpPr>
        <p:spPr>
          <a:xfrm>
            <a:off x="2755239" y="112791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17: _____________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B2A37ED-E7C7-4637-8387-442926014BB6}"/>
              </a:ext>
            </a:extLst>
          </p:cNvPr>
          <p:cNvSpPr txBox="1"/>
          <p:nvPr/>
        </p:nvSpPr>
        <p:spPr>
          <a:xfrm>
            <a:off x="2755239" y="153866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18: _____________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7FB0D90-10A3-4A89-9ABF-76AD200E4289}"/>
              </a:ext>
            </a:extLst>
          </p:cNvPr>
          <p:cNvSpPr txBox="1"/>
          <p:nvPr/>
        </p:nvSpPr>
        <p:spPr>
          <a:xfrm>
            <a:off x="2755239" y="194942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19: _____________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916D971-3A65-4715-8512-0C4F6EC88B70}"/>
              </a:ext>
            </a:extLst>
          </p:cNvPr>
          <p:cNvSpPr txBox="1"/>
          <p:nvPr/>
        </p:nvSpPr>
        <p:spPr>
          <a:xfrm>
            <a:off x="2755239" y="236017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20: _____________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B66F5BB-DA82-4F76-858D-1C4CAEE55BCC}"/>
              </a:ext>
            </a:extLst>
          </p:cNvPr>
          <p:cNvSpPr txBox="1"/>
          <p:nvPr/>
        </p:nvSpPr>
        <p:spPr>
          <a:xfrm>
            <a:off x="2755239" y="277093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21: _____________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A5A7827-DCC6-4D1A-ABD4-88F3062A0B35}"/>
              </a:ext>
            </a:extLst>
          </p:cNvPr>
          <p:cNvSpPr txBox="1"/>
          <p:nvPr/>
        </p:nvSpPr>
        <p:spPr>
          <a:xfrm>
            <a:off x="2755239" y="318168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22: _____________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07AF49F-C169-4D2E-8A7D-4ED9CBD3A402}"/>
              </a:ext>
            </a:extLst>
          </p:cNvPr>
          <p:cNvSpPr txBox="1"/>
          <p:nvPr/>
        </p:nvSpPr>
        <p:spPr>
          <a:xfrm>
            <a:off x="2755239" y="359244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23: _____________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2222CF9-C86F-42C8-9160-31A9E295C218}"/>
              </a:ext>
            </a:extLst>
          </p:cNvPr>
          <p:cNvSpPr txBox="1"/>
          <p:nvPr/>
        </p:nvSpPr>
        <p:spPr>
          <a:xfrm>
            <a:off x="2755239" y="400319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24: _____________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2D7949-DF57-4356-97AC-9DED1A5E6318}"/>
                  </a:ext>
                </a:extLst>
              </p:cNvPr>
              <p:cNvSpPr txBox="1"/>
              <p:nvPr/>
            </p:nvSpPr>
            <p:spPr>
              <a:xfrm>
                <a:off x="426720" y="3665958"/>
                <a:ext cx="1577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4+4+4−4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2D7949-DF57-4356-97AC-9DED1A5E6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3665958"/>
                <a:ext cx="15776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645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D910C610-3C55-49C9-ADAE-CA132C1CA2D3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3846B06-A5A0-4752-B1C4-45190D028E89}"/>
              </a:ext>
            </a:extLst>
          </p:cNvPr>
          <p:cNvSpPr txBox="1"/>
          <p:nvPr/>
        </p:nvSpPr>
        <p:spPr>
          <a:xfrm>
            <a:off x="304923" y="20613"/>
            <a:ext cx="1433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u="sng" dirty="0">
                <a:latin typeface="Berlin Sans FB Demi" panose="020E0802020502020306" pitchFamily="34" charset="0"/>
              </a:rPr>
              <a:t>4 Төрт!</a:t>
            </a:r>
            <a:endParaRPr lang="en-GB" sz="3200" b="1" u="sng" dirty="0">
              <a:latin typeface="Berlin Sans FB Demi" panose="020E0802020502020306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086221D-2A05-4D47-98A2-4F268FFAB7E2}"/>
              </a:ext>
            </a:extLst>
          </p:cNvPr>
          <p:cNvSpPr txBox="1"/>
          <p:nvPr/>
        </p:nvSpPr>
        <p:spPr>
          <a:xfrm>
            <a:off x="1761400" y="68580"/>
            <a:ext cx="3214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Так 4, 4, 4, 4 жана кандайдыр бир </a:t>
            </a:r>
            <a:r>
              <a:rPr lang="ky-KG" sz="1200" dirty="0"/>
              <a:t>амалдарды</a:t>
            </a:r>
            <a:r>
              <a:rPr lang="ru-RU" sz="1200" dirty="0"/>
              <a:t> </a:t>
            </a:r>
            <a:endParaRPr lang="en-US" sz="1200" dirty="0"/>
          </a:p>
          <a:p>
            <a:pPr algn="ctr"/>
            <a:r>
              <a:rPr lang="ru-RU" sz="1200" dirty="0"/>
              <a:t>колдонуп, 0дөн 30га чейинки </a:t>
            </a:r>
            <a:endParaRPr lang="en-US" sz="1200" dirty="0"/>
          </a:p>
          <a:p>
            <a:pPr algn="ctr"/>
            <a:r>
              <a:rPr lang="ru-RU" sz="1200" dirty="0"/>
              <a:t>ар бир сан үчүн эсептөө жасай аласызбы?</a:t>
            </a:r>
            <a:endParaRPr lang="en-GB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52488A6-CA3B-4F2D-AC6E-3CE7434B2EB8}"/>
              </a:ext>
            </a:extLst>
          </p:cNvPr>
          <p:cNvSpPr txBox="1"/>
          <p:nvPr/>
        </p:nvSpPr>
        <p:spPr>
          <a:xfrm>
            <a:off x="205274" y="717158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0: ______________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AB5D2AF-F9B5-4B98-9C10-67E4F0A03359}"/>
              </a:ext>
            </a:extLst>
          </p:cNvPr>
          <p:cNvSpPr txBox="1"/>
          <p:nvPr/>
        </p:nvSpPr>
        <p:spPr>
          <a:xfrm>
            <a:off x="2755239" y="441395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25: _____________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35DFD25-6747-45D4-9549-ACC53E6A58C8}"/>
              </a:ext>
            </a:extLst>
          </p:cNvPr>
          <p:cNvSpPr txBox="1"/>
          <p:nvPr/>
        </p:nvSpPr>
        <p:spPr>
          <a:xfrm>
            <a:off x="205274" y="1098865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1: ______________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AB4414B-276F-4485-88B1-036B39CB7092}"/>
              </a:ext>
            </a:extLst>
          </p:cNvPr>
          <p:cNvSpPr txBox="1"/>
          <p:nvPr/>
        </p:nvSpPr>
        <p:spPr>
          <a:xfrm>
            <a:off x="2755239" y="482470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26: _____________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D84CA82-EE1B-4C65-92F4-2587AD8E9279}"/>
              </a:ext>
            </a:extLst>
          </p:cNvPr>
          <p:cNvSpPr txBox="1"/>
          <p:nvPr/>
        </p:nvSpPr>
        <p:spPr>
          <a:xfrm>
            <a:off x="205274" y="1480572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2: ______________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83FB56B-F3B0-4B52-8E9E-5D05C15BC4B2}"/>
              </a:ext>
            </a:extLst>
          </p:cNvPr>
          <p:cNvSpPr txBox="1"/>
          <p:nvPr/>
        </p:nvSpPr>
        <p:spPr>
          <a:xfrm>
            <a:off x="2755239" y="523546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27: _____________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36D522-28F9-4A6C-BC05-27652ED50210}"/>
              </a:ext>
            </a:extLst>
          </p:cNvPr>
          <p:cNvSpPr txBox="1"/>
          <p:nvPr/>
        </p:nvSpPr>
        <p:spPr>
          <a:xfrm>
            <a:off x="205274" y="1862279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3: ______________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D747CE3-85E8-4DB6-9483-9783F2C5F44A}"/>
              </a:ext>
            </a:extLst>
          </p:cNvPr>
          <p:cNvSpPr txBox="1"/>
          <p:nvPr/>
        </p:nvSpPr>
        <p:spPr>
          <a:xfrm>
            <a:off x="2755239" y="564621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28: _____________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E20719F-F4DE-445D-8D61-C430167491C7}"/>
              </a:ext>
            </a:extLst>
          </p:cNvPr>
          <p:cNvSpPr txBox="1"/>
          <p:nvPr/>
        </p:nvSpPr>
        <p:spPr>
          <a:xfrm>
            <a:off x="205274" y="2243986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4: ______________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64028F5-EB28-4E60-8B7B-2029478C7FA8}"/>
              </a:ext>
            </a:extLst>
          </p:cNvPr>
          <p:cNvSpPr txBox="1"/>
          <p:nvPr/>
        </p:nvSpPr>
        <p:spPr>
          <a:xfrm>
            <a:off x="2755239" y="605697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29: _____________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C35D1A4-7634-4062-B140-78363452C5C3}"/>
              </a:ext>
            </a:extLst>
          </p:cNvPr>
          <p:cNvSpPr txBox="1"/>
          <p:nvPr/>
        </p:nvSpPr>
        <p:spPr>
          <a:xfrm>
            <a:off x="205274" y="2625693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5: ______________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2949947-7B10-4243-8BCB-3290CD0D3351}"/>
              </a:ext>
            </a:extLst>
          </p:cNvPr>
          <p:cNvSpPr txBox="1"/>
          <p:nvPr/>
        </p:nvSpPr>
        <p:spPr>
          <a:xfrm>
            <a:off x="2755239" y="646773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30: _____________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27D805B-3308-4E89-BF4A-3E3AE6201D14}"/>
              </a:ext>
            </a:extLst>
          </p:cNvPr>
          <p:cNvSpPr txBox="1"/>
          <p:nvPr/>
        </p:nvSpPr>
        <p:spPr>
          <a:xfrm>
            <a:off x="205274" y="3007400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6: ______________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76B2B5C-0EE4-41A1-B8E9-9E9380733E7A}"/>
              </a:ext>
            </a:extLst>
          </p:cNvPr>
          <p:cNvSpPr txBox="1"/>
          <p:nvPr/>
        </p:nvSpPr>
        <p:spPr>
          <a:xfrm>
            <a:off x="205274" y="3389107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7: ______________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3C66C50-155E-4C41-9F35-E88EE15AE3D4}"/>
              </a:ext>
            </a:extLst>
          </p:cNvPr>
          <p:cNvSpPr txBox="1"/>
          <p:nvPr/>
        </p:nvSpPr>
        <p:spPr>
          <a:xfrm>
            <a:off x="205274" y="3770814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8: ______________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6EFEEBF-E664-4282-AAB0-B2240E2462A4}"/>
              </a:ext>
            </a:extLst>
          </p:cNvPr>
          <p:cNvSpPr txBox="1"/>
          <p:nvPr/>
        </p:nvSpPr>
        <p:spPr>
          <a:xfrm>
            <a:off x="205274" y="4152521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9: ______________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CD8A372-B86E-4064-98F9-31CFBBE23520}"/>
              </a:ext>
            </a:extLst>
          </p:cNvPr>
          <p:cNvSpPr txBox="1"/>
          <p:nvPr/>
        </p:nvSpPr>
        <p:spPr>
          <a:xfrm>
            <a:off x="205274" y="453422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10: _____________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BF02250-A0AE-4FA7-B66B-82E8848991E6}"/>
              </a:ext>
            </a:extLst>
          </p:cNvPr>
          <p:cNvSpPr txBox="1"/>
          <p:nvPr/>
        </p:nvSpPr>
        <p:spPr>
          <a:xfrm>
            <a:off x="205274" y="491593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11: _____________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FE28E66-C253-43BF-94E0-22E4CDECCD2A}"/>
              </a:ext>
            </a:extLst>
          </p:cNvPr>
          <p:cNvSpPr txBox="1"/>
          <p:nvPr/>
        </p:nvSpPr>
        <p:spPr>
          <a:xfrm>
            <a:off x="205274" y="529764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12: _____________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55C154A-3616-4A3B-8D8F-7CFE2ED45143}"/>
              </a:ext>
            </a:extLst>
          </p:cNvPr>
          <p:cNvSpPr txBox="1"/>
          <p:nvPr/>
        </p:nvSpPr>
        <p:spPr>
          <a:xfrm>
            <a:off x="205274" y="567934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13: _____________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00EB478-2B5A-4323-875E-DD4297F57278}"/>
              </a:ext>
            </a:extLst>
          </p:cNvPr>
          <p:cNvSpPr txBox="1"/>
          <p:nvPr/>
        </p:nvSpPr>
        <p:spPr>
          <a:xfrm>
            <a:off x="205274" y="606105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14: _____________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65D16D6-22CD-4E59-8212-78709785C6A1}"/>
              </a:ext>
            </a:extLst>
          </p:cNvPr>
          <p:cNvSpPr txBox="1"/>
          <p:nvPr/>
        </p:nvSpPr>
        <p:spPr>
          <a:xfrm>
            <a:off x="205274" y="644276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15: _____________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598DDBF-3071-49B5-8E0D-64D3E9D5A257}"/>
              </a:ext>
            </a:extLst>
          </p:cNvPr>
          <p:cNvSpPr txBox="1"/>
          <p:nvPr/>
        </p:nvSpPr>
        <p:spPr>
          <a:xfrm>
            <a:off x="2755239" y="71715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16: _____________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65AA8E6-9AEE-4308-AA87-A0729725AE94}"/>
              </a:ext>
            </a:extLst>
          </p:cNvPr>
          <p:cNvSpPr txBox="1"/>
          <p:nvPr/>
        </p:nvSpPr>
        <p:spPr>
          <a:xfrm>
            <a:off x="2755239" y="112791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17: _____________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B2A37ED-E7C7-4637-8387-442926014BB6}"/>
              </a:ext>
            </a:extLst>
          </p:cNvPr>
          <p:cNvSpPr txBox="1"/>
          <p:nvPr/>
        </p:nvSpPr>
        <p:spPr>
          <a:xfrm>
            <a:off x="2755239" y="153866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18: _____________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7FB0D90-10A3-4A89-9ABF-76AD200E4289}"/>
              </a:ext>
            </a:extLst>
          </p:cNvPr>
          <p:cNvSpPr txBox="1"/>
          <p:nvPr/>
        </p:nvSpPr>
        <p:spPr>
          <a:xfrm>
            <a:off x="2755239" y="194942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19: _____________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916D971-3A65-4715-8512-0C4F6EC88B70}"/>
              </a:ext>
            </a:extLst>
          </p:cNvPr>
          <p:cNvSpPr txBox="1"/>
          <p:nvPr/>
        </p:nvSpPr>
        <p:spPr>
          <a:xfrm>
            <a:off x="2755239" y="236017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20: _____________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B66F5BB-DA82-4F76-858D-1C4CAEE55BCC}"/>
              </a:ext>
            </a:extLst>
          </p:cNvPr>
          <p:cNvSpPr txBox="1"/>
          <p:nvPr/>
        </p:nvSpPr>
        <p:spPr>
          <a:xfrm>
            <a:off x="2755239" y="277093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21: _____________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A5A7827-DCC6-4D1A-ABD4-88F3062A0B35}"/>
              </a:ext>
            </a:extLst>
          </p:cNvPr>
          <p:cNvSpPr txBox="1"/>
          <p:nvPr/>
        </p:nvSpPr>
        <p:spPr>
          <a:xfrm>
            <a:off x="2755239" y="318168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22: _____________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07AF49F-C169-4D2E-8A7D-4ED9CBD3A402}"/>
              </a:ext>
            </a:extLst>
          </p:cNvPr>
          <p:cNvSpPr txBox="1"/>
          <p:nvPr/>
        </p:nvSpPr>
        <p:spPr>
          <a:xfrm>
            <a:off x="2755239" y="359244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23: _____________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2222CF9-C86F-42C8-9160-31A9E295C218}"/>
              </a:ext>
            </a:extLst>
          </p:cNvPr>
          <p:cNvSpPr txBox="1"/>
          <p:nvPr/>
        </p:nvSpPr>
        <p:spPr>
          <a:xfrm>
            <a:off x="2755239" y="400319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24: _____________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2D7949-DF57-4356-97AC-9DED1A5E6318}"/>
                  </a:ext>
                </a:extLst>
              </p:cNvPr>
              <p:cNvSpPr txBox="1"/>
              <p:nvPr/>
            </p:nvSpPr>
            <p:spPr>
              <a:xfrm>
                <a:off x="426720" y="3665958"/>
                <a:ext cx="1577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4+4+4−4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2D7949-DF57-4356-97AC-9DED1A5E6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3665958"/>
                <a:ext cx="15776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255B5D7-9C5C-4947-8A8D-7AA5232945B8}"/>
              </a:ext>
            </a:extLst>
          </p:cNvPr>
          <p:cNvSpPr/>
          <p:nvPr/>
        </p:nvSpPr>
        <p:spPr>
          <a:xfrm>
            <a:off x="500634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0EE92B-DF55-4521-8A55-FCA456974145}"/>
              </a:ext>
            </a:extLst>
          </p:cNvPr>
          <p:cNvSpPr txBox="1"/>
          <p:nvPr/>
        </p:nvSpPr>
        <p:spPr>
          <a:xfrm>
            <a:off x="5303643" y="20613"/>
            <a:ext cx="1433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u="sng" dirty="0">
                <a:latin typeface="Berlin Sans FB Demi" panose="020E0802020502020306" pitchFamily="34" charset="0"/>
              </a:rPr>
              <a:t>4 Төрт!</a:t>
            </a:r>
            <a:endParaRPr lang="en-GB" sz="3200" b="1" u="sng" dirty="0">
              <a:latin typeface="Berlin Sans FB Demi" panose="020E0802020502020306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F094A3-9BB8-48B2-BA46-99950A2CDF31}"/>
              </a:ext>
            </a:extLst>
          </p:cNvPr>
          <p:cNvSpPr txBox="1"/>
          <p:nvPr/>
        </p:nvSpPr>
        <p:spPr>
          <a:xfrm>
            <a:off x="6760120" y="68580"/>
            <a:ext cx="3214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Так 4, 4, 4, 4 жана кандайдыр бир </a:t>
            </a:r>
            <a:r>
              <a:rPr lang="ky-KG" sz="1200" dirty="0"/>
              <a:t>амалдарды</a:t>
            </a:r>
            <a:r>
              <a:rPr lang="ru-RU" sz="1200" dirty="0"/>
              <a:t> </a:t>
            </a:r>
            <a:endParaRPr lang="en-US" sz="1200" dirty="0"/>
          </a:p>
          <a:p>
            <a:pPr algn="ctr"/>
            <a:r>
              <a:rPr lang="ru-RU" sz="1200" dirty="0"/>
              <a:t>колдонуп, 0дөн 30га чейинки </a:t>
            </a:r>
            <a:endParaRPr lang="en-US" sz="1200" dirty="0"/>
          </a:p>
          <a:p>
            <a:pPr algn="ctr"/>
            <a:r>
              <a:rPr lang="ru-RU" sz="1200" dirty="0"/>
              <a:t>ар бир сан үчүн эсептөө жасай аласызбы?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F2C04B-DD38-43B7-BB34-53595D36AEB7}"/>
              </a:ext>
            </a:extLst>
          </p:cNvPr>
          <p:cNvSpPr txBox="1"/>
          <p:nvPr/>
        </p:nvSpPr>
        <p:spPr>
          <a:xfrm>
            <a:off x="5203994" y="717158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0: ______________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3639D9-3549-4661-97B0-0A5DF775C45F}"/>
              </a:ext>
            </a:extLst>
          </p:cNvPr>
          <p:cNvSpPr txBox="1"/>
          <p:nvPr/>
        </p:nvSpPr>
        <p:spPr>
          <a:xfrm>
            <a:off x="7753959" y="441395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25: _____________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3A2C8A-21DA-4D62-833E-85A903EF94FB}"/>
              </a:ext>
            </a:extLst>
          </p:cNvPr>
          <p:cNvSpPr txBox="1"/>
          <p:nvPr/>
        </p:nvSpPr>
        <p:spPr>
          <a:xfrm>
            <a:off x="5203994" y="1098865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1: ______________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06B0F2-1005-4C33-BDFD-5CAA1A5AB357}"/>
              </a:ext>
            </a:extLst>
          </p:cNvPr>
          <p:cNvSpPr txBox="1"/>
          <p:nvPr/>
        </p:nvSpPr>
        <p:spPr>
          <a:xfrm>
            <a:off x="7753959" y="482470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26: _____________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5F43CD-4606-4845-8FA4-6BEF9A07C4C8}"/>
              </a:ext>
            </a:extLst>
          </p:cNvPr>
          <p:cNvSpPr txBox="1"/>
          <p:nvPr/>
        </p:nvSpPr>
        <p:spPr>
          <a:xfrm>
            <a:off x="5203994" y="1480572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2: ______________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63B439-DF6F-4568-9602-A158D4F8CB81}"/>
              </a:ext>
            </a:extLst>
          </p:cNvPr>
          <p:cNvSpPr txBox="1"/>
          <p:nvPr/>
        </p:nvSpPr>
        <p:spPr>
          <a:xfrm>
            <a:off x="7753959" y="523546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27: _____________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C1357D-721F-4968-822F-376318CEA063}"/>
              </a:ext>
            </a:extLst>
          </p:cNvPr>
          <p:cNvSpPr txBox="1"/>
          <p:nvPr/>
        </p:nvSpPr>
        <p:spPr>
          <a:xfrm>
            <a:off x="5203994" y="1862279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3: ______________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EA6401-7065-4D4C-A7FB-4962CB1F19E6}"/>
              </a:ext>
            </a:extLst>
          </p:cNvPr>
          <p:cNvSpPr txBox="1"/>
          <p:nvPr/>
        </p:nvSpPr>
        <p:spPr>
          <a:xfrm>
            <a:off x="7753959" y="564621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28: _____________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50BC13-8281-4B07-BDEF-12639B777024}"/>
              </a:ext>
            </a:extLst>
          </p:cNvPr>
          <p:cNvSpPr txBox="1"/>
          <p:nvPr/>
        </p:nvSpPr>
        <p:spPr>
          <a:xfrm>
            <a:off x="5203994" y="2243986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4: ______________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CDC007-CBD4-4FA5-A678-F821512544EE}"/>
              </a:ext>
            </a:extLst>
          </p:cNvPr>
          <p:cNvSpPr txBox="1"/>
          <p:nvPr/>
        </p:nvSpPr>
        <p:spPr>
          <a:xfrm>
            <a:off x="7753959" y="605697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29: _____________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F59DFE-0EB6-4AEB-89EC-F7AE819B9B6C}"/>
              </a:ext>
            </a:extLst>
          </p:cNvPr>
          <p:cNvSpPr txBox="1"/>
          <p:nvPr/>
        </p:nvSpPr>
        <p:spPr>
          <a:xfrm>
            <a:off x="5203994" y="2625693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5: ______________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24DDC9-19C8-4AC8-A340-6F438FEBE6F6}"/>
              </a:ext>
            </a:extLst>
          </p:cNvPr>
          <p:cNvSpPr txBox="1"/>
          <p:nvPr/>
        </p:nvSpPr>
        <p:spPr>
          <a:xfrm>
            <a:off x="7753959" y="646773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30: _____________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9C1062-9742-4020-9839-841547801295}"/>
              </a:ext>
            </a:extLst>
          </p:cNvPr>
          <p:cNvSpPr txBox="1"/>
          <p:nvPr/>
        </p:nvSpPr>
        <p:spPr>
          <a:xfrm>
            <a:off x="5203994" y="3007400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6: ______________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F52C6B-E615-4332-B86F-7C18C0F475AC}"/>
              </a:ext>
            </a:extLst>
          </p:cNvPr>
          <p:cNvSpPr txBox="1"/>
          <p:nvPr/>
        </p:nvSpPr>
        <p:spPr>
          <a:xfrm>
            <a:off x="5203994" y="3389107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7: ______________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EE3DE5-7E8C-4599-8956-670109C50324}"/>
              </a:ext>
            </a:extLst>
          </p:cNvPr>
          <p:cNvSpPr txBox="1"/>
          <p:nvPr/>
        </p:nvSpPr>
        <p:spPr>
          <a:xfrm>
            <a:off x="5203994" y="3770814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8: ______________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3B4140-7FA6-421F-B156-4E0F1CD4ED3A}"/>
              </a:ext>
            </a:extLst>
          </p:cNvPr>
          <p:cNvSpPr txBox="1"/>
          <p:nvPr/>
        </p:nvSpPr>
        <p:spPr>
          <a:xfrm>
            <a:off x="5203994" y="4152521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9: ______________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E669DE-59A4-4522-8107-6CF7680101E2}"/>
              </a:ext>
            </a:extLst>
          </p:cNvPr>
          <p:cNvSpPr txBox="1"/>
          <p:nvPr/>
        </p:nvSpPr>
        <p:spPr>
          <a:xfrm>
            <a:off x="5203994" y="453422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10: _____________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FD98B5-CD61-4132-9894-E6202EB5A295}"/>
              </a:ext>
            </a:extLst>
          </p:cNvPr>
          <p:cNvSpPr txBox="1"/>
          <p:nvPr/>
        </p:nvSpPr>
        <p:spPr>
          <a:xfrm>
            <a:off x="5203994" y="491593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11: _____________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8C7E07-FC12-4F6F-9F8D-165200285587}"/>
              </a:ext>
            </a:extLst>
          </p:cNvPr>
          <p:cNvSpPr txBox="1"/>
          <p:nvPr/>
        </p:nvSpPr>
        <p:spPr>
          <a:xfrm>
            <a:off x="5203994" y="529764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12: _____________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0F8754-B431-436B-BC6B-5802BB86960D}"/>
              </a:ext>
            </a:extLst>
          </p:cNvPr>
          <p:cNvSpPr txBox="1"/>
          <p:nvPr/>
        </p:nvSpPr>
        <p:spPr>
          <a:xfrm>
            <a:off x="5203994" y="567934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13: _____________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8BCFC0-7F6C-496B-B113-A0FE622F94C5}"/>
              </a:ext>
            </a:extLst>
          </p:cNvPr>
          <p:cNvSpPr txBox="1"/>
          <p:nvPr/>
        </p:nvSpPr>
        <p:spPr>
          <a:xfrm>
            <a:off x="5203994" y="606105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14: _____________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9F60AE-3545-4E75-BCC7-FE2F132D1F7A}"/>
              </a:ext>
            </a:extLst>
          </p:cNvPr>
          <p:cNvSpPr txBox="1"/>
          <p:nvPr/>
        </p:nvSpPr>
        <p:spPr>
          <a:xfrm>
            <a:off x="5203994" y="644276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15: _____________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9BF0ED-A518-44D1-8024-0543BC12754A}"/>
              </a:ext>
            </a:extLst>
          </p:cNvPr>
          <p:cNvSpPr txBox="1"/>
          <p:nvPr/>
        </p:nvSpPr>
        <p:spPr>
          <a:xfrm>
            <a:off x="7753959" y="71715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16: _____________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EE7124-BB19-4F9D-BF28-23681C0B7817}"/>
              </a:ext>
            </a:extLst>
          </p:cNvPr>
          <p:cNvSpPr txBox="1"/>
          <p:nvPr/>
        </p:nvSpPr>
        <p:spPr>
          <a:xfrm>
            <a:off x="7753959" y="112791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17: _____________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BEC808-DAAC-45DA-BBB4-1B89CCECF85D}"/>
              </a:ext>
            </a:extLst>
          </p:cNvPr>
          <p:cNvSpPr txBox="1"/>
          <p:nvPr/>
        </p:nvSpPr>
        <p:spPr>
          <a:xfrm>
            <a:off x="7753959" y="153866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18: _____________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C3276F-39E9-4B04-B1A3-70826C7DA495}"/>
              </a:ext>
            </a:extLst>
          </p:cNvPr>
          <p:cNvSpPr txBox="1"/>
          <p:nvPr/>
        </p:nvSpPr>
        <p:spPr>
          <a:xfrm>
            <a:off x="7753959" y="194942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19: _____________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93F29B9-D5C9-4059-90A9-34FE3FE1A9DD}"/>
              </a:ext>
            </a:extLst>
          </p:cNvPr>
          <p:cNvSpPr txBox="1"/>
          <p:nvPr/>
        </p:nvSpPr>
        <p:spPr>
          <a:xfrm>
            <a:off x="7753959" y="236017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20: _____________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03C218-9474-408F-B590-0953D2239926}"/>
              </a:ext>
            </a:extLst>
          </p:cNvPr>
          <p:cNvSpPr txBox="1"/>
          <p:nvPr/>
        </p:nvSpPr>
        <p:spPr>
          <a:xfrm>
            <a:off x="7753959" y="277093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21: _____________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B221DF-A140-4BDD-8F93-8F1C4F3E8955}"/>
              </a:ext>
            </a:extLst>
          </p:cNvPr>
          <p:cNvSpPr txBox="1"/>
          <p:nvPr/>
        </p:nvSpPr>
        <p:spPr>
          <a:xfrm>
            <a:off x="7753959" y="318168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22: _____________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C33CB6-F10D-4F16-9FE8-075CFD050639}"/>
              </a:ext>
            </a:extLst>
          </p:cNvPr>
          <p:cNvSpPr txBox="1"/>
          <p:nvPr/>
        </p:nvSpPr>
        <p:spPr>
          <a:xfrm>
            <a:off x="7753959" y="359244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23: _____________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E81E03-1E62-4032-B871-D0FF19CA9E23}"/>
              </a:ext>
            </a:extLst>
          </p:cNvPr>
          <p:cNvSpPr txBox="1"/>
          <p:nvPr/>
        </p:nvSpPr>
        <p:spPr>
          <a:xfrm>
            <a:off x="7753959" y="400319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24: _____________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1DAD19D-E96A-4CF9-B791-931F4B8D470B}"/>
                  </a:ext>
                </a:extLst>
              </p:cNvPr>
              <p:cNvSpPr txBox="1"/>
              <p:nvPr/>
            </p:nvSpPr>
            <p:spPr>
              <a:xfrm>
                <a:off x="5425440" y="3665958"/>
                <a:ext cx="1577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4+4+4−4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1DAD19D-E96A-4CF9-B791-931F4B8D4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440" y="3665958"/>
                <a:ext cx="15776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250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042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10347</TotalTime>
  <Words>425</Words>
  <Application>Microsoft Office PowerPoint</Application>
  <PresentationFormat>A4 Paper (210x297 mm)</PresentationFormat>
  <Paragraphs>124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Cambria Math</vt:lpstr>
      <vt:lpstr>Calibri Light</vt:lpstr>
      <vt:lpstr>Calibri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475</cp:revision>
  <cp:lastPrinted>2023-10-01T16:01:23Z</cp:lastPrinted>
  <dcterms:created xsi:type="dcterms:W3CDTF">2017-01-17T16:57:04Z</dcterms:created>
  <dcterms:modified xsi:type="dcterms:W3CDTF">2023-10-01T16:03:04Z</dcterms:modified>
</cp:coreProperties>
</file>