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2"/>
  </p:notesMasterIdLst>
  <p:sldIdLst>
    <p:sldId id="257" r:id="rId3"/>
    <p:sldId id="954" r:id="rId4"/>
    <p:sldId id="955" r:id="rId5"/>
    <p:sldId id="949" r:id="rId6"/>
    <p:sldId id="950" r:id="rId7"/>
    <p:sldId id="951" r:id="rId8"/>
    <p:sldId id="952" r:id="rId9"/>
    <p:sldId id="953" r:id="rId10"/>
    <p:sldId id="938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4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596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171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0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0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7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65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31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8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61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6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1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00B050"/>
                </a:solidFill>
              </a:rPr>
              <a:t>Туура</a:t>
            </a:r>
            <a:r>
              <a:rPr lang="ky-KG" sz="2400" dirty="0"/>
              <a:t> же </a:t>
            </a:r>
            <a:r>
              <a:rPr lang="ky-KG" sz="2400" dirty="0">
                <a:solidFill>
                  <a:srgbClr val="FF0000"/>
                </a:solidFill>
              </a:rPr>
              <a:t>Ката</a:t>
            </a:r>
            <a:r>
              <a:rPr lang="ky-KG" sz="2400" dirty="0"/>
              <a:t> деп эки топко бөлүңүз</a:t>
            </a:r>
            <a:endParaRPr lang="en-US" sz="2400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01054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84F6-06E6-D26B-5837-6FED25601F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3" r="636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1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81724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23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50223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354495" y="-58668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5AAEA1F-2C9D-4069-BA3B-C3E1BF4B819E}"/>
              </a:ext>
            </a:extLst>
          </p:cNvPr>
          <p:cNvSpPr/>
          <p:nvPr/>
        </p:nvSpPr>
        <p:spPr>
          <a:xfrm>
            <a:off x="4474313" y="5866982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900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42613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AC7313A-BFA4-4E65-840A-2C779E2F04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4155222"/>
            <a:ext cx="408033" cy="40803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AB0EA85-8184-4D5A-B4E8-15195933A2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4155222"/>
            <a:ext cx="408033" cy="40803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9EA3D8A-4D0B-4305-B83C-F45C66ED5F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5220093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56E7A26-4FFD-45DB-9541-E68BE3F5CD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5263053"/>
            <a:ext cx="408033" cy="40803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DCBBA97-53AA-4CF1-B3B5-6C5184578E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632792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/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/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/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E184AE78-24F0-4A6F-BC8C-5DC3707828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6364206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4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690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27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C589C-F097-323A-D59A-8A7A0F79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38130" y="1038132"/>
            <a:ext cx="6823000" cy="474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B1C15-A3A6-603A-9DAA-8D106D10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013" y="1063009"/>
            <a:ext cx="6751481" cy="469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2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433CD0-B5AB-75F9-F5AA-1E0577FD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28872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825F2-302C-6ECC-E27D-6D97DD185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9" y="0"/>
            <a:ext cx="4928871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8A68A-25B1-19DA-2087-3495755D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28872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849FC-F52F-0451-A189-634EE36F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8" y="3429000"/>
            <a:ext cx="492887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5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356</Words>
  <Application>Microsoft Office PowerPoint</Application>
  <PresentationFormat>A4 Paper (210x297 mm)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Cambria Math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2020-08-24T01:43:11Z</cp:lastPrinted>
  <dcterms:created xsi:type="dcterms:W3CDTF">2017-01-17T16:57:04Z</dcterms:created>
  <dcterms:modified xsi:type="dcterms:W3CDTF">2024-04-30T05:31:45Z</dcterms:modified>
</cp:coreProperties>
</file>