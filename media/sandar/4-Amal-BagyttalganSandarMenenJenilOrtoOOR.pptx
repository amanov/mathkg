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50" r:id="rId2"/>
    <p:sldId id="848" r:id="rId3"/>
    <p:sldId id="948" r:id="rId4"/>
    <p:sldId id="947" r:id="rId5"/>
    <p:sldId id="949" r:id="rId6"/>
    <p:sldId id="938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0"/>
            <p14:sldId id="848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mathkg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54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dirty="0"/>
              <a:t>Багытталган сандар же Терс сандар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000" b="1" dirty="0">
                <a:solidFill>
                  <a:srgbClr val="FF0000"/>
                </a:solidFill>
              </a:rPr>
              <a:t>ӨЧҮРҮ</a:t>
            </a:r>
            <a:r>
              <a:rPr lang="ky-KG" sz="2000" b="1" dirty="0">
                <a:solidFill>
                  <a:srgbClr val="FF0000"/>
                </a:solidFill>
              </a:rPr>
              <a:t>П САЛЫ</a:t>
            </a:r>
            <a:r>
              <a:rPr lang="ru-RU" sz="20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Амал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менен - </a:t>
            </a:r>
            <a:r>
              <a:rPr lang="ru-RU" sz="2800" dirty="0">
                <a:solidFill>
                  <a:schemeClr val="accent4"/>
                </a:solidFill>
              </a:rPr>
              <a:t>ЖЕҢИЛ, </a:t>
            </a:r>
            <a:r>
              <a:rPr lang="ru-RU" sz="2800" dirty="0">
                <a:solidFill>
                  <a:srgbClr val="00B050"/>
                </a:solidFill>
              </a:rPr>
              <a:t>ОРТО,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2800" dirty="0">
              <a:solidFill>
                <a:srgbClr val="00B050"/>
              </a:solidFill>
            </a:endParaRPr>
          </a:p>
          <a:p>
            <a:pPr algn="ctr" defTabSz="478226">
              <a:defRPr/>
            </a:pPr>
            <a:endParaRPr lang="en-US" sz="1400" dirty="0">
              <a:solidFill>
                <a:schemeClr val="accent4"/>
              </a:solidFill>
            </a:endParaRPr>
          </a:p>
          <a:p>
            <a:pPr algn="ctr" defTabSz="478226">
              <a:defRPr/>
            </a:pP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 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18549"/>
            <a:ext cx="2935298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488194" y="18182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FD523B2-E6BF-A308-FC36-725069AD2F89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09190-9D59-F2AC-2230-028339F8620A}"/>
              </a:ext>
            </a:extLst>
          </p:cNvPr>
          <p:cNvSpPr txBox="1"/>
          <p:nvPr/>
        </p:nvSpPr>
        <p:spPr>
          <a:xfrm>
            <a:off x="7631452" y="15366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EDFC9-C8B1-DEC8-F48F-81CD73AE7D6C}"/>
              </a:ext>
            </a:extLst>
          </p:cNvPr>
          <p:cNvSpPr txBox="1"/>
          <p:nvPr/>
        </p:nvSpPr>
        <p:spPr>
          <a:xfrm>
            <a:off x="1237298" y="885490"/>
            <a:ext cx="10067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9D7D1-A171-57A3-F7D4-59DA1CE5D4AA}"/>
              </a:ext>
            </a:extLst>
          </p:cNvPr>
          <p:cNvSpPr txBox="1"/>
          <p:nvPr/>
        </p:nvSpPr>
        <p:spPr>
          <a:xfrm>
            <a:off x="4578668" y="877046"/>
            <a:ext cx="95109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895B1-ED6E-6B99-02EB-5206DC5D2978}"/>
              </a:ext>
            </a:extLst>
          </p:cNvPr>
          <p:cNvSpPr txBox="1"/>
          <p:nvPr/>
        </p:nvSpPr>
        <p:spPr>
          <a:xfrm>
            <a:off x="7803004" y="879694"/>
            <a:ext cx="9639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en-GB" sz="2400" dirty="0"/>
              <a:t>: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679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852996"/>
            <a:ext cx="3104878" cy="588308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394797" y="846647"/>
            <a:ext cx="3151150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846647"/>
            <a:ext cx="3094744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03079" y="88753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145555" y="1412457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C29A1-D437-1A54-7949-70E91A6E769C}"/>
              </a:ext>
            </a:extLst>
          </p:cNvPr>
          <p:cNvSpPr txBox="1"/>
          <p:nvPr/>
        </p:nvSpPr>
        <p:spPr>
          <a:xfrm>
            <a:off x="2145555" y="225094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6E054-E439-1D15-2D28-023085319B22}"/>
              </a:ext>
            </a:extLst>
          </p:cNvPr>
          <p:cNvSpPr txBox="1"/>
          <p:nvPr/>
        </p:nvSpPr>
        <p:spPr>
          <a:xfrm>
            <a:off x="2473713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8816D-06B6-79FC-F117-05703FEF8293}"/>
              </a:ext>
            </a:extLst>
          </p:cNvPr>
          <p:cNvSpPr txBox="1"/>
          <p:nvPr/>
        </p:nvSpPr>
        <p:spPr>
          <a:xfrm>
            <a:off x="2210030" y="3927918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D095F4-5BB8-D711-E717-F7C31925FD9A}"/>
              </a:ext>
            </a:extLst>
          </p:cNvPr>
          <p:cNvSpPr txBox="1"/>
          <p:nvPr/>
        </p:nvSpPr>
        <p:spPr>
          <a:xfrm>
            <a:off x="2503328" y="476640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5D6E7-D8F1-5F1F-85BD-CE882EEE2B8B}"/>
              </a:ext>
            </a:extLst>
          </p:cNvPr>
          <p:cNvSpPr txBox="1"/>
          <p:nvPr/>
        </p:nvSpPr>
        <p:spPr>
          <a:xfrm>
            <a:off x="2735309" y="560356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18B55-4D41-4F4A-60DD-14AC16ABE0B9}"/>
              </a:ext>
            </a:extLst>
          </p:cNvPr>
          <p:cNvSpPr txBox="1"/>
          <p:nvPr/>
        </p:nvSpPr>
        <p:spPr>
          <a:xfrm>
            <a:off x="4497578" y="920024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E84505-446E-1CD5-F024-14EA59EA5AE4}"/>
              </a:ext>
            </a:extLst>
          </p:cNvPr>
          <p:cNvSpPr txBox="1"/>
          <p:nvPr/>
        </p:nvSpPr>
        <p:spPr>
          <a:xfrm>
            <a:off x="5517585" y="141245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CC160D-8D59-1F90-9026-FAACBCB692BB}"/>
              </a:ext>
            </a:extLst>
          </p:cNvPr>
          <p:cNvSpPr txBox="1"/>
          <p:nvPr/>
        </p:nvSpPr>
        <p:spPr>
          <a:xfrm>
            <a:off x="5582506" y="2250944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0044A1-8297-B66F-98AF-FF3605398351}"/>
              </a:ext>
            </a:extLst>
          </p:cNvPr>
          <p:cNvSpPr txBox="1"/>
          <p:nvPr/>
        </p:nvSpPr>
        <p:spPr>
          <a:xfrm>
            <a:off x="5812967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2B7300-35CB-617A-D092-D4D777428384}"/>
              </a:ext>
            </a:extLst>
          </p:cNvPr>
          <p:cNvSpPr txBox="1"/>
          <p:nvPr/>
        </p:nvSpPr>
        <p:spPr>
          <a:xfrm>
            <a:off x="6090433" y="3927918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B6BA68-3C77-E430-1468-A8881F568A99}"/>
              </a:ext>
            </a:extLst>
          </p:cNvPr>
          <p:cNvSpPr txBox="1"/>
          <p:nvPr/>
        </p:nvSpPr>
        <p:spPr>
          <a:xfrm>
            <a:off x="6126692" y="476640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B0C91F-2369-38C7-E61A-573FC3CE8D4E}"/>
              </a:ext>
            </a:extLst>
          </p:cNvPr>
          <p:cNvSpPr txBox="1"/>
          <p:nvPr/>
        </p:nvSpPr>
        <p:spPr>
          <a:xfrm>
            <a:off x="5982378" y="5611243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/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A16AA0F-00D8-EBC1-58BA-4EFE363D1413}"/>
              </a:ext>
            </a:extLst>
          </p:cNvPr>
          <p:cNvSpPr txBox="1"/>
          <p:nvPr/>
        </p:nvSpPr>
        <p:spPr>
          <a:xfrm>
            <a:off x="7821081" y="924659"/>
            <a:ext cx="983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/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/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/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/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7AB625-79C9-20A5-1B70-C062C9743BF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99FAF-3513-EB07-3F04-14E6DB2D17C5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9312-B890-55F7-A41F-A11FFEA51D89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 animBg="1"/>
      <p:bldP spid="50" grpId="0" animBg="1"/>
      <p:bldP spid="54" grpId="0" animBg="1"/>
      <p:bldP spid="58" grpId="0" animBg="1"/>
      <p:bldP spid="62" grpId="0" animBg="1"/>
      <p:bldP spid="72" grpId="0" animBg="1"/>
      <p:bldP spid="75" grpId="0" animBg="1"/>
      <p:bldP spid="78" grpId="0" animBg="1"/>
      <p:bldP spid="81" grpId="0" animBg="1"/>
      <p:bldP spid="84" grpId="0" animBg="1"/>
      <p:bldP spid="87" grpId="0" animBg="1"/>
      <p:bldP spid="90" grpId="0" animBg="1"/>
      <p:bldP spid="111" grpId="0" animBg="1"/>
      <p:bldP spid="115" grpId="0" animBg="1"/>
      <p:bldP spid="119" grpId="0" animBg="1"/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1756C-9317-8430-8963-1FBF35E6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76"/>
            <a:ext cx="4871905" cy="3345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8C1B1B-F511-928D-7D52-61BAFE51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05" y="122276"/>
            <a:ext cx="5005773" cy="3345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1D3B0-7D45-262F-5820-3EC28CD3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77"/>
            <a:ext cx="4871905" cy="33455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364580-020E-6AA1-2437-CCD92CBB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27" y="3529154"/>
            <a:ext cx="5005773" cy="334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10714</TotalTime>
  <Words>515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550</cp:revision>
  <cp:lastPrinted>2017-12-31T22:38:51Z</cp:lastPrinted>
  <dcterms:created xsi:type="dcterms:W3CDTF">2017-01-17T16:57:04Z</dcterms:created>
  <dcterms:modified xsi:type="dcterms:W3CDTF">2024-04-29T08:06:57Z</dcterms:modified>
</cp:coreProperties>
</file>