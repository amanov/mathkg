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73" r:id="rId2"/>
    <p:sldId id="832" r:id="rId3"/>
    <p:sldId id="969" r:id="rId4"/>
    <p:sldId id="966" r:id="rId5"/>
    <p:sldId id="967" r:id="rId6"/>
    <p:sldId id="974" r:id="rId7"/>
    <p:sldId id="971" r:id="rId8"/>
    <p:sldId id="972" r:id="rId9"/>
    <p:sldId id="943" r:id="rId10"/>
    <p:sldId id="956" r:id="rId11"/>
    <p:sldId id="938" r:id="rId12"/>
  </p:sldIdLst>
  <p:sldSz cx="9906000" cy="6858000" type="A4"/>
  <p:notesSz cx="6889750" cy="10021888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Honeydripper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3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36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4 - Амал</a:t>
            </a:r>
            <a:r>
              <a:rPr lang="en-GB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Туура же Ката лабиринт 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indent="0" defTabSz="478226">
              <a:buNone/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жооп </a:t>
            </a:r>
            <a:r>
              <a:rPr lang="ru-RU" sz="3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 барагы 3 өлчөмдө.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Окуучарда үчүн "Өзүң</a:t>
            </a:r>
            <a:r>
              <a:rPr lang="en-US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жаса" кошулган.</a:t>
            </a:r>
            <a:endParaRPr lang="en-GB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773447" y="4694967"/>
            <a:ext cx="637206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60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Амалдар тартиби</a:t>
            </a:r>
            <a:endParaRPr lang="en-GB" sz="60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ctr"/>
            <a:r>
              <a:rPr lang="ru-RU" sz="60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Терс сандар менен</a:t>
            </a:r>
            <a:endParaRPr lang="en-GB" sz="48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Туура</a:t>
            </a:r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жана</a:t>
            </a:r>
          </a:p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ката </a:t>
            </a:r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лабиринт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965707"/>
              </p:ext>
            </p:extLst>
          </p:nvPr>
        </p:nvGraphicFramePr>
        <p:xfrm>
          <a:off x="17585" y="35169"/>
          <a:ext cx="9864966" cy="6838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l"/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</a:t>
                      </a:r>
                      <a:r>
                        <a:rPr lang="ru-RU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БАШТА</a:t>
                      </a:r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GB" sz="4000" b="0" dirty="0">
                        <a:solidFill>
                          <a:srgbClr val="FF0000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            </a:t>
                      </a:r>
                      <a:r>
                        <a:rPr lang="ru-RU" sz="3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АЯГЫ</a:t>
                      </a:r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C6EF5-1D93-72A7-4AB6-406A6ED4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18482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9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013792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БАШТА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АЯГЫ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1BEC7-90CE-4D56-2B53-0FF1CAC0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18482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AB631-AE96-031C-B9E8-DABD5A5FC55E}"/>
              </a:ext>
            </a:extLst>
          </p:cNvPr>
          <p:cNvSpPr txBox="1"/>
          <p:nvPr/>
        </p:nvSpPr>
        <p:spPr>
          <a:xfrm>
            <a:off x="7438326" y="6308400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A3B35-6A2A-1854-4036-173088660501}"/>
              </a:ext>
            </a:extLst>
          </p:cNvPr>
          <p:cNvSpPr txBox="1"/>
          <p:nvPr/>
        </p:nvSpPr>
        <p:spPr>
          <a:xfrm>
            <a:off x="5172328" y="-55543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2CA21-3530-AEAC-C2EF-EDCB5F3C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56" y="28725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5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7D8FC-0D4C-E1C0-8F44-D0EFA5D1D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9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8C57B0-465A-F801-9764-E330CD52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1437" y="1071881"/>
            <a:ext cx="6797115" cy="4714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30024-C19D-8E8E-2AC0-7839655D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043" y="1071881"/>
            <a:ext cx="6797118" cy="47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5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C024B6-0724-E1B3-2541-5DE2AF75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240"/>
            <a:ext cx="4795520" cy="341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F0228B-F833-6A78-060E-420D8A12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5240"/>
            <a:ext cx="4795520" cy="3413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1992EE-31E6-7BA3-2769-7725742E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7536"/>
            <a:ext cx="4779977" cy="3315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112AE2-FCB8-95BD-7517-90AB3F20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570" y="3542776"/>
            <a:ext cx="4801950" cy="331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4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C4865-4041-4046-98B5-3C34349A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" y="297407"/>
            <a:ext cx="4879679" cy="33508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B2D7C-39BC-47FA-BC8A-10DFA025D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46" y="4049212"/>
            <a:ext cx="4053202" cy="2783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526CA-2F9B-C08C-1BDC-FB4466482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83" y="0"/>
            <a:ext cx="4864889" cy="66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971524-F9D3-ED11-33A5-55F23DE5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60784" y="-760785"/>
            <a:ext cx="3431433" cy="4953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9B00A-D7DE-1909-C63E-E27C12E8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45586" y="2783414"/>
            <a:ext cx="3431434" cy="4722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2AB6DA-D792-B3FF-EEF7-7440EDF98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06197" y="-504139"/>
            <a:ext cx="3310335" cy="4555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47338E-3E8D-F83B-5210-AB1F191F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08710" y="2817269"/>
            <a:ext cx="3105310" cy="455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9415</TotalTime>
  <Words>1781</Words>
  <Application>Microsoft Office PowerPoint</Application>
  <PresentationFormat>A4 Paper (210x297 mm)</PresentationFormat>
  <Paragraphs>294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Honeydripper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415</cp:revision>
  <cp:lastPrinted>2023-05-12T08:49:24Z</cp:lastPrinted>
  <dcterms:created xsi:type="dcterms:W3CDTF">2017-01-17T16:57:04Z</dcterms:created>
  <dcterms:modified xsi:type="dcterms:W3CDTF">2023-09-29T08:13:20Z</dcterms:modified>
</cp:coreProperties>
</file>