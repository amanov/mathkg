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85" r:id="rId5"/>
    <p:sldId id="986" r:id="rId6"/>
    <p:sldId id="981" r:id="rId7"/>
    <p:sldId id="982" r:id="rId8"/>
    <p:sldId id="983" r:id="rId9"/>
    <p:sldId id="941" r:id="rId10"/>
  </p:sldIdLst>
  <p:sldSz cx="9906000" cy="6858000" type="A4"/>
  <p:notesSz cx="7104063" cy="10234613"/>
  <p:embeddedFontLst>
    <p:embeddedFont>
      <p:font typeface="Aharoni" panose="02010803020104030203" pitchFamily="2" charset="-79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Snap ITC" panose="04040A07060A02020202" pitchFamily="8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6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12" tIns="47306" rIns="94612" bIns="4730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925410"/>
            <a:ext cx="5683250" cy="4029878"/>
          </a:xfrm>
          <a:prstGeom prst="rect">
            <a:avLst/>
          </a:prstGeom>
        </p:spPr>
        <p:txBody>
          <a:bodyPr vert="horz" lIns="94612" tIns="47306" rIns="94612" bIns="4730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6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microsoft.com/office/2007/relationships/hdphoto" Target="../media/hdphoto1.wdp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49.png"/><Relationship Id="rId3" Type="http://schemas.microsoft.com/office/2007/relationships/hdphoto" Target="../media/hdphoto1.wdp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</a:t>
            </a:r>
            <a:r>
              <a:rPr lang="en-US" dirty="0"/>
              <a:t>көр</a:t>
            </a:r>
            <a:r>
              <a:rPr lang="ru-RU" dirty="0"/>
              <a:t>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767761"/>
            <a:chOff x="346710" y="356888"/>
            <a:chExt cx="6837615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594130"/>
              <a:chOff x="2769041" y="1416296"/>
              <a:chExt cx="6695412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860990"/>
                    <a:gd name="connsiteY0" fmla="*/ 579678 h 3477997"/>
                    <a:gd name="connsiteX1" fmla="*/ 579678 w 3860990"/>
                    <a:gd name="connsiteY1" fmla="*/ 0 h 3477997"/>
                    <a:gd name="connsiteX2" fmla="*/ 1120005 w 3860990"/>
                    <a:gd name="connsiteY2" fmla="*/ 0 h 3477997"/>
                    <a:gd name="connsiteX3" fmla="*/ 1606299 w 3860990"/>
                    <a:gd name="connsiteY3" fmla="*/ 0 h 3477997"/>
                    <a:gd name="connsiteX4" fmla="*/ 2173642 w 3860990"/>
                    <a:gd name="connsiteY4" fmla="*/ 0 h 3477997"/>
                    <a:gd name="connsiteX5" fmla="*/ 2659936 w 3860990"/>
                    <a:gd name="connsiteY5" fmla="*/ 0 h 3477997"/>
                    <a:gd name="connsiteX6" fmla="*/ 3281312 w 3860990"/>
                    <a:gd name="connsiteY6" fmla="*/ 0 h 3477997"/>
                    <a:gd name="connsiteX7" fmla="*/ 3860990 w 3860990"/>
                    <a:gd name="connsiteY7" fmla="*/ 579678 h 3477997"/>
                    <a:gd name="connsiteX8" fmla="*/ 3860990 w 3860990"/>
                    <a:gd name="connsiteY8" fmla="*/ 1182525 h 3477997"/>
                    <a:gd name="connsiteX9" fmla="*/ 3860990 w 3860990"/>
                    <a:gd name="connsiteY9" fmla="*/ 1692626 h 3477997"/>
                    <a:gd name="connsiteX10" fmla="*/ 3860990 w 3860990"/>
                    <a:gd name="connsiteY10" fmla="*/ 2225913 h 3477997"/>
                    <a:gd name="connsiteX11" fmla="*/ 3860990 w 3860990"/>
                    <a:gd name="connsiteY11" fmla="*/ 2898319 h 3477997"/>
                    <a:gd name="connsiteX12" fmla="*/ 3281312 w 3860990"/>
                    <a:gd name="connsiteY12" fmla="*/ 3477997 h 3477997"/>
                    <a:gd name="connsiteX13" fmla="*/ 2795018 w 3860990"/>
                    <a:gd name="connsiteY13" fmla="*/ 3477997 h 3477997"/>
                    <a:gd name="connsiteX14" fmla="*/ 2281707 w 3860990"/>
                    <a:gd name="connsiteY14" fmla="*/ 3477997 h 3477997"/>
                    <a:gd name="connsiteX15" fmla="*/ 1741381 w 3860990"/>
                    <a:gd name="connsiteY15" fmla="*/ 3477997 h 3477997"/>
                    <a:gd name="connsiteX16" fmla="*/ 1255086 w 3860990"/>
                    <a:gd name="connsiteY16" fmla="*/ 3477997 h 3477997"/>
                    <a:gd name="connsiteX17" fmla="*/ 579678 w 3860990"/>
                    <a:gd name="connsiteY17" fmla="*/ 3477997 h 3477997"/>
                    <a:gd name="connsiteX18" fmla="*/ 0 w 3860990"/>
                    <a:gd name="connsiteY18" fmla="*/ 2898319 h 3477997"/>
                    <a:gd name="connsiteX19" fmla="*/ 0 w 3860990"/>
                    <a:gd name="connsiteY19" fmla="*/ 2388218 h 3477997"/>
                    <a:gd name="connsiteX20" fmla="*/ 0 w 3860990"/>
                    <a:gd name="connsiteY20" fmla="*/ 1831744 h 3477997"/>
                    <a:gd name="connsiteX21" fmla="*/ 0 w 3860990"/>
                    <a:gd name="connsiteY21" fmla="*/ 1228897 h 3477997"/>
                    <a:gd name="connsiteX22" fmla="*/ 0 w 3860990"/>
                    <a:gd name="connsiteY22" fmla="*/ 579678 h 3477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860990" h="3477997" fill="none" extrusionOk="0">
                      <a:moveTo>
                        <a:pt x="0" y="579678"/>
                      </a:moveTo>
                      <a:cubicBezTo>
                        <a:pt x="-80718" y="254963"/>
                        <a:pt x="269942" y="8963"/>
                        <a:pt x="579678" y="0"/>
                      </a:cubicBezTo>
                      <a:cubicBezTo>
                        <a:pt x="757724" y="-29101"/>
                        <a:pt x="857849" y="3786"/>
                        <a:pt x="1120005" y="0"/>
                      </a:cubicBezTo>
                      <a:cubicBezTo>
                        <a:pt x="1382161" y="-3786"/>
                        <a:pt x="1508530" y="13485"/>
                        <a:pt x="1606299" y="0"/>
                      </a:cubicBezTo>
                      <a:cubicBezTo>
                        <a:pt x="1704068" y="-13485"/>
                        <a:pt x="1927572" y="35244"/>
                        <a:pt x="2173642" y="0"/>
                      </a:cubicBezTo>
                      <a:cubicBezTo>
                        <a:pt x="2419712" y="-35244"/>
                        <a:pt x="2535829" y="48398"/>
                        <a:pt x="2659936" y="0"/>
                      </a:cubicBezTo>
                      <a:cubicBezTo>
                        <a:pt x="2784043" y="-48398"/>
                        <a:pt x="2974491" y="46367"/>
                        <a:pt x="3281312" y="0"/>
                      </a:cubicBezTo>
                      <a:cubicBezTo>
                        <a:pt x="3546501" y="55632"/>
                        <a:pt x="3851936" y="278906"/>
                        <a:pt x="3860990" y="579678"/>
                      </a:cubicBezTo>
                      <a:cubicBezTo>
                        <a:pt x="3926421" y="871847"/>
                        <a:pt x="3830846" y="1047114"/>
                        <a:pt x="3860990" y="1182525"/>
                      </a:cubicBezTo>
                      <a:cubicBezTo>
                        <a:pt x="3891134" y="1317936"/>
                        <a:pt x="3849367" y="1581372"/>
                        <a:pt x="3860990" y="1692626"/>
                      </a:cubicBezTo>
                      <a:cubicBezTo>
                        <a:pt x="3872613" y="1803880"/>
                        <a:pt x="3833660" y="2095873"/>
                        <a:pt x="3860990" y="2225913"/>
                      </a:cubicBezTo>
                      <a:cubicBezTo>
                        <a:pt x="3888320" y="2355953"/>
                        <a:pt x="3787396" y="2563949"/>
                        <a:pt x="3860990" y="2898319"/>
                      </a:cubicBezTo>
                      <a:cubicBezTo>
                        <a:pt x="3935896" y="3198640"/>
                        <a:pt x="3591129" y="3549553"/>
                        <a:pt x="3281312" y="3477997"/>
                      </a:cubicBezTo>
                      <a:cubicBezTo>
                        <a:pt x="3067385" y="3489545"/>
                        <a:pt x="2906400" y="3430577"/>
                        <a:pt x="2795018" y="3477997"/>
                      </a:cubicBezTo>
                      <a:cubicBezTo>
                        <a:pt x="2683636" y="3525417"/>
                        <a:pt x="2494648" y="3427729"/>
                        <a:pt x="2281707" y="3477997"/>
                      </a:cubicBezTo>
                      <a:cubicBezTo>
                        <a:pt x="2068766" y="3528265"/>
                        <a:pt x="1951426" y="3447158"/>
                        <a:pt x="1741381" y="3477997"/>
                      </a:cubicBezTo>
                      <a:cubicBezTo>
                        <a:pt x="1531336" y="3508836"/>
                        <a:pt x="1464403" y="3476849"/>
                        <a:pt x="1255086" y="3477997"/>
                      </a:cubicBezTo>
                      <a:cubicBezTo>
                        <a:pt x="1045769" y="3479145"/>
                        <a:pt x="901006" y="3452828"/>
                        <a:pt x="579678" y="3477997"/>
                      </a:cubicBezTo>
                      <a:cubicBezTo>
                        <a:pt x="215826" y="3399932"/>
                        <a:pt x="-63911" y="3248169"/>
                        <a:pt x="0" y="2898319"/>
                      </a:cubicBezTo>
                      <a:cubicBezTo>
                        <a:pt x="-4069" y="2734004"/>
                        <a:pt x="4116" y="2550164"/>
                        <a:pt x="0" y="2388218"/>
                      </a:cubicBezTo>
                      <a:cubicBezTo>
                        <a:pt x="-4116" y="2226272"/>
                        <a:pt x="57448" y="2036344"/>
                        <a:pt x="0" y="1831744"/>
                      </a:cubicBezTo>
                      <a:cubicBezTo>
                        <a:pt x="-57448" y="1627144"/>
                        <a:pt x="9391" y="1442950"/>
                        <a:pt x="0" y="1228897"/>
                      </a:cubicBezTo>
                      <a:cubicBezTo>
                        <a:pt x="-9391" y="1014844"/>
                        <a:pt x="7556" y="773263"/>
                        <a:pt x="0" y="579678"/>
                      </a:cubicBezTo>
                      <a:close/>
                    </a:path>
                    <a:path w="3860990" h="3477997" stroke="0" extrusionOk="0">
                      <a:moveTo>
                        <a:pt x="0" y="579678"/>
                      </a:moveTo>
                      <a:cubicBezTo>
                        <a:pt x="-26973" y="242893"/>
                        <a:pt x="201651" y="21723"/>
                        <a:pt x="579678" y="0"/>
                      </a:cubicBezTo>
                      <a:cubicBezTo>
                        <a:pt x="873147" y="-44964"/>
                        <a:pt x="1045023" y="49027"/>
                        <a:pt x="1174037" y="0"/>
                      </a:cubicBezTo>
                      <a:cubicBezTo>
                        <a:pt x="1303051" y="-49027"/>
                        <a:pt x="1432776" y="47915"/>
                        <a:pt x="1687348" y="0"/>
                      </a:cubicBezTo>
                      <a:cubicBezTo>
                        <a:pt x="1941920" y="-47915"/>
                        <a:pt x="1970396" y="40791"/>
                        <a:pt x="2173642" y="0"/>
                      </a:cubicBezTo>
                      <a:cubicBezTo>
                        <a:pt x="2376888" y="-40791"/>
                        <a:pt x="2599584" y="37223"/>
                        <a:pt x="2740985" y="0"/>
                      </a:cubicBezTo>
                      <a:cubicBezTo>
                        <a:pt x="2882386" y="-37223"/>
                        <a:pt x="3056594" y="4550"/>
                        <a:pt x="3281312" y="0"/>
                      </a:cubicBezTo>
                      <a:cubicBezTo>
                        <a:pt x="3618775" y="-28179"/>
                        <a:pt x="3829389" y="287301"/>
                        <a:pt x="3860990" y="579678"/>
                      </a:cubicBezTo>
                      <a:cubicBezTo>
                        <a:pt x="3888595" y="730521"/>
                        <a:pt x="3853813" y="949855"/>
                        <a:pt x="3860990" y="1159338"/>
                      </a:cubicBezTo>
                      <a:cubicBezTo>
                        <a:pt x="3868167" y="1368821"/>
                        <a:pt x="3815264" y="1463183"/>
                        <a:pt x="3860990" y="1669439"/>
                      </a:cubicBezTo>
                      <a:cubicBezTo>
                        <a:pt x="3906716" y="1875695"/>
                        <a:pt x="3796625" y="2099148"/>
                        <a:pt x="3860990" y="2249100"/>
                      </a:cubicBezTo>
                      <a:cubicBezTo>
                        <a:pt x="3925355" y="2399052"/>
                        <a:pt x="3851541" y="2599834"/>
                        <a:pt x="3860990" y="2898319"/>
                      </a:cubicBezTo>
                      <a:cubicBezTo>
                        <a:pt x="3905242" y="3174738"/>
                        <a:pt x="3650353" y="3446470"/>
                        <a:pt x="3281312" y="3477997"/>
                      </a:cubicBezTo>
                      <a:cubicBezTo>
                        <a:pt x="3062318" y="3512058"/>
                        <a:pt x="2864124" y="3421521"/>
                        <a:pt x="2740985" y="3477997"/>
                      </a:cubicBezTo>
                      <a:cubicBezTo>
                        <a:pt x="2617846" y="3534473"/>
                        <a:pt x="2497674" y="3446449"/>
                        <a:pt x="2254691" y="3477997"/>
                      </a:cubicBezTo>
                      <a:cubicBezTo>
                        <a:pt x="2011708" y="3509545"/>
                        <a:pt x="1921397" y="3446019"/>
                        <a:pt x="1714364" y="3477997"/>
                      </a:cubicBezTo>
                      <a:cubicBezTo>
                        <a:pt x="1507331" y="3509975"/>
                        <a:pt x="1379168" y="3430013"/>
                        <a:pt x="1120005" y="3477997"/>
                      </a:cubicBezTo>
                      <a:cubicBezTo>
                        <a:pt x="860842" y="3525981"/>
                        <a:pt x="760993" y="3460711"/>
                        <a:pt x="579678" y="3477997"/>
                      </a:cubicBezTo>
                      <a:cubicBezTo>
                        <a:pt x="252539" y="3490500"/>
                        <a:pt x="50064" y="3255667"/>
                        <a:pt x="0" y="2898319"/>
                      </a:cubicBezTo>
                      <a:cubicBezTo>
                        <a:pt x="-1039" y="2666189"/>
                        <a:pt x="13077" y="2524185"/>
                        <a:pt x="0" y="2365032"/>
                      </a:cubicBezTo>
                      <a:cubicBezTo>
                        <a:pt x="-13077" y="2205879"/>
                        <a:pt x="4720" y="1955982"/>
                        <a:pt x="0" y="1785371"/>
                      </a:cubicBezTo>
                      <a:cubicBezTo>
                        <a:pt x="-4720" y="1614760"/>
                        <a:pt x="12800" y="1450847"/>
                        <a:pt x="0" y="1252084"/>
                      </a:cubicBezTo>
                      <a:cubicBezTo>
                        <a:pt x="-12800" y="1053321"/>
                        <a:pt x="19457" y="902015"/>
                        <a:pt x="0" y="579678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4+2×3−6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9−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4×3</m:t>
                              </m:r>
                            </m:num>
                            <m:den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860990"/>
                    <a:gd name="connsiteY0" fmla="*/ 575931 h 3455515"/>
                    <a:gd name="connsiteX1" fmla="*/ 575931 w 3860990"/>
                    <a:gd name="connsiteY1" fmla="*/ 0 h 3455515"/>
                    <a:gd name="connsiteX2" fmla="*/ 1117757 w 3860990"/>
                    <a:gd name="connsiteY2" fmla="*/ 0 h 3455515"/>
                    <a:gd name="connsiteX3" fmla="*/ 1605400 w 3860990"/>
                    <a:gd name="connsiteY3" fmla="*/ 0 h 3455515"/>
                    <a:gd name="connsiteX4" fmla="*/ 2174317 w 3860990"/>
                    <a:gd name="connsiteY4" fmla="*/ 0 h 3455515"/>
                    <a:gd name="connsiteX5" fmla="*/ 2661960 w 3860990"/>
                    <a:gd name="connsiteY5" fmla="*/ 0 h 3455515"/>
                    <a:gd name="connsiteX6" fmla="*/ 3285059 w 3860990"/>
                    <a:gd name="connsiteY6" fmla="*/ 0 h 3455515"/>
                    <a:gd name="connsiteX7" fmla="*/ 3860990 w 3860990"/>
                    <a:gd name="connsiteY7" fmla="*/ 575931 h 3455515"/>
                    <a:gd name="connsiteX8" fmla="*/ 3860990 w 3860990"/>
                    <a:gd name="connsiteY8" fmla="*/ 1174881 h 3455515"/>
                    <a:gd name="connsiteX9" fmla="*/ 3860990 w 3860990"/>
                    <a:gd name="connsiteY9" fmla="*/ 1681684 h 3455515"/>
                    <a:gd name="connsiteX10" fmla="*/ 3860990 w 3860990"/>
                    <a:gd name="connsiteY10" fmla="*/ 2211525 h 3455515"/>
                    <a:gd name="connsiteX11" fmla="*/ 3860990 w 3860990"/>
                    <a:gd name="connsiteY11" fmla="*/ 2879584 h 3455515"/>
                    <a:gd name="connsiteX12" fmla="*/ 3285059 w 3860990"/>
                    <a:gd name="connsiteY12" fmla="*/ 3455515 h 3455515"/>
                    <a:gd name="connsiteX13" fmla="*/ 2797416 w 3860990"/>
                    <a:gd name="connsiteY13" fmla="*/ 3455515 h 3455515"/>
                    <a:gd name="connsiteX14" fmla="*/ 2282682 w 3860990"/>
                    <a:gd name="connsiteY14" fmla="*/ 3455515 h 3455515"/>
                    <a:gd name="connsiteX15" fmla="*/ 1740856 w 3860990"/>
                    <a:gd name="connsiteY15" fmla="*/ 3455515 h 3455515"/>
                    <a:gd name="connsiteX16" fmla="*/ 1253213 w 3860990"/>
                    <a:gd name="connsiteY16" fmla="*/ 3455515 h 3455515"/>
                    <a:gd name="connsiteX17" fmla="*/ 575931 w 3860990"/>
                    <a:gd name="connsiteY17" fmla="*/ 3455515 h 3455515"/>
                    <a:gd name="connsiteX18" fmla="*/ 0 w 3860990"/>
                    <a:gd name="connsiteY18" fmla="*/ 2879584 h 3455515"/>
                    <a:gd name="connsiteX19" fmla="*/ 0 w 3860990"/>
                    <a:gd name="connsiteY19" fmla="*/ 2372780 h 3455515"/>
                    <a:gd name="connsiteX20" fmla="*/ 0 w 3860990"/>
                    <a:gd name="connsiteY20" fmla="*/ 1819904 h 3455515"/>
                    <a:gd name="connsiteX21" fmla="*/ 0 w 3860990"/>
                    <a:gd name="connsiteY21" fmla="*/ 1220954 h 3455515"/>
                    <a:gd name="connsiteX22" fmla="*/ 0 w 3860990"/>
                    <a:gd name="connsiteY22" fmla="*/ 575931 h 3455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860990" h="3455515" fill="none" extrusionOk="0">
                      <a:moveTo>
                        <a:pt x="0" y="575931"/>
                      </a:moveTo>
                      <a:cubicBezTo>
                        <a:pt x="-70948" y="253838"/>
                        <a:pt x="294972" y="31957"/>
                        <a:pt x="575931" y="0"/>
                      </a:cubicBezTo>
                      <a:cubicBezTo>
                        <a:pt x="770661" y="-41918"/>
                        <a:pt x="872520" y="14676"/>
                        <a:pt x="1117757" y="0"/>
                      </a:cubicBezTo>
                      <a:cubicBezTo>
                        <a:pt x="1362994" y="-14676"/>
                        <a:pt x="1452718" y="31807"/>
                        <a:pt x="1605400" y="0"/>
                      </a:cubicBezTo>
                      <a:cubicBezTo>
                        <a:pt x="1758082" y="-31807"/>
                        <a:pt x="1926794" y="41718"/>
                        <a:pt x="2174317" y="0"/>
                      </a:cubicBezTo>
                      <a:cubicBezTo>
                        <a:pt x="2421840" y="-41718"/>
                        <a:pt x="2508436" y="2939"/>
                        <a:pt x="2661960" y="0"/>
                      </a:cubicBezTo>
                      <a:cubicBezTo>
                        <a:pt x="2815484" y="-2939"/>
                        <a:pt x="2986262" y="72809"/>
                        <a:pt x="3285059" y="0"/>
                      </a:cubicBezTo>
                      <a:cubicBezTo>
                        <a:pt x="3594046" y="9203"/>
                        <a:pt x="3827447" y="329635"/>
                        <a:pt x="3860990" y="575931"/>
                      </a:cubicBezTo>
                      <a:cubicBezTo>
                        <a:pt x="3901567" y="863672"/>
                        <a:pt x="3796240" y="932336"/>
                        <a:pt x="3860990" y="1174881"/>
                      </a:cubicBezTo>
                      <a:cubicBezTo>
                        <a:pt x="3925740" y="1417426"/>
                        <a:pt x="3851206" y="1530911"/>
                        <a:pt x="3860990" y="1681684"/>
                      </a:cubicBezTo>
                      <a:cubicBezTo>
                        <a:pt x="3870774" y="1832457"/>
                        <a:pt x="3814618" y="1952657"/>
                        <a:pt x="3860990" y="2211525"/>
                      </a:cubicBezTo>
                      <a:cubicBezTo>
                        <a:pt x="3907362" y="2470393"/>
                        <a:pt x="3838413" y="2563731"/>
                        <a:pt x="3860990" y="2879584"/>
                      </a:cubicBezTo>
                      <a:cubicBezTo>
                        <a:pt x="3928014" y="3179922"/>
                        <a:pt x="3601794" y="3464817"/>
                        <a:pt x="3285059" y="3455515"/>
                      </a:cubicBezTo>
                      <a:cubicBezTo>
                        <a:pt x="3124842" y="3511762"/>
                        <a:pt x="3040157" y="3455316"/>
                        <a:pt x="2797416" y="3455515"/>
                      </a:cubicBezTo>
                      <a:cubicBezTo>
                        <a:pt x="2554675" y="3455714"/>
                        <a:pt x="2539963" y="3398154"/>
                        <a:pt x="2282682" y="3455515"/>
                      </a:cubicBezTo>
                      <a:cubicBezTo>
                        <a:pt x="2025401" y="3512876"/>
                        <a:pt x="1898255" y="3412077"/>
                        <a:pt x="1740856" y="3455515"/>
                      </a:cubicBezTo>
                      <a:cubicBezTo>
                        <a:pt x="1583457" y="3498953"/>
                        <a:pt x="1406887" y="3439479"/>
                        <a:pt x="1253213" y="3455515"/>
                      </a:cubicBezTo>
                      <a:cubicBezTo>
                        <a:pt x="1099539" y="3471551"/>
                        <a:pt x="801007" y="3380851"/>
                        <a:pt x="575931" y="3455515"/>
                      </a:cubicBezTo>
                      <a:cubicBezTo>
                        <a:pt x="249160" y="3439987"/>
                        <a:pt x="-30871" y="3212009"/>
                        <a:pt x="0" y="2879584"/>
                      </a:cubicBezTo>
                      <a:cubicBezTo>
                        <a:pt x="-1653" y="2676282"/>
                        <a:pt x="57924" y="2536163"/>
                        <a:pt x="0" y="2372780"/>
                      </a:cubicBezTo>
                      <a:cubicBezTo>
                        <a:pt x="-57924" y="2209397"/>
                        <a:pt x="22851" y="1959256"/>
                        <a:pt x="0" y="1819904"/>
                      </a:cubicBezTo>
                      <a:cubicBezTo>
                        <a:pt x="-22851" y="1680552"/>
                        <a:pt x="46370" y="1360631"/>
                        <a:pt x="0" y="1220954"/>
                      </a:cubicBezTo>
                      <a:cubicBezTo>
                        <a:pt x="-46370" y="1081277"/>
                        <a:pt x="40864" y="705253"/>
                        <a:pt x="0" y="575931"/>
                      </a:cubicBezTo>
                      <a:close/>
                    </a:path>
                    <a:path w="3860990" h="3455515" stroke="0" extrusionOk="0">
                      <a:moveTo>
                        <a:pt x="0" y="575931"/>
                      </a:moveTo>
                      <a:cubicBezTo>
                        <a:pt x="-28024" y="240567"/>
                        <a:pt x="225722" y="12059"/>
                        <a:pt x="575931" y="0"/>
                      </a:cubicBezTo>
                      <a:cubicBezTo>
                        <a:pt x="858115" y="-57022"/>
                        <a:pt x="1026127" y="41459"/>
                        <a:pt x="1171939" y="0"/>
                      </a:cubicBezTo>
                      <a:cubicBezTo>
                        <a:pt x="1317751" y="-41459"/>
                        <a:pt x="1439645" y="18352"/>
                        <a:pt x="1686673" y="0"/>
                      </a:cubicBezTo>
                      <a:cubicBezTo>
                        <a:pt x="1933701" y="-18352"/>
                        <a:pt x="1940831" y="29253"/>
                        <a:pt x="2174317" y="0"/>
                      </a:cubicBezTo>
                      <a:cubicBezTo>
                        <a:pt x="2407803" y="-29253"/>
                        <a:pt x="2592621" y="742"/>
                        <a:pt x="2743233" y="0"/>
                      </a:cubicBezTo>
                      <a:cubicBezTo>
                        <a:pt x="2893845" y="-742"/>
                        <a:pt x="3065449" y="24853"/>
                        <a:pt x="3285059" y="0"/>
                      </a:cubicBezTo>
                      <a:cubicBezTo>
                        <a:pt x="3607899" y="-7750"/>
                        <a:pt x="3822658" y="291539"/>
                        <a:pt x="3860990" y="575931"/>
                      </a:cubicBezTo>
                      <a:cubicBezTo>
                        <a:pt x="3885029" y="698344"/>
                        <a:pt x="3829162" y="909702"/>
                        <a:pt x="3860990" y="1151844"/>
                      </a:cubicBezTo>
                      <a:cubicBezTo>
                        <a:pt x="3892818" y="1393986"/>
                        <a:pt x="3855720" y="1508092"/>
                        <a:pt x="3860990" y="1658648"/>
                      </a:cubicBezTo>
                      <a:cubicBezTo>
                        <a:pt x="3866260" y="1809204"/>
                        <a:pt x="3807183" y="2054136"/>
                        <a:pt x="3860990" y="2234561"/>
                      </a:cubicBezTo>
                      <a:cubicBezTo>
                        <a:pt x="3914797" y="2414986"/>
                        <a:pt x="3846832" y="2743022"/>
                        <a:pt x="3860990" y="2879584"/>
                      </a:cubicBezTo>
                      <a:cubicBezTo>
                        <a:pt x="3910796" y="3148446"/>
                        <a:pt x="3622104" y="3443285"/>
                        <a:pt x="3285059" y="3455515"/>
                      </a:cubicBezTo>
                      <a:cubicBezTo>
                        <a:pt x="3032186" y="3485154"/>
                        <a:pt x="2956263" y="3446887"/>
                        <a:pt x="2743233" y="3455515"/>
                      </a:cubicBezTo>
                      <a:cubicBezTo>
                        <a:pt x="2530203" y="3464143"/>
                        <a:pt x="2361835" y="3421181"/>
                        <a:pt x="2255590" y="3455515"/>
                      </a:cubicBezTo>
                      <a:cubicBezTo>
                        <a:pt x="2149345" y="3489849"/>
                        <a:pt x="1952478" y="3428926"/>
                        <a:pt x="1713765" y="3455515"/>
                      </a:cubicBezTo>
                      <a:cubicBezTo>
                        <a:pt x="1475052" y="3482104"/>
                        <a:pt x="1247973" y="3400781"/>
                        <a:pt x="1117757" y="3455515"/>
                      </a:cubicBezTo>
                      <a:cubicBezTo>
                        <a:pt x="987541" y="3510249"/>
                        <a:pt x="746428" y="3410970"/>
                        <a:pt x="575931" y="3455515"/>
                      </a:cubicBezTo>
                      <a:cubicBezTo>
                        <a:pt x="246872" y="3475149"/>
                        <a:pt x="74300" y="3252872"/>
                        <a:pt x="0" y="2879584"/>
                      </a:cubicBezTo>
                      <a:cubicBezTo>
                        <a:pt x="-52982" y="2646754"/>
                        <a:pt x="49021" y="2470331"/>
                        <a:pt x="0" y="2349744"/>
                      </a:cubicBezTo>
                      <a:cubicBezTo>
                        <a:pt x="-49021" y="2229157"/>
                        <a:pt x="59126" y="1975104"/>
                        <a:pt x="0" y="1773831"/>
                      </a:cubicBezTo>
                      <a:cubicBezTo>
                        <a:pt x="-59126" y="1572558"/>
                        <a:pt x="49560" y="1441486"/>
                        <a:pt x="0" y="1243990"/>
                      </a:cubicBezTo>
                      <a:cubicBezTo>
                        <a:pt x="-49560" y="1046494"/>
                        <a:pt x="17517" y="849263"/>
                        <a:pt x="0" y="5759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3+(4−1)</m:t>
                                </m:r>
                              </m:e>
                              <m:sup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71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8−1×3−1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10+15</m:t>
                              </m:r>
                            </m:e>
                          </m:rad>
                          <m:r>
                            <a:rPr lang="en-GB" sz="24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+8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тең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топторуна бөлүштүрүңүз. Үстүнкү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адам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34541" y="2695344"/>
            <a:ext cx="1266628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4+2×3−6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3+(4−1)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8−1×3−1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10+15</m:t>
                                    </m:r>
                                  </m:e>
                                </m:rad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20−4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(20−5)−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4+3×2−4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9+7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30−5×2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(7−4)×3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30−5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(2+3)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5+20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×2−12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−(8+6)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15−3×2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30−3×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10−4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5−2</m:t>
                                    </m:r>
                                  </m:e>
                                </m: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10+14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6+10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×(6−4)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15−5+15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32+4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8+3×4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(14+10)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3+6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15+20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(9−6)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10+15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4×(8−5)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00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35780"/>
              </p:ext>
            </p:extLst>
          </p:nvPr>
        </p:nvGraphicFramePr>
        <p:xfrm>
          <a:off x="35168" y="12524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32776" y="502427"/>
            <a:ext cx="1371929" cy="2543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578720" y="457263"/>
            <a:ext cx="1308842" cy="3107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43901" y="459057"/>
            <a:ext cx="1291734" cy="2866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40C607-C02D-4EF8-8E73-10E6139A2698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4845EB3-B609-4994-B4DE-84D189797EC0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6FA3BB8E-3399-4EB6-981E-AE074E2F3DB5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72AF2F3-A4C7-4083-BD77-6C65CD3C2631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C6CA138-8DB4-45E5-A659-C0BD39DF3BD5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1F05AA-F312-4CB4-B240-91607E320379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B593A10-F1FF-44D1-B2DE-4F3479F37D96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35E2CCB4-EF00-4B72-B69B-A97E5DCF6D5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21A7DDF2-5A71-46BD-B3B5-E2ECE681F35F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266453D2-104C-4FE4-8D78-8339D83F9E08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D684E1A7-8D9D-41B9-8A30-B4D6E7834DF8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8CCBA5B-1C22-41C6-8BD0-0CA8B588062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6B08E25-D5A6-455F-8FA2-D16549EC6AC9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9D0EEAEF-C1C2-42CA-84D6-0AEC0E2F4A1C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D6184AE-2D8F-4E42-81EE-20500FE324D2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4+2×4+3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4×3+6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(7−5)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80+20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8×3−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(35−7)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3×(8−4)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2×6−1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30−5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20−21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8+2×0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(4−3)×8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20−10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2+(10−8)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(1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d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baseline="30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+8−4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1−2×3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(8+8)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3+3×4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−(5+3)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40−4×3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2×5+8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(5+15)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3+1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8−2×4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(3×0)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14−13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2×2+9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62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BEF56-8821-012F-0C6D-15F83E3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27758" y="1127757"/>
            <a:ext cx="6858000" cy="4602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E9137-380F-6E37-1A93-4E6ADB2B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5355" y="922091"/>
            <a:ext cx="6731140" cy="50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Турдуу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/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10852</TotalTime>
  <Words>691</Words>
  <Application>Microsoft Office PowerPoint</Application>
  <PresentationFormat>A4 Paper (210x297 mm)</PresentationFormat>
  <Paragraphs>318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Snap ITC</vt:lpstr>
      <vt:lpstr>Arial</vt:lpstr>
      <vt:lpstr>Cambria Math</vt:lpstr>
      <vt:lpstr>Calibri Light</vt:lpstr>
      <vt:lpstr>Verdana</vt:lpstr>
      <vt:lpstr>Calibri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540</cp:revision>
  <cp:lastPrinted>2019-05-09T03:10:12Z</cp:lastPrinted>
  <dcterms:created xsi:type="dcterms:W3CDTF">2017-01-17T16:57:04Z</dcterms:created>
  <dcterms:modified xsi:type="dcterms:W3CDTF">2023-10-01T17:24:46Z</dcterms:modified>
</cp:coreProperties>
</file>