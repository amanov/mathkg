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4" r:id="rId2"/>
    <p:sldId id="831" r:id="rId3"/>
    <p:sldId id="939" r:id="rId4"/>
    <p:sldId id="940" r:id="rId5"/>
    <p:sldId id="942" r:id="rId6"/>
    <p:sldId id="943" r:id="rId7"/>
    <p:sldId id="938" r:id="rId8"/>
  </p:sldIdLst>
  <p:sldSz cx="9906000" cy="6858000" type="A4"/>
  <p:notesSz cx="6669088" cy="9926638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Calibri Light" panose="020F0302020204030204" pitchFamily="34" charset="0"/>
      <p:regular r:id="rId14"/>
      <p:italic r:id="rId15"/>
    </p:embeddedFont>
    <p:embeddedFont>
      <p:font typeface="Fira Code" panose="020B0809050000020004" pitchFamily="49" charset="0"/>
      <p:regular r:id="rId16"/>
      <p:bold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3" d="100"/>
          <a:sy n="63" d="100"/>
        </p:scale>
        <p:origin x="1380" y="7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29/09/2023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0F66EF7-ED3B-3D57-4D0F-525F90939091}"/>
              </a:ext>
            </a:extLst>
          </p:cNvPr>
          <p:cNvSpPr txBox="1">
            <a:spLocks/>
          </p:cNvSpPr>
          <p:nvPr/>
        </p:nvSpPr>
        <p:spPr>
          <a:xfrm>
            <a:off x="116840" y="1754505"/>
            <a:ext cx="10490200" cy="435133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y-KG" dirty="0"/>
              <a:t>Амалдардын тартиби</a:t>
            </a:r>
            <a:r>
              <a:rPr lang="en-US" dirty="0"/>
              <a:t> – </a:t>
            </a:r>
            <a:r>
              <a:rPr lang="ru-RU" dirty="0"/>
              <a:t>Багытталган сандар – Катаны тап</a:t>
            </a:r>
          </a:p>
          <a:p>
            <a:endParaRPr lang="ru-RU" dirty="0"/>
          </a:p>
          <a:p>
            <a:r>
              <a:rPr lang="ru-RU" dirty="0"/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endParaRPr lang="ru-RU" dirty="0"/>
          </a:p>
          <a:p>
            <a:r>
              <a:rPr lang="ru-RU" dirty="0"/>
              <a:t>Окуучуларга канча ката табуу керек экенин айтуунун кажети жок.</a:t>
            </a:r>
          </a:p>
          <a:p>
            <a:endParaRPr lang="ru-RU" dirty="0"/>
          </a:p>
          <a:p>
            <a:r>
              <a:rPr lang="ru-RU" dirty="0"/>
              <a:t>Иш барагы 2 өлчөмдө.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A061C24-690F-D956-1244-FD7EB5DA5C3D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10625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Үч бурчтукта </a:t>
            </a:r>
            <a:endParaRPr lang="en-US" sz="2800" dirty="0"/>
          </a:p>
          <a:p>
            <a:pPr algn="ctr"/>
            <a:r>
              <a:rPr lang="ru-RU" sz="2800" dirty="0"/>
              <a:t>айрым каталар бар!</a:t>
            </a:r>
          </a:p>
          <a:p>
            <a:pPr algn="ctr"/>
            <a:endParaRPr lang="ru-RU" sz="2800" dirty="0"/>
          </a:p>
          <a:p>
            <a:pPr algn="ctr"/>
            <a:r>
              <a:rPr lang="ru-RU" sz="2800" dirty="0"/>
              <a:t>Сен алардын </a:t>
            </a:r>
            <a:endParaRPr lang="en-US" sz="2800" dirty="0"/>
          </a:p>
          <a:p>
            <a:pPr algn="ctr"/>
            <a:r>
              <a:rPr lang="ru-RU" sz="2800" dirty="0"/>
              <a:t>баарын таба аласынбы?</a:t>
            </a:r>
            <a:endParaRPr lang="en-GB" sz="2800" dirty="0"/>
          </a:p>
          <a:p>
            <a:pPr algn="ctr"/>
            <a:endParaRPr lang="en-GB" sz="2800" dirty="0"/>
          </a:p>
          <a:p>
            <a:pPr algn="ctr"/>
            <a:endParaRPr lang="en-GB" sz="2800" dirty="0"/>
          </a:p>
          <a:p>
            <a:pPr algn="ctr"/>
            <a:endParaRPr lang="en-GB" sz="28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552318" y="28080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139240" y="556981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B3BEA4-A9F4-E639-C0EF-1BA0CE62B53F}"/>
              </a:ext>
            </a:extLst>
          </p:cNvPr>
          <p:cNvSpPr txBox="1"/>
          <p:nvPr/>
        </p:nvSpPr>
        <p:spPr>
          <a:xfrm>
            <a:off x="356981" y="114336"/>
            <a:ext cx="8453120" cy="147732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ru-RU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  <a:reflection blurRad="6350" stA="55000" endA="50" endPos="85000" dist="29997" dir="5400000" sy="-100000" algn="bl" rotWithShape="0"/>
                </a:effectLst>
                <a:latin typeface="+mj-lt"/>
              </a:rPr>
              <a:t>Катаны тап</a:t>
            </a:r>
          </a:p>
          <a:p>
            <a:endParaRPr lang="ru-RU" b="0" dirty="0"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latin typeface="Fira Code" panose="020F0502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198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36023B0-73DA-7199-6885-CAA01430FD58}"/>
              </a:ext>
            </a:extLst>
          </p:cNvPr>
          <p:cNvGrpSpPr/>
          <p:nvPr/>
        </p:nvGrpSpPr>
        <p:grpSpPr>
          <a:xfrm>
            <a:off x="58188" y="10883"/>
            <a:ext cx="9775767" cy="6833292"/>
            <a:chOff x="0" y="1371239"/>
            <a:chExt cx="7734492" cy="540643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E95C822-57EA-7337-6E8D-C5A6BFFBFE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10628" y="1371239"/>
              <a:ext cx="3924907" cy="2059838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C63DF02-74C1-A4C1-D5CE-4725930FC7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407434"/>
              <a:ext cx="7734492" cy="3370239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D6F21C1-34E9-4685-B532-15A60AE3DE99}"/>
              </a:ext>
            </a:extLst>
          </p:cNvPr>
          <p:cNvSpPr txBox="1"/>
          <p:nvPr/>
        </p:nvSpPr>
        <p:spPr>
          <a:xfrm>
            <a:off x="0" y="1279409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87FF25-22A0-FC54-F7D5-F6A41DF1473A}"/>
              </a:ext>
            </a:extLst>
          </p:cNvPr>
          <p:cNvSpPr txBox="1"/>
          <p:nvPr/>
        </p:nvSpPr>
        <p:spPr>
          <a:xfrm>
            <a:off x="0" y="10883"/>
            <a:ext cx="33121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</a:t>
            </a:r>
          </a:p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09B4CB6-D297-62FA-F550-F2A1B94EFB14}"/>
              </a:ext>
            </a:extLst>
          </p:cNvPr>
          <p:cNvGrpSpPr/>
          <p:nvPr/>
        </p:nvGrpSpPr>
        <p:grpSpPr>
          <a:xfrm>
            <a:off x="58188" y="10883"/>
            <a:ext cx="9775767" cy="6833292"/>
            <a:chOff x="0" y="1371239"/>
            <a:chExt cx="7734492" cy="540643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23EE040-A8AD-F503-E32A-0E9F03EBF1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10628" y="1371239"/>
              <a:ext cx="3924907" cy="2059838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44E45DE-5655-735C-DBC7-5C00E06556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407434"/>
              <a:ext cx="7734492" cy="3370239"/>
            </a:xfrm>
            <a:prstGeom prst="rect">
              <a:avLst/>
            </a:prstGeom>
          </p:spPr>
        </p:pic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 rot="19972285">
            <a:off x="3929301" y="765183"/>
            <a:ext cx="933645" cy="1440000"/>
          </a:xfrm>
          <a:prstGeom prst="ellipse">
            <a:avLst/>
          </a:prstGeom>
          <a:solidFill>
            <a:srgbClr val="000000">
              <a:alpha val="0"/>
            </a:srgbClr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42760CF-7842-09A9-2270-B2B87E8530A3}"/>
              </a:ext>
            </a:extLst>
          </p:cNvPr>
          <p:cNvSpPr/>
          <p:nvPr/>
        </p:nvSpPr>
        <p:spPr>
          <a:xfrm rot="19972285">
            <a:off x="1509952" y="4896409"/>
            <a:ext cx="933645" cy="1645093"/>
          </a:xfrm>
          <a:prstGeom prst="ellipse">
            <a:avLst/>
          </a:prstGeom>
          <a:solidFill>
            <a:srgbClr val="000000">
              <a:alpha val="0"/>
            </a:srgbClr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2ED07F9-BFF9-4BB5-F730-1D4ADACE8301}"/>
              </a:ext>
            </a:extLst>
          </p:cNvPr>
          <p:cNvSpPr/>
          <p:nvPr/>
        </p:nvSpPr>
        <p:spPr>
          <a:xfrm rot="1711620">
            <a:off x="2640483" y="4879783"/>
            <a:ext cx="933645" cy="1645093"/>
          </a:xfrm>
          <a:prstGeom prst="ellipse">
            <a:avLst/>
          </a:prstGeom>
          <a:solidFill>
            <a:srgbClr val="000000">
              <a:alpha val="0"/>
            </a:srgbClr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0D3975A-2728-3814-E3E6-5E9E9D7622F6}"/>
              </a:ext>
            </a:extLst>
          </p:cNvPr>
          <p:cNvSpPr/>
          <p:nvPr/>
        </p:nvSpPr>
        <p:spPr>
          <a:xfrm rot="19972285">
            <a:off x="6236151" y="5071000"/>
            <a:ext cx="933645" cy="1442746"/>
          </a:xfrm>
          <a:prstGeom prst="ellipse">
            <a:avLst/>
          </a:prstGeom>
          <a:solidFill>
            <a:srgbClr val="000000">
              <a:alpha val="0"/>
            </a:srgbClr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C6AD0A1-D5BA-DEB0-5A77-CF539F3A7B93}"/>
              </a:ext>
            </a:extLst>
          </p:cNvPr>
          <p:cNvSpPr/>
          <p:nvPr/>
        </p:nvSpPr>
        <p:spPr>
          <a:xfrm rot="16200000">
            <a:off x="5699911" y="1953903"/>
            <a:ext cx="933645" cy="1440000"/>
          </a:xfrm>
          <a:prstGeom prst="ellipse">
            <a:avLst/>
          </a:prstGeom>
          <a:solidFill>
            <a:srgbClr val="000000">
              <a:alpha val="0"/>
            </a:srgbClr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7DD744A-5A05-9373-D591-733D1F960893}"/>
              </a:ext>
            </a:extLst>
          </p:cNvPr>
          <p:cNvSpPr/>
          <p:nvPr/>
        </p:nvSpPr>
        <p:spPr>
          <a:xfrm rot="16200000">
            <a:off x="4500982" y="3784600"/>
            <a:ext cx="933645" cy="1635711"/>
          </a:xfrm>
          <a:prstGeom prst="ellipse">
            <a:avLst/>
          </a:prstGeom>
          <a:solidFill>
            <a:srgbClr val="000000">
              <a:alpha val="0"/>
            </a:srgbClr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4EAB0C-C390-9033-45E3-D694A73D25FD}"/>
              </a:ext>
            </a:extLst>
          </p:cNvPr>
          <p:cNvSpPr txBox="1"/>
          <p:nvPr/>
        </p:nvSpPr>
        <p:spPr>
          <a:xfrm>
            <a:off x="0" y="377187"/>
            <a:ext cx="37998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44574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F6D050-E2F1-9CC3-E32C-2E4A0DF5C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701034" y="1203966"/>
            <a:ext cx="6515605" cy="47924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AC4927-E04F-C648-5AA0-B3137BEF9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297041" y="1158889"/>
            <a:ext cx="6425454" cy="4792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503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F82A2F9-D0F7-1850-24B0-698A6F866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4841529" cy="3429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69E94F-3E32-C004-20EE-D02D9BBF9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192" y="0"/>
            <a:ext cx="4977808" cy="35255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CFABF65-BB6F-3C0B-AD9A-022AFCABF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63" y="3525520"/>
            <a:ext cx="4754867" cy="3429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F1A0D85-2B5C-7EE1-2276-7879834ED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525519"/>
            <a:ext cx="4903383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787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544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Турдуу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8358</TotalTime>
  <Words>109</Words>
  <Application>Microsoft Office PowerPoint</Application>
  <PresentationFormat>A4 Paper (210x297 mm)</PresentationFormat>
  <Paragraphs>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</vt:lpstr>
      <vt:lpstr>Fira Code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371</cp:revision>
  <cp:lastPrinted>2023-05-11T05:28:36Z</cp:lastPrinted>
  <dcterms:created xsi:type="dcterms:W3CDTF">2017-01-17T16:57:04Z</dcterms:created>
  <dcterms:modified xsi:type="dcterms:W3CDTF">2023-09-29T04:39:07Z</dcterms:modified>
</cp:coreProperties>
</file>