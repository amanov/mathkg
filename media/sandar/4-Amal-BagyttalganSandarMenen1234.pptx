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848"/>
          </p14:sldIdLst>
        </p14:section>
        <p14:section name="Көрсөтүү үчүн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Таркатма" id="{A78D9305-6AAE-4715-A210-52F6908F30F7}">
          <p14:sldIdLst>
            <p14:sldId id="946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image" Target="../media/image20.png"/><Relationship Id="rId3" Type="http://schemas.openxmlformats.org/officeDocument/2006/relationships/image" Target="../media/image14.png"/><Relationship Id="rId21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– </a:t>
            </a:r>
            <a:r>
              <a:rPr lang="ru-RU" dirty="0"/>
              <a:t>Багытталган сандар менен</a:t>
            </a:r>
          </a:p>
          <a:p>
            <a:endParaRPr lang="ru-RU" dirty="0"/>
          </a:p>
          <a:p>
            <a:r>
              <a:rPr lang="ru-RU" dirty="0"/>
              <a:t>Проектордо чагылдырып койсо болот же принтерден чыгарып </a:t>
            </a:r>
            <a:r>
              <a:rPr lang="ky-KG" dirty="0"/>
              <a:t>таркатып койсо болот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9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 </a:t>
            </a:r>
            <a:endParaRPr lang="en-US" dirty="0"/>
          </a:p>
          <a:p>
            <a:r>
              <a:rPr lang="ru-RU" dirty="0"/>
              <a:t>эсептөөгө кашаалардын топтомун кошуңуз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FBB09A9-89DA-3330-F873-02240833F235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32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/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/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5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</a:t>
            </a:r>
            <a:endParaRPr lang="en-US" dirty="0"/>
          </a:p>
          <a:p>
            <a:r>
              <a:rPr lang="ru-RU" dirty="0"/>
              <a:t> эсептөөгө кашаалардын топтомун кошуңуз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36FA9D9-A13F-FFED-0A72-E816FD27D3BD}"/>
              </a:ext>
            </a:extLst>
          </p:cNvPr>
          <p:cNvSpPr txBox="1"/>
          <p:nvPr/>
        </p:nvSpPr>
        <p:spPr>
          <a:xfrm>
            <a:off x="1542413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1CB359-60E6-4F4E-2726-2E6A9C6366E6}"/>
              </a:ext>
            </a:extLst>
          </p:cNvPr>
          <p:cNvSpPr txBox="1"/>
          <p:nvPr/>
        </p:nvSpPr>
        <p:spPr>
          <a:xfrm>
            <a:off x="2533966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4F0ABC1-1779-7B11-81D4-263E9152AF97}"/>
              </a:ext>
            </a:extLst>
          </p:cNvPr>
          <p:cNvSpPr txBox="1"/>
          <p:nvPr/>
        </p:nvSpPr>
        <p:spPr>
          <a:xfrm>
            <a:off x="1452272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18D620-515C-3C1E-30E1-0AE029F1D789}"/>
              </a:ext>
            </a:extLst>
          </p:cNvPr>
          <p:cNvSpPr txBox="1"/>
          <p:nvPr/>
        </p:nvSpPr>
        <p:spPr>
          <a:xfrm>
            <a:off x="3199071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774F345-601B-25ED-3CF7-21EED3E3DCC5}"/>
              </a:ext>
            </a:extLst>
          </p:cNvPr>
          <p:cNvSpPr txBox="1"/>
          <p:nvPr/>
        </p:nvSpPr>
        <p:spPr>
          <a:xfrm>
            <a:off x="509298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C4DA59-9229-53BA-6911-E3EF758E2C4D}"/>
              </a:ext>
            </a:extLst>
          </p:cNvPr>
          <p:cNvSpPr txBox="1"/>
          <p:nvPr/>
        </p:nvSpPr>
        <p:spPr>
          <a:xfrm>
            <a:off x="1838120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/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/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/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/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/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21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/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28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0" grpId="0" animBg="1"/>
      <p:bldP spid="26" grpId="0"/>
      <p:bldP spid="27" grpId="0"/>
      <p:bldP spid="39" grpId="0"/>
      <p:bldP spid="40" grpId="0"/>
      <p:bldP spid="43" grpId="0"/>
      <p:bldP spid="44" grpId="0"/>
      <p:bldP spid="47" grpId="0" animBg="1"/>
      <p:bldP spid="49" grpId="0" animBg="1"/>
      <p:bldP spid="51" grpId="0" animBg="1"/>
      <p:bldP spid="5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01D72-BDCE-89E2-CC48-F623108F7B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18" b="-2"/>
          <a:stretch/>
        </p:blipFill>
        <p:spPr>
          <a:xfrm rot="16200000">
            <a:off x="-307500" y="1126095"/>
            <a:ext cx="5743618" cy="4605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C7B80E-50F7-B0A4-BB73-D00796D02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12" b="-2"/>
          <a:stretch/>
        </p:blipFill>
        <p:spPr>
          <a:xfrm rot="16200000">
            <a:off x="4467358" y="1123573"/>
            <a:ext cx="5743618" cy="46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5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10593</TotalTime>
  <Words>318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2023-09-29T02:50:09Z</dcterms:modified>
</cp:coreProperties>
</file>