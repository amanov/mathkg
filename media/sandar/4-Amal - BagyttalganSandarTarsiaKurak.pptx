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848" r:id="rId2"/>
    <p:sldId id="281" r:id="rId3"/>
    <p:sldId id="835" r:id="rId4"/>
    <p:sldId id="939" r:id="rId5"/>
    <p:sldId id="833" r:id="rId6"/>
    <p:sldId id="834" r:id="rId7"/>
    <p:sldId id="938" r:id="rId8"/>
  </p:sldIdLst>
  <p:sldSz cx="9906000" cy="6858000" type="A4"/>
  <p:notesSz cx="6669088" cy="9926638"/>
  <p:embeddedFontLst>
    <p:embeddedFont>
      <p:font typeface="Verdana" panose="020B0604030504040204" pitchFamily="34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00FF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29/04/2024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4/29/2024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238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Амалдардын аткаруу таптиби – Багытталган сандар – Тарсиа Курак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Окуучулар куракты туура чогулткандан кийин гана клей менен чапташсын.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үч бурчтуктарды кесип алуунун ордуна, окуучулар жөн гана тамгаларды  колдонуу менен суроолор менен жоопторду дал келтирип чыгышса болот, (кайчы жана клей жок болгон учурда)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Тарсиа Курак  2 </a:t>
            </a:r>
            <a:r>
              <a:rPr lang="ru-RU" sz="2000" u="sng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өлчөмдө даярдалган</a:t>
            </a: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>
                <a:solidFill>
                  <a:srgbClr val="00B0F0"/>
                </a:solidFill>
              </a:rPr>
              <a:t>MathKGZ</a:t>
            </a:r>
            <a:r>
              <a:rPr lang="en-US" sz="5200">
                <a:solidFill>
                  <a:srgbClr val="00B0F0"/>
                </a:solidFill>
              </a:rPr>
              <a:t>  -- </a:t>
            </a:r>
            <a:endParaRPr lang="en-US" sz="5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128114"/>
            <a:ext cx="35468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ea typeface="Verdana" panose="020B0604030504040204" pitchFamily="34" charset="0"/>
              </a:rPr>
              <a:t>1. </a:t>
            </a:r>
            <a:r>
              <a:rPr lang="ru-RU" sz="2000" b="1" dirty="0">
                <a:ea typeface="Verdana" panose="020B0604030504040204" pitchFamily="34" charset="0"/>
              </a:rPr>
              <a:t>Үч бурчтуктарды бөлүп кесип алгыла</a:t>
            </a:r>
            <a:endParaRPr lang="en-US" sz="2000" b="1" dirty="0">
              <a:ea typeface="Verdana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</a:rPr>
              <a:t> Көнүгүүлөр топтомун чыгаргыла</a:t>
            </a:r>
            <a:endParaRPr lang="en-US" sz="20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275" dirty="0"/>
              <a:t>Ката</a:t>
            </a:r>
            <a:endParaRPr lang="en-US" sz="2275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600" dirty="0"/>
              <a:t>Туура</a:t>
            </a:r>
            <a:endParaRPr lang="en-US" sz="2600" dirty="0"/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</a:rPr>
              <a:t>3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</a:rPr>
              <a:t> Ар бир  үч бурчтуктун четиндеги суроо туура жоопко  дал келгидей, бири-бирине карама-каршы тургандай үч бурчтук түзүңүз</a:t>
            </a:r>
            <a:endParaRPr lang="en-US" sz="20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484505" y="1114697"/>
            <a:ext cx="6347923" cy="5743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-23532" y="3113031"/>
            <a:ext cx="501528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Сиз баш катырманы аягына</a:t>
            </a:r>
          </a:p>
          <a:p>
            <a:pPr algn="ctr"/>
            <a:r>
              <a:rPr lang="ru-RU" sz="3200" dirty="0"/>
              <a:t> чыгара аласызбы?</a:t>
            </a:r>
            <a:endParaRPr lang="en-GB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2DB82B-0DB3-821C-9C7A-ACABA2F58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198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0A8C6D-5A20-4550-159E-B36A85A5F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" y="0"/>
            <a:ext cx="4946388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14CDE6-DD7A-3EFF-9E48-4B2414360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970" y="0"/>
            <a:ext cx="49410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86F589CC-001F-6CC9-AE90-255C46D3871F}"/>
              </a:ext>
            </a:extLst>
          </p:cNvPr>
          <p:cNvGrpSpPr/>
          <p:nvPr/>
        </p:nvGrpSpPr>
        <p:grpSpPr>
          <a:xfrm rot="16200000">
            <a:off x="-1048673" y="1048672"/>
            <a:ext cx="6853829" cy="4756484"/>
            <a:chOff x="12001" y="0"/>
            <a:chExt cx="9881998" cy="685800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E64BF934-8054-0F0D-5144-E5B95C2183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001" y="0"/>
              <a:ext cx="4946388" cy="68580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8015C92-53A6-DCE6-8E2E-3C3232FC6B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2970" y="0"/>
              <a:ext cx="4941029" cy="6858000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6FCF32B-B13D-BFAB-EEA0-7791E82A53EE}"/>
              </a:ext>
            </a:extLst>
          </p:cNvPr>
          <p:cNvGrpSpPr/>
          <p:nvPr/>
        </p:nvGrpSpPr>
        <p:grpSpPr>
          <a:xfrm rot="16200000">
            <a:off x="4084802" y="1048673"/>
            <a:ext cx="6853829" cy="4756484"/>
            <a:chOff x="12001" y="0"/>
            <a:chExt cx="9881998" cy="68580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44607DD-916D-A3B6-F981-3EAD772A0C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001" y="0"/>
              <a:ext cx="4946388" cy="68580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659D121-3998-590D-B3C5-F37866B306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2970" y="0"/>
              <a:ext cx="4941029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E45BBC4-B3C3-013F-BFF3-DCAAF2C1AC38}"/>
              </a:ext>
            </a:extLst>
          </p:cNvPr>
          <p:cNvGrpSpPr/>
          <p:nvPr/>
        </p:nvGrpSpPr>
        <p:grpSpPr>
          <a:xfrm>
            <a:off x="1047750" y="50811"/>
            <a:ext cx="7810500" cy="6769563"/>
            <a:chOff x="0" y="1042465"/>
            <a:chExt cx="6776258" cy="587315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3F845E3-D488-F996-63C2-02C8D41773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79171" y="1042465"/>
              <a:ext cx="3411942" cy="2927467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8C64202-F5A1-BC58-474C-9B92D5433B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965171"/>
              <a:ext cx="6776258" cy="2950453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845C941-40E9-BB5A-23CD-341BE24DF243}"/>
              </a:ext>
            </a:extLst>
          </p:cNvPr>
          <p:cNvSpPr/>
          <p:nvPr/>
        </p:nvSpPr>
        <p:spPr>
          <a:xfrm>
            <a:off x="198325" y="213975"/>
            <a:ext cx="314919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Турдуу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8388</TotalTime>
  <Words>151</Words>
  <Application>Microsoft Office PowerPoint</Application>
  <PresentationFormat>A4 Paper (210x297 mm)</PresentationFormat>
  <Paragraphs>33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Verdana</vt:lpstr>
      <vt:lpstr>Calibri</vt:lpstr>
      <vt:lpstr>Arial</vt:lpstr>
      <vt:lpstr>Calibri Light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361</cp:revision>
  <cp:lastPrinted>2023-05-11T05:21:42Z</cp:lastPrinted>
  <dcterms:created xsi:type="dcterms:W3CDTF">2017-01-17T16:57:04Z</dcterms:created>
  <dcterms:modified xsi:type="dcterms:W3CDTF">2024-04-29T09:08:43Z</dcterms:modified>
</cp:coreProperties>
</file>