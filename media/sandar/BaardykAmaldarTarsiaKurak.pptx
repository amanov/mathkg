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1"/>
  </p:notesMasterIdLst>
  <p:sldIdLst>
    <p:sldId id="941" r:id="rId3"/>
    <p:sldId id="940" r:id="rId4"/>
    <p:sldId id="281" r:id="rId5"/>
    <p:sldId id="835" r:id="rId6"/>
    <p:sldId id="939" r:id="rId7"/>
    <p:sldId id="833" r:id="rId8"/>
    <p:sldId id="834" r:id="rId9"/>
    <p:sldId id="938" r:id="rId10"/>
  </p:sldIdLst>
  <p:sldSz cx="9906000" cy="6858000" type="A4"/>
  <p:notesSz cx="6669088" cy="9926638"/>
  <p:embeddedFontLs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5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49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5866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435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56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51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90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71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686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60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42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1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210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9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29328" y="1578327"/>
            <a:ext cx="80486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16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Анимацияларды текшерип, 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сабагы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ң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ызга </a:t>
            </a:r>
            <a:r>
              <a:rPr lang="ru-RU" sz="2600" b="1" dirty="0">
                <a:solidFill>
                  <a:srgbClr val="FF0000"/>
                </a:solidFill>
                <a:latin typeface="Calibri" panose="020F0502020204030204"/>
              </a:rPr>
              <a:t>КЕРЕГИ ЖОК 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слайддарды 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ӨЧҮРҮ</a:t>
            </a:r>
            <a:r>
              <a:rPr lang="ky-KG" sz="1950" b="1" dirty="0">
                <a:solidFill>
                  <a:srgbClr val="FF0000"/>
                </a:solidFill>
                <a:latin typeface="Calibri" panose="020F0502020204030204"/>
              </a:rPr>
              <a:t>П САЛЫ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ҢЫЗ.</a:t>
            </a:r>
            <a:endParaRPr lang="en-US" sz="2600" b="1" dirty="0">
              <a:solidFill>
                <a:srgbClr val="FF0000"/>
              </a:solidFill>
              <a:latin typeface="Calibri" panose="020F0502020204030204"/>
            </a:endParaRPr>
          </a:p>
          <a:p>
            <a:pPr algn="ctr" defTabSz="388559">
              <a:defRPr/>
            </a:pPr>
            <a:endParaRPr lang="en-GB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87362" y="642938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42950"/>
            <a:r>
              <a:rPr lang="en-US" sz="5363" dirty="0" err="1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225" dirty="0">
                <a:solidFill>
                  <a:srgbClr val="00B0F0"/>
                </a:solidFill>
                <a:latin typeface="Calibri Light" panose="020F0302020204030204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76426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06D596C-741E-1A2A-CD50-0879A3B33A98}"/>
              </a:ext>
            </a:extLst>
          </p:cNvPr>
          <p:cNvSpPr txBox="1">
            <a:spLocks/>
          </p:cNvSpPr>
          <p:nvPr/>
        </p:nvSpPr>
        <p:spPr>
          <a:xfrm>
            <a:off x="187960" y="205422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1951A7A-2633-DA24-EAAC-03098566D1A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85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3" y="2742651"/>
            <a:ext cx="3779204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88816" y="3113031"/>
            <a:ext cx="3790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</a:p>
          <a:p>
            <a:pPr algn="ctr"/>
            <a:r>
              <a:rPr lang="ru-RU" sz="3200" dirty="0"/>
              <a:t>бүтүрө аласызбы?</a:t>
            </a:r>
            <a:endParaRPr lang="en-GB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97F46-2A31-2BDE-5226-CA1A740153BD}"/>
              </a:ext>
            </a:extLst>
          </p:cNvPr>
          <p:cNvSpPr/>
          <p:nvPr/>
        </p:nvSpPr>
        <p:spPr>
          <a:xfrm>
            <a:off x="273653" y="0"/>
            <a:ext cx="602408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Тарсиа Курак</a:t>
            </a:r>
            <a:endParaRPr lang="en-US" sz="8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4228B-18CD-4228-9200-D63F982A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63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6E5430-4232-4E25-9D40-1A23B1CE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AB802F7-A2A2-495B-B468-D71C81D09FDE}"/>
              </a:ext>
            </a:extLst>
          </p:cNvPr>
          <p:cNvGrpSpPr/>
          <p:nvPr/>
        </p:nvGrpSpPr>
        <p:grpSpPr>
          <a:xfrm rot="16200000">
            <a:off x="-1053123" y="1053123"/>
            <a:ext cx="6845300" cy="4739054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D11441-E19F-4ECD-8158-CDAEA8F84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9ECC40-4AB3-4247-9DB9-1A21E5746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39E065-2FD6-46E2-8F18-15492B110586}"/>
              </a:ext>
            </a:extLst>
          </p:cNvPr>
          <p:cNvGrpSpPr/>
          <p:nvPr/>
        </p:nvGrpSpPr>
        <p:grpSpPr>
          <a:xfrm rot="16200000">
            <a:off x="3987800" y="1053124"/>
            <a:ext cx="6845300" cy="4739054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CD31A9-3E19-48FC-819F-AF4E20AE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C2BD6B-608C-4ECF-80EE-19E00AE9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C713B-5E85-4626-98DC-5C5BBBE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4762"/>
            <a:ext cx="7896225" cy="6848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F135FA-A420-EB93-54D8-753F3B99FFBD}"/>
              </a:ext>
            </a:extLst>
          </p:cNvPr>
          <p:cNvSpPr txBox="1"/>
          <p:nvPr/>
        </p:nvSpPr>
        <p:spPr>
          <a:xfrm>
            <a:off x="-466725" y="196334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Жообу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174</Words>
  <Application>Microsoft Office PowerPoint</Application>
  <PresentationFormat>A4 Paper (210x297 mm)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 Light</vt:lpstr>
      <vt:lpstr>Verdana</vt:lpstr>
      <vt:lpstr>Calibri</vt:lpstr>
      <vt:lpstr>Office Theme</vt:lpstr>
      <vt:lpstr>1_Office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2019-08-02T05:25:33Z</cp:lastPrinted>
  <dcterms:created xsi:type="dcterms:W3CDTF">2017-01-17T16:57:04Z</dcterms:created>
  <dcterms:modified xsi:type="dcterms:W3CDTF">2024-04-30T07:26:31Z</dcterms:modified>
</cp:coreProperties>
</file>