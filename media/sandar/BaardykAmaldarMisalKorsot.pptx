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8"/>
  </p:notesMasterIdLst>
  <p:sldIdLst>
    <p:sldId id="978" r:id="rId2"/>
    <p:sldId id="962" r:id="rId3"/>
    <p:sldId id="963" r:id="rId4"/>
    <p:sldId id="964" r:id="rId5"/>
    <p:sldId id="939" r:id="rId6"/>
    <p:sldId id="953" r:id="rId7"/>
    <p:sldId id="942" r:id="rId8"/>
    <p:sldId id="977" r:id="rId9"/>
    <p:sldId id="976" r:id="rId10"/>
    <p:sldId id="943" r:id="rId11"/>
    <p:sldId id="972" r:id="rId12"/>
    <p:sldId id="961" r:id="rId13"/>
    <p:sldId id="944" r:id="rId14"/>
    <p:sldId id="968" r:id="rId15"/>
    <p:sldId id="960" r:id="rId16"/>
    <p:sldId id="973" r:id="rId17"/>
    <p:sldId id="975" r:id="rId18"/>
    <p:sldId id="974" r:id="rId19"/>
    <p:sldId id="945" r:id="rId20"/>
    <p:sldId id="954" r:id="rId21"/>
    <p:sldId id="955" r:id="rId22"/>
    <p:sldId id="956" r:id="rId23"/>
    <p:sldId id="946" r:id="rId24"/>
    <p:sldId id="947" r:id="rId25"/>
    <p:sldId id="948" r:id="rId26"/>
    <p:sldId id="949" r:id="rId27"/>
    <p:sldId id="950" r:id="rId28"/>
    <p:sldId id="951" r:id="rId29"/>
    <p:sldId id="971" r:id="rId30"/>
    <p:sldId id="970" r:id="rId31"/>
    <p:sldId id="959" r:id="rId32"/>
    <p:sldId id="965" r:id="rId33"/>
    <p:sldId id="958" r:id="rId34"/>
    <p:sldId id="967" r:id="rId35"/>
    <p:sldId id="969" r:id="rId36"/>
    <p:sldId id="938" r:id="rId37"/>
  </p:sldIdLst>
  <p:sldSz cx="9906000" cy="6858000" type="A4"/>
  <p:notesSz cx="7104063" cy="10234613"/>
  <p:embeddedFontLst>
    <p:embeddedFont>
      <p:font typeface="Cambria Math" panose="02040503050406030204" pitchFamily="18" charset="0"/>
      <p:regular r:id="rId3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30/04/2024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8DA03BD-0D10-881F-68DF-55A084B44400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736DD-D2AD-61E3-58E2-BEBBEB44F31C}"/>
              </a:ext>
            </a:extLst>
          </p:cNvPr>
          <p:cNvSpPr txBox="1"/>
          <p:nvPr/>
        </p:nvSpPr>
        <p:spPr>
          <a:xfrm>
            <a:off x="162560" y="1778000"/>
            <a:ext cx="974344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Бардык а</a:t>
            </a:r>
            <a:r>
              <a:rPr lang="ru-RU" sz="2400" dirty="0"/>
              <a:t>малдарды аткаруу тартиби</a:t>
            </a:r>
            <a:r>
              <a:rPr lang="en-US" sz="2400" dirty="0"/>
              <a:t>  - </a:t>
            </a:r>
            <a:r>
              <a:rPr lang="ky-KG" sz="2400" b="1" dirty="0">
                <a:solidFill>
                  <a:srgbClr val="FF0000"/>
                </a:solidFill>
              </a:rPr>
              <a:t>Мисал көрсөт</a:t>
            </a:r>
            <a:r>
              <a:rPr lang="ru-RU" sz="2400" b="1" dirty="0">
                <a:solidFill>
                  <a:srgbClr val="FF0000"/>
                </a:solidFill>
              </a:rPr>
              <a:t>...</a:t>
            </a:r>
            <a:endParaRPr lang="ru-RU" sz="20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Бул көнүгүү</a:t>
            </a:r>
            <a:r>
              <a:rPr lang="en-US" sz="2400" dirty="0"/>
              <a:t> </a:t>
            </a:r>
            <a:r>
              <a:rPr lang="ru-RU" sz="2400" dirty="0"/>
              <a:t>окуучуну ойлондуруу үчүн иштелип чыккан, эч кандай жооп жок.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Окуучулар жообун жупташып же мугалимге көрсөтүп текшерет.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Окуучулар мини-тактага же дептерге жооп жаза алышат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Анимацияларды текшерип, </a:t>
            </a:r>
            <a:r>
              <a:rPr lang="ky-KG" sz="2400" dirty="0"/>
              <a:t>сабагы</a:t>
            </a:r>
            <a:r>
              <a:rPr lang="ru-RU" sz="2400" dirty="0"/>
              <a:t>ң</a:t>
            </a:r>
            <a:r>
              <a:rPr lang="ky-KG" sz="2400" dirty="0"/>
              <a:t>ызга </a:t>
            </a:r>
            <a:r>
              <a:rPr lang="ru-RU" sz="2400" b="1" dirty="0">
                <a:solidFill>
                  <a:srgbClr val="FF0000"/>
                </a:solidFill>
              </a:rPr>
              <a:t>КЕРЕГИ ЖОК </a:t>
            </a:r>
            <a:r>
              <a:rPr lang="ru-RU" sz="2400" dirty="0"/>
              <a:t>слайддарды </a:t>
            </a:r>
            <a:r>
              <a:rPr lang="ru-RU" sz="2800" b="1" dirty="0">
                <a:solidFill>
                  <a:srgbClr val="FF0000"/>
                </a:solidFill>
              </a:rPr>
              <a:t>ӨЧҮРҮ</a:t>
            </a:r>
            <a:r>
              <a:rPr lang="ky-KG" sz="2800" b="1" dirty="0">
                <a:solidFill>
                  <a:srgbClr val="FF0000"/>
                </a:solidFill>
              </a:rPr>
              <a:t>П САЛЫ</a:t>
            </a:r>
            <a:r>
              <a:rPr lang="ru-RU" sz="2800" b="1" dirty="0">
                <a:solidFill>
                  <a:srgbClr val="FF0000"/>
                </a:solidFill>
              </a:rPr>
              <a:t>ҢЫЗ.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7096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833025" y="2424519"/>
            <a:ext cx="8626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… </a:t>
            </a:r>
            <a:r>
              <a:rPr lang="ky-KG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r>
              <a:rPr lang="en-GB" sz="4800" dirty="0"/>
              <a:t> </a:t>
            </a:r>
            <a:r>
              <a:rPr lang="ru-RU" sz="4800" dirty="0"/>
              <a:t>туура колдонулган.</a:t>
            </a:r>
            <a:endParaRPr lang="en-GB" sz="4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B21523-2F0B-284B-B0CA-860FC18E6C27}"/>
              </a:ext>
            </a:extLst>
          </p:cNvPr>
          <p:cNvSpPr txBox="1"/>
          <p:nvPr/>
        </p:nvSpPr>
        <p:spPr>
          <a:xfrm>
            <a:off x="302260" y="101491"/>
            <a:ext cx="664355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6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Мисал көрсөт</a:t>
            </a: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269F53-04AB-995E-5BF5-5F28B6A9D541}"/>
              </a:ext>
            </a:extLst>
          </p:cNvPr>
          <p:cNvSpPr txBox="1"/>
          <p:nvPr/>
        </p:nvSpPr>
        <p:spPr>
          <a:xfrm>
            <a:off x="1351280" y="5262880"/>
            <a:ext cx="4375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Кашаа,даража, тамыр, бөлүү</a:t>
            </a:r>
            <a:r>
              <a:rPr lang="en-US" dirty="0"/>
              <a:t>,</a:t>
            </a:r>
            <a:r>
              <a:rPr lang="ru-RU" dirty="0"/>
              <a:t> көбөйтүү</a:t>
            </a:r>
            <a:r>
              <a:rPr lang="ky-KG" dirty="0"/>
              <a:t>, кошуу кемит</a:t>
            </a:r>
            <a:r>
              <a:rPr lang="ru-RU" dirty="0"/>
              <a:t>үү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20668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51061" y="3044279"/>
            <a:ext cx="92039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ky-KG" sz="4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r>
              <a:rPr lang="en-GB" sz="4400" dirty="0"/>
              <a:t> </a:t>
            </a:r>
            <a:r>
              <a:rPr lang="ru-RU" sz="4400" dirty="0">
                <a:solidFill>
                  <a:srgbClr val="FF0000"/>
                </a:solidFill>
                <a:highlight>
                  <a:srgbClr val="FFFF00"/>
                </a:highlight>
              </a:rPr>
              <a:t>туура эмес </a:t>
            </a:r>
            <a:r>
              <a:rPr lang="ru-RU" sz="4400" dirty="0"/>
              <a:t>колдонулган.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9C5149-0F05-321F-02B7-166F9D4AC005}"/>
              </a:ext>
            </a:extLst>
          </p:cNvPr>
          <p:cNvSpPr txBox="1"/>
          <p:nvPr/>
        </p:nvSpPr>
        <p:spPr>
          <a:xfrm>
            <a:off x="0" y="152291"/>
            <a:ext cx="71958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6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Мисал көрсөт</a:t>
            </a: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769016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758244" y="3044279"/>
            <a:ext cx="638957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ky-KG" sz="4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r>
              <a:rPr lang="en-GB" sz="4400" dirty="0"/>
              <a:t> </a:t>
            </a:r>
            <a:r>
              <a:rPr lang="ru-RU" sz="4400" dirty="0">
                <a:solidFill>
                  <a:srgbClr val="FF0000"/>
                </a:solidFill>
                <a:highlight>
                  <a:srgbClr val="FFFF00"/>
                </a:highlight>
              </a:rPr>
              <a:t>көбү кылган </a:t>
            </a:r>
          </a:p>
          <a:p>
            <a:pPr algn="ctr"/>
            <a:r>
              <a:rPr lang="ru-RU" sz="4400" dirty="0"/>
              <a:t>каталардан бир канча.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8CBB28-3A76-B1FB-4148-EE37B9546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0971" y="-7932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13871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482848" y="2367171"/>
            <a:ext cx="694036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амалдардын тартиби бар </a:t>
            </a:r>
          </a:p>
          <a:p>
            <a:pPr algn="ctr"/>
            <a:r>
              <a:rPr lang="ru-RU" sz="4400" dirty="0"/>
              <a:t>эсептөөнүн натыйжасы</a:t>
            </a:r>
          </a:p>
          <a:p>
            <a:pPr algn="ctr"/>
            <a:r>
              <a:rPr lang="ru-RU" sz="4400" dirty="0"/>
              <a:t>туура колдонулган.</a:t>
            </a:r>
            <a:endParaRPr lang="en-GB" sz="4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44AF6B-A28B-8A29-89F6-4215C7EB5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71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07245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441167" y="2367171"/>
            <a:ext cx="702371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амалдардын тартиби </a:t>
            </a:r>
          </a:p>
          <a:p>
            <a:pPr algn="ctr"/>
            <a:r>
              <a:rPr lang="ru-RU" sz="4400" dirty="0"/>
              <a:t>бар эсептөөнүн натыйжасы</a:t>
            </a:r>
          </a:p>
          <a:p>
            <a:pPr algn="ctr"/>
            <a:r>
              <a:rPr lang="ru-RU" sz="4400" dirty="0"/>
              <a:t>туура эмес колдонулган.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D7D728-D2C4-51B9-7460-6F9788C94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825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09199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350737" y="2705725"/>
            <a:ext cx="520456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экинчи даражаны </a:t>
            </a:r>
          </a:p>
          <a:p>
            <a:pPr algn="ctr"/>
            <a:r>
              <a:rPr lang="ru-RU" sz="4400" dirty="0"/>
              <a:t>камтыган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5348AF-75AC-B6F1-D215-E435ACEB0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841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52445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534969" y="2705725"/>
            <a:ext cx="683610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тамырды камтыган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AA1FA1-670F-2F8B-7745-749E70F96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7611" y="17467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4533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893412" y="2705725"/>
            <a:ext cx="811921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3 түрдүү амалдар менен эсеп.</a:t>
            </a:r>
            <a:endParaRPr lang="en-GB" sz="4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ED0538-CD37-11CF-0582-F5E7B8CE5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49" y="12387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28444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90713" y="2705725"/>
            <a:ext cx="79246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4 түрдүү амалдар менен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5EF4BE-7244-B1E1-F675-1E96661E1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8091" y="12387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511977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431538" y="2705725"/>
            <a:ext cx="70429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5 түрдүү амал менен эсеп.</a:t>
            </a:r>
            <a:endParaRPr lang="en-GB" sz="4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B7E231-5DDB-58E3-1663-362119535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8731" y="17467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9249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282413" y="2705725"/>
            <a:ext cx="534120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сиз билген бардык </a:t>
            </a:r>
          </a:p>
          <a:p>
            <a:pPr algn="ctr"/>
            <a:r>
              <a:rPr lang="ru-RU" sz="4400" dirty="0"/>
              <a:t>амалдар менен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B11F59-ABF6-1DA2-F478-E5FFB5036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161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871165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237256" y="3044279"/>
            <a:ext cx="743152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… кашааларды камтыган эсеп.</a:t>
            </a:r>
            <a:endParaRPr lang="en-GB" sz="4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ECBABE-3D86-087C-E651-55CBD6DB7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7931" y="8323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886988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894874" y="2705725"/>
            <a:ext cx="611629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керексиз кашааларды </a:t>
            </a:r>
          </a:p>
          <a:p>
            <a:pPr algn="ctr"/>
            <a:r>
              <a:rPr lang="ru-RU" sz="4400" dirty="0"/>
              <a:t>камтыган эсеп.</a:t>
            </a:r>
            <a:endParaRPr lang="en-GB" sz="4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A679D4-86F1-B654-A034-A44FB9EDD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7931" y="6412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208683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334721" y="2705725"/>
            <a:ext cx="723659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кашаалардын ичинде</a:t>
            </a:r>
          </a:p>
          <a:p>
            <a:pPr algn="ctr"/>
            <a:r>
              <a:rPr lang="ru-RU" sz="4400" dirty="0"/>
              <a:t> кашааларды камтыган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2F70E9-DE22-79F2-160B-B64FAFCF2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3209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522086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105812" y="2705725"/>
            <a:ext cx="769441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чарчы кашаа камтыган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6D34A3-9B69-F65F-9F00-27DC23493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017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013164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33469" y="2705725"/>
            <a:ext cx="843910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терс сандын </a:t>
            </a:r>
          </a:p>
          <a:p>
            <a:pPr algn="ctr"/>
            <a:r>
              <a:rPr lang="ru-RU" sz="4400" dirty="0"/>
              <a:t>экинчи даражасын камтыган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51C998-626A-C290-F721-C2261361E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969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835215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886669" y="2705725"/>
            <a:ext cx="61327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...  тамыр камтыган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B7F0C1-C4ED-C211-B7A2-92C2E7EC1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161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197704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159624" y="3044279"/>
            <a:ext cx="55867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... нөлгө барабар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536451-023D-6544-71EE-B654C3CDA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29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649194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690424" y="2705725"/>
            <a:ext cx="652518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10го барабар болгон </a:t>
            </a:r>
          </a:p>
          <a:p>
            <a:pPr algn="ctr"/>
            <a:r>
              <a:rPr lang="ru-RU" sz="4400" dirty="0"/>
              <a:t>3 түрдүү амал менен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17CF4B-D152-7FA6-1B62-7542AB558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2411" y="3364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374289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593124" y="2705725"/>
            <a:ext cx="671978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6га барабар болгон </a:t>
            </a:r>
          </a:p>
          <a:p>
            <a:pPr algn="ctr"/>
            <a:r>
              <a:rPr lang="ru-RU" sz="4400" dirty="0"/>
              <a:t>4 түрдүү амал менен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CEC90B-B503-3A02-2B61-5DB0718E2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049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381222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690424" y="2705725"/>
            <a:ext cx="652518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12ге барабар болгон </a:t>
            </a:r>
          </a:p>
          <a:p>
            <a:pPr algn="ctr"/>
            <a:r>
              <a:rPr lang="ru-RU" sz="4400" dirty="0"/>
              <a:t>5 түрдүү амал менен эсеп.</a:t>
            </a:r>
            <a:endParaRPr lang="en-GB" sz="4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00E62A-7A87-16DD-0F1B-A09934541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937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438483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038870" y="2628643"/>
            <a:ext cx="38282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түрүндө эсеп</a:t>
            </a:r>
            <a:endParaRPr lang="en-GB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3241107" y="4033494"/>
                <a:ext cx="342382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1107" y="4033494"/>
                <a:ext cx="3423821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F97BAAB-216C-400C-75E4-A207EE9354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40651" y="12387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695183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008414" y="2628643"/>
            <a:ext cx="38892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/>
              <a:t>…</a:t>
            </a:r>
            <a:r>
              <a:rPr lang="ru-RU" sz="4400" dirty="0"/>
              <a:t>түрүндө эсеп</a:t>
            </a:r>
            <a:r>
              <a:rPr lang="en-US" sz="4400" dirty="0"/>
              <a:t>:</a:t>
            </a:r>
            <a:endParaRPr lang="en-GB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3173942" y="4033494"/>
                <a:ext cx="3558154" cy="103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942" y="4033494"/>
                <a:ext cx="3558154" cy="10376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2534E797-64DB-2117-8E57-8C59F4BB6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5081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7206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963524" y="2628643"/>
            <a:ext cx="39789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түрүндө эсеп</a:t>
            </a:r>
            <a:r>
              <a:rPr lang="en-US" sz="4400" dirty="0"/>
              <a:t>:</a:t>
            </a:r>
            <a:endParaRPr lang="en-GB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3223955" y="4033494"/>
                <a:ext cx="3458126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÷</m:t>
                      </m:r>
                      <m:sSup>
                        <m:sSup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3955" y="4033494"/>
                <a:ext cx="3458126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4C091D0-2ECC-C45A-825B-E3EE6BF71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03211" y="68323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531415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963529" y="2628643"/>
            <a:ext cx="39789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түрүндө эсеп</a:t>
            </a:r>
            <a:r>
              <a:rPr lang="en-GB" sz="44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2996554" y="4033494"/>
                <a:ext cx="3912931" cy="9324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rad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÷</m:t>
                      </m:r>
                      <m:sSup>
                        <m:sSup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6554" y="4033494"/>
                <a:ext cx="3912931" cy="9324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6A11247-D794-841C-52BF-C498CDA682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56537" y="206186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633260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963524" y="2628643"/>
            <a:ext cx="39789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түрүндө эсеп</a:t>
            </a:r>
            <a:r>
              <a:rPr lang="en-GB" sz="44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1797670" y="4033494"/>
                <a:ext cx="6310702" cy="103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5400" i="1" dirty="0" smtClean="0">
                          <a:latin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54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rad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5400" i="1" dirty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670" y="4033494"/>
                <a:ext cx="6310702" cy="10376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3DAEFED-8699-2256-0E60-E4193FD488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32091" y="-33277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60993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899404" y="2628643"/>
            <a:ext cx="410721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:</a:t>
            </a:r>
            <a:r>
              <a:rPr lang="ru-RU" sz="4400" dirty="0"/>
              <a:t> түрүндө эсеп</a:t>
            </a:r>
            <a:endParaRPr lang="en-GB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2069507" y="4033494"/>
                <a:ext cx="5767028" cy="10985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54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×(</m:t>
                          </m:r>
                          <m:sSup>
                            <m:sSupPr>
                              <m:ctrlPr>
                                <a:rPr lang="en-GB" sz="5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5400" i="1" dirty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GB" sz="5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r>
                        <a:rPr lang="en-GB" sz="5400" i="1" dirty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9507" y="4033494"/>
                <a:ext cx="5767028" cy="10985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6F674B46-A6EB-2DE4-0FD0-754BB0EBD4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2193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386445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963524" y="2628643"/>
            <a:ext cx="39789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түрүндө эсеп</a:t>
            </a:r>
            <a:r>
              <a:rPr lang="en-GB" sz="44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758252" y="4033494"/>
                <a:ext cx="8389541" cy="10985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5400" i="1" dirty="0">
                          <a:latin typeface="Cambria Math" panose="02040503050406030204" pitchFamily="18" charset="0"/>
                        </a:rPr>
                        <m:t>÷</m:t>
                      </m:r>
                      <m:sSup>
                        <m:sSup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ad>
                        <m:radPr>
                          <m:degHide m:val="on"/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rad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52" y="4033494"/>
                <a:ext cx="8389541" cy="10985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2DDA8E7-D7DB-AB45-7E5E-19156AEA0E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8985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247042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963524" y="2628643"/>
            <a:ext cx="39789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түрүндө эсеп</a:t>
            </a:r>
            <a:r>
              <a:rPr lang="en-GB" sz="44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855359" y="3917115"/>
                <a:ext cx="8195320" cy="1759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5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5400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GB" sz="5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GB" sz="5400" i="1" dirty="0" smtClean="0">
                          <a:latin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54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</m:rad>
                      <m:r>
                        <a:rPr lang="en-GB" sz="5400" i="1" dirty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359" y="3917115"/>
                <a:ext cx="8195320" cy="1759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F13BFD0-1B40-07FD-0F26-1CD997D6E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50811" y="8323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339727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96358" y="2367171"/>
            <a:ext cx="791332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бөлүктүн алымы </a:t>
            </a:r>
            <a:endParaRPr lang="en-US" sz="4400" dirty="0"/>
          </a:p>
          <a:p>
            <a:pPr algn="ctr"/>
            <a:r>
              <a:rPr lang="ru-RU" sz="4400" dirty="0"/>
              <a:t>катары амалды камтыган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4289F7-661D-F6C5-F464-4462B8065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0651" y="16451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451765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32238" y="2367171"/>
            <a:ext cx="804156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бөлүктүн бөлүүчүсү</a:t>
            </a:r>
            <a:endParaRPr lang="en-US" sz="4400" dirty="0"/>
          </a:p>
          <a:p>
            <a:pPr algn="ctr"/>
            <a:r>
              <a:rPr lang="ru-RU" sz="4400" dirty="0"/>
              <a:t> катары амалды камтыган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D4100C-6BCF-FAAE-E516-7CFB8CC12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129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625669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615441" y="2028616"/>
            <a:ext cx="667516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бөлчөктүн алуучу </a:t>
            </a:r>
            <a:endParaRPr lang="en-US" sz="4400" dirty="0"/>
          </a:p>
          <a:p>
            <a:pPr algn="ctr"/>
            <a:r>
              <a:rPr lang="ru-RU" sz="4400" dirty="0"/>
              <a:t>жана бөлүүчүсү сыяктуу </a:t>
            </a:r>
            <a:endParaRPr lang="en-US" sz="4400" dirty="0"/>
          </a:p>
          <a:p>
            <a:pPr algn="ctr"/>
            <a:r>
              <a:rPr lang="ru-RU" sz="4400" dirty="0"/>
              <a:t>амалдарды камтыган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E4BE27-9ACE-9A30-6E20-7C019F388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065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29736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690431" y="2367171"/>
            <a:ext cx="652518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терс натыйжасы бар </a:t>
            </a:r>
            <a:endParaRPr lang="en-US" sz="4400" dirty="0"/>
          </a:p>
          <a:p>
            <a:pPr algn="ctr"/>
            <a:r>
              <a:rPr lang="ru-RU" sz="4400" dirty="0"/>
              <a:t>4 түрдүү амал менен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59CAEB-8AB0-19C4-7D82-2884ACFB8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017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04665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256977" y="2367171"/>
            <a:ext cx="739208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ондук натыйжага ээ болгон </a:t>
            </a:r>
          </a:p>
          <a:p>
            <a:pPr algn="ctr"/>
            <a:r>
              <a:rPr lang="ru-RU" sz="4400" dirty="0"/>
              <a:t>4 түрдүү амал менен эсептөө.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D8D48E-14EC-5B1C-8654-F0A90BB7E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0811" y="7307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913802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1B09E3-FB1B-418E-8296-C75D3293A2FA}"/>
              </a:ext>
            </a:extLst>
          </p:cNvPr>
          <p:cNvSpPr txBox="1"/>
          <p:nvPr/>
        </p:nvSpPr>
        <p:spPr>
          <a:xfrm>
            <a:off x="254000" y="1310640"/>
            <a:ext cx="9398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800" dirty="0"/>
              <a:t>Суроолор барбы?</a:t>
            </a:r>
          </a:p>
          <a:p>
            <a:pPr marL="0" indent="0" algn="ctr">
              <a:buNone/>
            </a:pPr>
            <a:r>
              <a:rPr lang="ru-RU" sz="2800" dirty="0"/>
              <a:t>Комментарийлер?</a:t>
            </a:r>
          </a:p>
          <a:p>
            <a:pPr marL="0" indent="0" algn="ctr">
              <a:buNone/>
            </a:pPr>
            <a:r>
              <a:rPr lang="ru-RU" sz="2800" dirty="0"/>
              <a:t>Сунуштар?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…же ката таптыңызбы!?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10449</TotalTime>
  <Words>387</Words>
  <Application>Microsoft Office PowerPoint</Application>
  <PresentationFormat>A4 Paper (210x297 mm)</PresentationFormat>
  <Paragraphs>86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Cambria Math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503</cp:revision>
  <cp:lastPrinted>2017-12-31T22:38:51Z</cp:lastPrinted>
  <dcterms:created xsi:type="dcterms:W3CDTF">2017-01-17T16:57:04Z</dcterms:created>
  <dcterms:modified xsi:type="dcterms:W3CDTF">2024-04-30T08:10:35Z</dcterms:modified>
</cp:coreProperties>
</file>