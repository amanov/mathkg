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1"/>
  </p:notesMasterIdLst>
  <p:sldIdLst>
    <p:sldId id="954" r:id="rId2"/>
    <p:sldId id="949" r:id="rId3"/>
    <p:sldId id="950" r:id="rId4"/>
    <p:sldId id="947" r:id="rId5"/>
    <p:sldId id="948" r:id="rId6"/>
    <p:sldId id="951" r:id="rId7"/>
    <p:sldId id="952" r:id="rId8"/>
    <p:sldId id="953" r:id="rId9"/>
    <p:sldId id="938" r:id="rId10"/>
  </p:sldIdLst>
  <p:sldSz cx="9906000" cy="6858000" type="A4"/>
  <p:notesSz cx="7104063" cy="10234613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Calibri Light" panose="020F0302020204030204" pitchFamily="34" charset="0"/>
      <p:regular r:id="rId16"/>
      <p:italic r:id="rId17"/>
    </p:embeddedFont>
    <p:embeddedFont>
      <p:font typeface="Cambria Math" panose="02040503050406030204" pitchFamily="18" charset="0"/>
      <p:regular r:id="rId18"/>
    </p:embeddedFont>
    <p:embeddedFont>
      <p:font typeface="Stencil" panose="040409050D0802020404" pitchFamily="82" charset="0"/>
      <p:regular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01/10/2023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21" Type="http://schemas.openxmlformats.org/officeDocument/2006/relationships/image" Target="../media/image18.png"/><Relationship Id="rId34" Type="http://schemas.openxmlformats.org/officeDocument/2006/relationships/image" Target="../media/image33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3.png"/><Relationship Id="rId25" Type="http://schemas.openxmlformats.org/officeDocument/2006/relationships/image" Target="../media/image27.png"/><Relationship Id="rId33" Type="http://schemas.openxmlformats.org/officeDocument/2006/relationships/image" Target="../media/image26.png"/><Relationship Id="rId2" Type="http://schemas.openxmlformats.org/officeDocument/2006/relationships/image" Target="../media/image43.png"/><Relationship Id="rId16" Type="http://schemas.openxmlformats.org/officeDocument/2006/relationships/image" Target="../media/image12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4.png"/><Relationship Id="rId24" Type="http://schemas.openxmlformats.org/officeDocument/2006/relationships/image" Target="../media/image21.png"/><Relationship Id="rId32" Type="http://schemas.openxmlformats.org/officeDocument/2006/relationships/image" Target="../media/image25.png"/><Relationship Id="rId37" Type="http://schemas.openxmlformats.org/officeDocument/2006/relationships/image" Target="../media/image29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23" Type="http://schemas.openxmlformats.org/officeDocument/2006/relationships/image" Target="../media/image19.png"/><Relationship Id="rId28" Type="http://schemas.openxmlformats.org/officeDocument/2006/relationships/image" Target="../media/image30.png"/><Relationship Id="rId36" Type="http://schemas.openxmlformats.org/officeDocument/2006/relationships/image" Target="../media/image28.png"/><Relationship Id="rId10" Type="http://schemas.openxmlformats.org/officeDocument/2006/relationships/image" Target="../media/image3.png"/><Relationship Id="rId19" Type="http://schemas.openxmlformats.org/officeDocument/2006/relationships/image" Target="../media/image16.png"/><Relationship Id="rId31" Type="http://schemas.openxmlformats.org/officeDocument/2006/relationships/image" Target="../media/image23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0.png"/><Relationship Id="rId22" Type="http://schemas.openxmlformats.org/officeDocument/2006/relationships/image" Target="../media/image24.png"/><Relationship Id="rId30" Type="http://schemas.openxmlformats.org/officeDocument/2006/relationships/image" Target="../media/image32.png"/><Relationship Id="rId35" Type="http://schemas.openxmlformats.org/officeDocument/2006/relationships/image" Target="../media/image3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21" Type="http://schemas.openxmlformats.org/officeDocument/2006/relationships/image" Target="../media/image230.png"/><Relationship Id="rId34" Type="http://schemas.openxmlformats.org/officeDocument/2006/relationships/image" Target="../media/image33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0.png"/><Relationship Id="rId25" Type="http://schemas.openxmlformats.org/officeDocument/2006/relationships/image" Target="../media/image27.png"/><Relationship Id="rId33" Type="http://schemas.openxmlformats.org/officeDocument/2006/relationships/image" Target="../media/image38.png"/><Relationship Id="rId2" Type="http://schemas.openxmlformats.org/officeDocument/2006/relationships/image" Target="../media/image43.png"/><Relationship Id="rId16" Type="http://schemas.openxmlformats.org/officeDocument/2006/relationships/image" Target="../media/image180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0.png"/><Relationship Id="rId11" Type="http://schemas.openxmlformats.org/officeDocument/2006/relationships/image" Target="../media/image130.png"/><Relationship Id="rId24" Type="http://schemas.openxmlformats.org/officeDocument/2006/relationships/image" Target="../media/image260.png"/><Relationship Id="rId32" Type="http://schemas.openxmlformats.org/officeDocument/2006/relationships/image" Target="../media/image290.png"/><Relationship Id="rId37" Type="http://schemas.openxmlformats.org/officeDocument/2006/relationships/image" Target="../media/image35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23" Type="http://schemas.openxmlformats.org/officeDocument/2006/relationships/image" Target="../media/image250.png"/><Relationship Id="rId28" Type="http://schemas.openxmlformats.org/officeDocument/2006/relationships/image" Target="../media/image30.png"/><Relationship Id="rId36" Type="http://schemas.openxmlformats.org/officeDocument/2006/relationships/image" Target="../media/image34.png"/><Relationship Id="rId10" Type="http://schemas.openxmlformats.org/officeDocument/2006/relationships/image" Target="../media/image120.png"/><Relationship Id="rId19" Type="http://schemas.openxmlformats.org/officeDocument/2006/relationships/image" Target="../media/image210.png"/><Relationship Id="rId31" Type="http://schemas.openxmlformats.org/officeDocument/2006/relationships/image" Target="../media/image280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36.png"/><Relationship Id="rId22" Type="http://schemas.openxmlformats.org/officeDocument/2006/relationships/image" Target="../media/image24.png"/><Relationship Id="rId30" Type="http://schemas.openxmlformats.org/officeDocument/2006/relationships/image" Target="../media/image32.png"/><Relationship Id="rId35" Type="http://schemas.openxmlformats.org/officeDocument/2006/relationships/image" Target="../media/image3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26" Type="http://schemas.openxmlformats.org/officeDocument/2006/relationships/image" Target="../media/image260.png"/><Relationship Id="rId3" Type="http://schemas.openxmlformats.org/officeDocument/2006/relationships/image" Target="../media/image5.png"/><Relationship Id="rId21" Type="http://schemas.openxmlformats.org/officeDocument/2006/relationships/image" Target="../media/image230.png"/><Relationship Id="rId34" Type="http://schemas.openxmlformats.org/officeDocument/2006/relationships/image" Target="../media/image33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0.png"/><Relationship Id="rId25" Type="http://schemas.openxmlformats.org/officeDocument/2006/relationships/image" Target="../media/image40.png"/><Relationship Id="rId33" Type="http://schemas.openxmlformats.org/officeDocument/2006/relationships/image" Target="../media/image38.png"/><Relationship Id="rId2" Type="http://schemas.openxmlformats.org/officeDocument/2006/relationships/image" Target="../media/image43.png"/><Relationship Id="rId16" Type="http://schemas.openxmlformats.org/officeDocument/2006/relationships/image" Target="../media/image180.png"/><Relationship Id="rId20" Type="http://schemas.openxmlformats.org/officeDocument/2006/relationships/image" Target="../media/image22.png"/><Relationship Id="rId29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0.png"/><Relationship Id="rId11" Type="http://schemas.openxmlformats.org/officeDocument/2006/relationships/image" Target="../media/image130.png"/><Relationship Id="rId24" Type="http://schemas.openxmlformats.org/officeDocument/2006/relationships/image" Target="../media/image250.png"/><Relationship Id="rId32" Type="http://schemas.openxmlformats.org/officeDocument/2006/relationships/image" Target="../media/image290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23" Type="http://schemas.openxmlformats.org/officeDocument/2006/relationships/image" Target="../media/image24.png"/><Relationship Id="rId28" Type="http://schemas.openxmlformats.org/officeDocument/2006/relationships/image" Target="../media/image30.png"/><Relationship Id="rId36" Type="http://schemas.openxmlformats.org/officeDocument/2006/relationships/image" Target="../media/image42.png"/><Relationship Id="rId10" Type="http://schemas.openxmlformats.org/officeDocument/2006/relationships/image" Target="../media/image120.png"/><Relationship Id="rId19" Type="http://schemas.openxmlformats.org/officeDocument/2006/relationships/image" Target="../media/image210.png"/><Relationship Id="rId31" Type="http://schemas.openxmlformats.org/officeDocument/2006/relationships/image" Target="../media/image280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36.png"/><Relationship Id="rId22" Type="http://schemas.openxmlformats.org/officeDocument/2006/relationships/image" Target="../media/image39.png"/><Relationship Id="rId27" Type="http://schemas.openxmlformats.org/officeDocument/2006/relationships/image" Target="../media/image27.png"/><Relationship Id="rId30" Type="http://schemas.openxmlformats.org/officeDocument/2006/relationships/image" Target="../media/image32.png"/><Relationship Id="rId35" Type="http://schemas.openxmlformats.org/officeDocument/2006/relationships/image" Target="../media/image3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21" Type="http://schemas.openxmlformats.org/officeDocument/2006/relationships/image" Target="../media/image230.png"/><Relationship Id="rId34" Type="http://schemas.openxmlformats.org/officeDocument/2006/relationships/image" Target="../media/image33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0.png"/><Relationship Id="rId25" Type="http://schemas.openxmlformats.org/officeDocument/2006/relationships/image" Target="../media/image27.png"/><Relationship Id="rId33" Type="http://schemas.openxmlformats.org/officeDocument/2006/relationships/image" Target="../media/image31.png"/><Relationship Id="rId2" Type="http://schemas.openxmlformats.org/officeDocument/2006/relationships/image" Target="../media/image43.png"/><Relationship Id="rId16" Type="http://schemas.openxmlformats.org/officeDocument/2006/relationships/image" Target="../media/image180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0.png"/><Relationship Id="rId24" Type="http://schemas.openxmlformats.org/officeDocument/2006/relationships/image" Target="../media/image260.png"/><Relationship Id="rId32" Type="http://schemas.openxmlformats.org/officeDocument/2006/relationships/image" Target="../media/image290.png"/><Relationship Id="rId37" Type="http://schemas.openxmlformats.org/officeDocument/2006/relationships/image" Target="../media/image35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23" Type="http://schemas.openxmlformats.org/officeDocument/2006/relationships/image" Target="../media/image250.png"/><Relationship Id="rId28" Type="http://schemas.openxmlformats.org/officeDocument/2006/relationships/image" Target="../media/image30.png"/><Relationship Id="rId36" Type="http://schemas.openxmlformats.org/officeDocument/2006/relationships/image" Target="../media/image34.png"/><Relationship Id="rId10" Type="http://schemas.openxmlformats.org/officeDocument/2006/relationships/image" Target="../media/image121.png"/><Relationship Id="rId19" Type="http://schemas.openxmlformats.org/officeDocument/2006/relationships/image" Target="../media/image210.png"/><Relationship Id="rId31" Type="http://schemas.openxmlformats.org/officeDocument/2006/relationships/image" Target="../media/image280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0.png"/><Relationship Id="rId22" Type="http://schemas.openxmlformats.org/officeDocument/2006/relationships/image" Target="../media/image24.png"/><Relationship Id="rId30" Type="http://schemas.openxmlformats.org/officeDocument/2006/relationships/image" Target="../media/image32.png"/><Relationship Id="rId35" Type="http://schemas.openxmlformats.org/officeDocument/2006/relationships/image" Target="../media/image3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AFCF8B4C-AEBB-524E-02AB-6FBBA102835D}"/>
              </a:ext>
            </a:extLst>
          </p:cNvPr>
          <p:cNvSpPr txBox="1">
            <a:spLocks/>
          </p:cNvSpPr>
          <p:nvPr/>
        </p:nvSpPr>
        <p:spPr>
          <a:xfrm>
            <a:off x="167640" y="1852613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y-KG" dirty="0"/>
              <a:t>Бардык а</a:t>
            </a:r>
            <a:r>
              <a:rPr lang="ru-RU" dirty="0"/>
              <a:t>малдарды аткаруу тартиби</a:t>
            </a:r>
            <a:r>
              <a:rPr lang="en-US" dirty="0"/>
              <a:t>  –</a:t>
            </a:r>
            <a:r>
              <a:rPr lang="ky-KG" dirty="0"/>
              <a:t> МЕГА ЭСЕПТЕР</a:t>
            </a:r>
            <a:endParaRPr lang="ru-RU" dirty="0"/>
          </a:p>
          <a:p>
            <a:endParaRPr lang="ru-RU" dirty="0"/>
          </a:p>
          <a:p>
            <a:r>
              <a:rPr lang="ru-RU" dirty="0"/>
              <a:t>Иш барагы 3 өлчөмдө.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3200" b="1" dirty="0">
                <a:solidFill>
                  <a:srgbClr val="FF0000"/>
                </a:solidFill>
              </a:rPr>
              <a:t>ӨЧҮРҮ</a:t>
            </a:r>
            <a:r>
              <a:rPr lang="ky-KG" sz="3200" b="1" dirty="0">
                <a:solidFill>
                  <a:srgbClr val="FF0000"/>
                </a:solidFill>
              </a:rPr>
              <a:t>П САЛЫ</a:t>
            </a:r>
            <a:r>
              <a:rPr lang="ru-RU" sz="32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5F7EACF4-58DB-7B3A-6485-9251C59450A4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5509516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238" y="0"/>
            <a:ext cx="9903523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B56ECB-6730-788B-5E88-75CC5C910A3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17"/>
          <a:stretch/>
        </p:blipFill>
        <p:spPr>
          <a:xfrm>
            <a:off x="20" y="1282"/>
            <a:ext cx="9905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158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7025865" y="62107"/>
            <a:ext cx="183255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b="1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МЕГА </a:t>
            </a:r>
          </a:p>
          <a:p>
            <a:pPr algn="ctr"/>
            <a:r>
              <a:rPr lang="ru-RU" sz="2800" b="1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ЭСЕПТЕР!</a:t>
            </a:r>
            <a:endParaRPr lang="en-GB" sz="2800" b="1" dirty="0">
              <a:solidFill>
                <a:schemeClr val="bg1">
                  <a:lumMod val="50000"/>
                </a:schemeClr>
              </a:solidFill>
              <a:latin typeface="Stencil" panose="040409050D0802020404" pitchFamily="8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7FC5E114-9D65-478A-8DB6-71D243EF58D6}"/>
                  </a:ext>
                </a:extLst>
              </p:cNvPr>
              <p:cNvSpPr/>
              <p:nvPr/>
            </p:nvSpPr>
            <p:spPr>
              <a:xfrm>
                <a:off x="517121" y="100779"/>
                <a:ext cx="2759479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5−3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7FC5E114-9D65-478A-8DB6-71D243EF58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21" y="100779"/>
                <a:ext cx="2759479" cy="611066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5A01DC1F-E20F-44E1-A609-ECF27B05CE38}"/>
                  </a:ext>
                </a:extLst>
              </p:cNvPr>
              <p:cNvSpPr/>
              <p:nvPr/>
            </p:nvSpPr>
            <p:spPr>
              <a:xfrm>
                <a:off x="3736571" y="100779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5A01DC1F-E20F-44E1-A609-ECF27B05CE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6571" y="100779"/>
                <a:ext cx="521104" cy="611066"/>
              </a:xfrm>
              <a:prstGeom prst="roundRect">
                <a:avLst/>
              </a:prstGeom>
              <a:blipFill>
                <a:blip r:embed="rId3"/>
                <a:stretch>
                  <a:fillRect l="-1149" r="-3448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41706B-BCA7-4E60-AB7B-155D201DD86C}"/>
                  </a:ext>
                </a:extLst>
              </p:cNvPr>
              <p:cNvSpPr txBox="1"/>
              <p:nvPr/>
            </p:nvSpPr>
            <p:spPr>
              <a:xfrm>
                <a:off x="3238500" y="175480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41706B-BCA7-4E60-AB7B-155D201DD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8500" y="175480"/>
                <a:ext cx="534121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14AD4541-C9A3-44E4-990C-26DEAB8F714C}"/>
              </a:ext>
            </a:extLst>
          </p:cNvPr>
          <p:cNvSpPr txBox="1"/>
          <p:nvPr/>
        </p:nvSpPr>
        <p:spPr>
          <a:xfrm>
            <a:off x="157316" y="252424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5796712C-375E-4084-BA8C-51AD99AF627D}"/>
                  </a:ext>
                </a:extLst>
              </p:cNvPr>
              <p:cNvSpPr/>
              <p:nvPr/>
            </p:nvSpPr>
            <p:spPr>
              <a:xfrm>
                <a:off x="4336646" y="100779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5796712C-375E-4084-BA8C-51AD99AF62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6646" y="100779"/>
                <a:ext cx="521104" cy="611066"/>
              </a:xfrm>
              <a:prstGeom prst="roundRect">
                <a:avLst/>
              </a:prstGeom>
              <a:blipFill>
                <a:blip r:embed="rId5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030ABA21-4C4F-40FD-AA59-47BB72DB73E9}"/>
                  </a:ext>
                </a:extLst>
              </p:cNvPr>
              <p:cNvSpPr/>
              <p:nvPr/>
            </p:nvSpPr>
            <p:spPr>
              <a:xfrm>
                <a:off x="4927196" y="100779"/>
                <a:ext cx="521104" cy="611066"/>
              </a:xfrm>
              <a:prstGeom prst="roundRect">
                <a:avLst/>
              </a:prstGeom>
              <a:solidFill>
                <a:srgbClr val="F2F2F2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16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030ABA21-4C4F-40FD-AA59-47BB72DB73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7196" y="100779"/>
                <a:ext cx="521104" cy="611066"/>
              </a:xfrm>
              <a:prstGeom prst="roundRect">
                <a:avLst/>
              </a:prstGeom>
              <a:blipFill>
                <a:blip r:embed="rId6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9C63B5D8-5B72-46A3-AB64-9E3272374D4F}"/>
                  </a:ext>
                </a:extLst>
              </p:cNvPr>
              <p:cNvSpPr/>
              <p:nvPr/>
            </p:nvSpPr>
            <p:spPr>
              <a:xfrm>
                <a:off x="3631796" y="919593"/>
                <a:ext cx="3502429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100</m:t>
                          </m:r>
                        </m:e>
                      </m:rad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2−2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9C63B5D8-5B72-46A3-AB64-9E3272374D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1796" y="919593"/>
                <a:ext cx="3502429" cy="611066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D18EAB51-43D3-4E5A-90D3-8869DFA3123A}"/>
                  </a:ext>
                </a:extLst>
              </p:cNvPr>
              <p:cNvSpPr/>
              <p:nvPr/>
            </p:nvSpPr>
            <p:spPr>
              <a:xfrm>
                <a:off x="7648483" y="940994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D18EAB51-43D3-4E5A-90D3-8869DFA312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8483" y="940994"/>
                <a:ext cx="521104" cy="611066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506A44C-D843-4ECC-8CF7-0A4B5A895DFF}"/>
                  </a:ext>
                </a:extLst>
              </p:cNvPr>
              <p:cNvSpPr txBox="1"/>
              <p:nvPr/>
            </p:nvSpPr>
            <p:spPr>
              <a:xfrm>
                <a:off x="7134225" y="989079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506A44C-D843-4ECC-8CF7-0A4B5A895D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4225" y="989079"/>
                <a:ext cx="534121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5EE6AEF5-297C-4850-8B20-D9716F2E08C9}"/>
              </a:ext>
            </a:extLst>
          </p:cNvPr>
          <p:cNvSpPr txBox="1"/>
          <p:nvPr/>
        </p:nvSpPr>
        <p:spPr>
          <a:xfrm>
            <a:off x="3271991" y="1066023"/>
            <a:ext cx="3951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b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FE9B0471-F7FE-4FC7-956B-48FF2A0FA187}"/>
                  </a:ext>
                </a:extLst>
              </p:cNvPr>
              <p:cNvSpPr/>
              <p:nvPr/>
            </p:nvSpPr>
            <p:spPr>
              <a:xfrm>
                <a:off x="8353326" y="948542"/>
                <a:ext cx="521104" cy="611066"/>
              </a:xfrm>
              <a:prstGeom prst="roundRect">
                <a:avLst/>
              </a:prstGeom>
              <a:solidFill>
                <a:srgbClr val="F2F2F2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FE9B0471-F7FE-4FC7-956B-48FF2A0FA1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3326" y="948542"/>
                <a:ext cx="521104" cy="611066"/>
              </a:xfrm>
              <a:prstGeom prst="roundRect">
                <a:avLst/>
              </a:prstGeom>
              <a:blipFill>
                <a:blip r:embed="rId10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D0AC964D-1EC2-4F10-9110-C503DBE79ECB}"/>
                  </a:ext>
                </a:extLst>
              </p:cNvPr>
              <p:cNvSpPr/>
              <p:nvPr/>
            </p:nvSpPr>
            <p:spPr>
              <a:xfrm>
                <a:off x="9058169" y="954816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D0AC964D-1EC2-4F10-9110-C503DBE79E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8169" y="954816"/>
                <a:ext cx="521104" cy="611066"/>
              </a:xfrm>
              <a:prstGeom prst="roundRect">
                <a:avLst/>
              </a:prstGeom>
              <a:blipFill>
                <a:blip r:embed="rId11"/>
                <a:stretch>
                  <a:fillRect l="-1149" r="-3448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AE6451EA-57EF-4476-9F27-FB9E133CEBF4}"/>
                  </a:ext>
                </a:extLst>
              </p:cNvPr>
              <p:cNvSpPr/>
              <p:nvPr/>
            </p:nvSpPr>
            <p:spPr>
              <a:xfrm>
                <a:off x="1336270" y="1738407"/>
                <a:ext cx="4991100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+4)</m:t>
                          </m:r>
                        </m:e>
                        <m: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(5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+3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ad>
                        <m:radPr>
                          <m:degHide m:val="on"/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36</m:t>
                          </m:r>
                        </m:e>
                      </m:rad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AE6451EA-57EF-4476-9F27-FB9E133CEB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6270" y="1738407"/>
                <a:ext cx="4991100" cy="611066"/>
              </a:xfrm>
              <a:prstGeom prst="roundRect">
                <a:avLst/>
              </a:prstGeom>
              <a:blipFill>
                <a:blip r:embed="rId12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B4561D5F-489F-4E63-BE7E-D58A44EE304C}"/>
              </a:ext>
            </a:extLst>
          </p:cNvPr>
          <p:cNvSpPr txBox="1"/>
          <p:nvPr/>
        </p:nvSpPr>
        <p:spPr>
          <a:xfrm>
            <a:off x="976466" y="1879622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B96951DB-EE12-42FB-A1DA-87E970E60F38}"/>
                  </a:ext>
                </a:extLst>
              </p:cNvPr>
              <p:cNvSpPr/>
              <p:nvPr/>
            </p:nvSpPr>
            <p:spPr>
              <a:xfrm>
                <a:off x="936220" y="2557221"/>
                <a:ext cx="5905500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3− </m:t>
                      </m:r>
                      <m:sSup>
                        <m:sSupPr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30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ad>
                        <m:radPr>
                          <m:degHide m:val="on"/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16+9</m:t>
                          </m:r>
                        </m:e>
                      </m:rad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B96951DB-EE12-42FB-A1DA-87E970E60F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220" y="2557221"/>
                <a:ext cx="5905500" cy="611066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A97029E5-554E-4320-9365-7F16C779DB32}"/>
                  </a:ext>
                </a:extLst>
              </p:cNvPr>
              <p:cNvSpPr/>
              <p:nvPr/>
            </p:nvSpPr>
            <p:spPr>
              <a:xfrm>
                <a:off x="7635065" y="2572998"/>
                <a:ext cx="521104" cy="611066"/>
              </a:xfrm>
              <a:prstGeom prst="roundRect">
                <a:avLst/>
              </a:prstGeom>
              <a:solidFill>
                <a:srgbClr val="F2F2F2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13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A97029E5-554E-4320-9365-7F16C779DB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5065" y="2572998"/>
                <a:ext cx="521104" cy="611066"/>
              </a:xfrm>
              <a:prstGeom prst="roundRect">
                <a:avLst/>
              </a:prstGeom>
              <a:blipFill>
                <a:blip r:embed="rId14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9AD607A-FD62-4F9E-8612-22CD288B947E}"/>
                  </a:ext>
                </a:extLst>
              </p:cNvPr>
              <p:cNvSpPr txBox="1"/>
              <p:nvPr/>
            </p:nvSpPr>
            <p:spPr>
              <a:xfrm>
                <a:off x="6971332" y="2616277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9AD607A-FD62-4F9E-8612-22CD288B94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1332" y="2616277"/>
                <a:ext cx="534121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E6986D2F-F5C1-4549-A536-4EBB853F8EC7}"/>
              </a:ext>
            </a:extLst>
          </p:cNvPr>
          <p:cNvSpPr txBox="1"/>
          <p:nvPr/>
        </p:nvSpPr>
        <p:spPr>
          <a:xfrm>
            <a:off x="573210" y="2693221"/>
            <a:ext cx="3177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9C207D2E-77DB-489E-B53F-3ED0B15BDE1D}"/>
                  </a:ext>
                </a:extLst>
              </p:cNvPr>
              <p:cNvSpPr/>
              <p:nvPr/>
            </p:nvSpPr>
            <p:spPr>
              <a:xfrm>
                <a:off x="8353326" y="2556965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9C207D2E-77DB-489E-B53F-3ED0B15BDE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3326" y="2556965"/>
                <a:ext cx="521104" cy="611066"/>
              </a:xfrm>
              <a:prstGeom prst="roundRect">
                <a:avLst/>
              </a:prstGeom>
              <a:blipFill>
                <a:blip r:embed="rId16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1FF72A3D-DBA4-46C2-931F-3C129395272B}"/>
                  </a:ext>
                </a:extLst>
              </p:cNvPr>
              <p:cNvSpPr/>
              <p:nvPr/>
            </p:nvSpPr>
            <p:spPr>
              <a:xfrm>
                <a:off x="9067454" y="2556965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1FF72A3D-DBA4-46C2-931F-3C12939527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7454" y="2556965"/>
                <a:ext cx="521104" cy="611066"/>
              </a:xfrm>
              <a:prstGeom prst="roundRect">
                <a:avLst/>
              </a:prstGeom>
              <a:blipFill>
                <a:blip r:embed="rId17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775B82BA-08CD-46D2-896B-22D96BD2A3B7}"/>
                  </a:ext>
                </a:extLst>
              </p:cNvPr>
              <p:cNvSpPr/>
              <p:nvPr/>
            </p:nvSpPr>
            <p:spPr>
              <a:xfrm>
                <a:off x="517121" y="3376035"/>
                <a:ext cx="65790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12+8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e>
                      </m:rad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sup>
                              <m: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−10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10−8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775B82BA-08CD-46D2-896B-22D96BD2A3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21" y="3376035"/>
                <a:ext cx="6579004" cy="611066"/>
              </a:xfrm>
              <a:prstGeom prst="roundRect">
                <a:avLst/>
              </a:prstGeom>
              <a:blipFill>
                <a:blip r:embed="rId18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E2046970-427E-45B5-BCE1-361C5360308B}"/>
                  </a:ext>
                </a:extLst>
              </p:cNvPr>
              <p:cNvSpPr/>
              <p:nvPr/>
            </p:nvSpPr>
            <p:spPr>
              <a:xfrm>
                <a:off x="7668346" y="3363170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E2046970-427E-45B5-BCE1-361C536030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8346" y="3363170"/>
                <a:ext cx="521104" cy="611066"/>
              </a:xfrm>
              <a:prstGeom prst="roundRect">
                <a:avLst/>
              </a:prstGeom>
              <a:blipFill>
                <a:blip r:embed="rId19"/>
                <a:stretch>
                  <a:fillRect l="-1149" r="-3448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BDADE45-E90C-4621-BAE6-AAD88DEC8BD0}"/>
                  </a:ext>
                </a:extLst>
              </p:cNvPr>
              <p:cNvSpPr txBox="1"/>
              <p:nvPr/>
            </p:nvSpPr>
            <p:spPr>
              <a:xfrm>
                <a:off x="7225737" y="3429876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BDADE45-E90C-4621-BAE6-AAD88DEC8B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5737" y="3429876"/>
                <a:ext cx="534121" cy="52322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Box 54">
            <a:extLst>
              <a:ext uri="{FF2B5EF4-FFF2-40B4-BE49-F238E27FC236}">
                <a16:creationId xmlns:a16="http://schemas.microsoft.com/office/drawing/2014/main" id="{0397EF4A-7E08-439E-8A65-30ECEF1A5054}"/>
              </a:ext>
            </a:extLst>
          </p:cNvPr>
          <p:cNvSpPr txBox="1"/>
          <p:nvPr/>
        </p:nvSpPr>
        <p:spPr>
          <a:xfrm>
            <a:off x="157316" y="3506820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Rectangle: Rounded Corners 55">
                <a:extLst>
                  <a:ext uri="{FF2B5EF4-FFF2-40B4-BE49-F238E27FC236}">
                    <a16:creationId xmlns:a16="http://schemas.microsoft.com/office/drawing/2014/main" id="{0DD1AF57-6798-49F1-8768-DB3C95A113EE}"/>
                  </a:ext>
                </a:extLst>
              </p:cNvPr>
              <p:cNvSpPr/>
              <p:nvPr/>
            </p:nvSpPr>
            <p:spPr>
              <a:xfrm>
                <a:off x="8337314" y="3376776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6" name="Rectangle: Rounded Corners 55">
                <a:extLst>
                  <a:ext uri="{FF2B5EF4-FFF2-40B4-BE49-F238E27FC236}">
                    <a16:creationId xmlns:a16="http://schemas.microsoft.com/office/drawing/2014/main" id="{0DD1AF57-6798-49F1-8768-DB3C95A113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7314" y="3376776"/>
                <a:ext cx="521104" cy="611066"/>
              </a:xfrm>
              <a:prstGeom prst="roundRect">
                <a:avLst/>
              </a:prstGeom>
              <a:blipFill>
                <a:blip r:embed="rId21"/>
                <a:stretch>
                  <a:fillRect l="-2299" r="-2299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: Rounded Corners 58">
                <a:extLst>
                  <a:ext uri="{FF2B5EF4-FFF2-40B4-BE49-F238E27FC236}">
                    <a16:creationId xmlns:a16="http://schemas.microsoft.com/office/drawing/2014/main" id="{FF9B2041-EC88-4E2E-9A8F-B464458EEC88}"/>
                  </a:ext>
                </a:extLst>
              </p:cNvPr>
              <p:cNvSpPr/>
              <p:nvPr/>
            </p:nvSpPr>
            <p:spPr>
              <a:xfrm>
                <a:off x="517121" y="4194849"/>
                <a:ext cx="65790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(21−5)</m:t>
                          </m:r>
                        </m:e>
                      </m:rad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÷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e>
                      </m:d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(−2)</m:t>
                          </m:r>
                        </m:e>
                        <m: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9" name="Rectangle: Rounded Corners 58">
                <a:extLst>
                  <a:ext uri="{FF2B5EF4-FFF2-40B4-BE49-F238E27FC236}">
                    <a16:creationId xmlns:a16="http://schemas.microsoft.com/office/drawing/2014/main" id="{FF9B2041-EC88-4E2E-9A8F-B464458EEC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21" y="4194849"/>
                <a:ext cx="6579004" cy="611066"/>
              </a:xfrm>
              <a:prstGeom prst="roundRect">
                <a:avLst/>
              </a:prstGeom>
              <a:blipFill>
                <a:blip r:embed="rId22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Rectangle: Rounded Corners 59">
                <a:extLst>
                  <a:ext uri="{FF2B5EF4-FFF2-40B4-BE49-F238E27FC236}">
                    <a16:creationId xmlns:a16="http://schemas.microsoft.com/office/drawing/2014/main" id="{1C221198-A9B8-45A0-AB75-24E1DBD2AACF}"/>
                  </a:ext>
                </a:extLst>
              </p:cNvPr>
              <p:cNvSpPr/>
              <p:nvPr/>
            </p:nvSpPr>
            <p:spPr>
              <a:xfrm>
                <a:off x="7695006" y="4188416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0" name="Rectangle: Rounded Corners 59">
                <a:extLst>
                  <a:ext uri="{FF2B5EF4-FFF2-40B4-BE49-F238E27FC236}">
                    <a16:creationId xmlns:a16="http://schemas.microsoft.com/office/drawing/2014/main" id="{1C221198-A9B8-45A0-AB75-24E1DBD2AA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5006" y="4188416"/>
                <a:ext cx="521104" cy="611066"/>
              </a:xfrm>
              <a:prstGeom prst="roundRect">
                <a:avLst/>
              </a:prstGeom>
              <a:blipFill>
                <a:blip r:embed="rId23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21934032-6B38-4FCE-A583-BF284D12FDD8}"/>
                  </a:ext>
                </a:extLst>
              </p:cNvPr>
              <p:cNvSpPr txBox="1"/>
              <p:nvPr/>
            </p:nvSpPr>
            <p:spPr>
              <a:xfrm>
                <a:off x="7225737" y="4243475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21934032-6B38-4FCE-A583-BF284D12FD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5737" y="4243475"/>
                <a:ext cx="534121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TextBox 61">
            <a:extLst>
              <a:ext uri="{FF2B5EF4-FFF2-40B4-BE49-F238E27FC236}">
                <a16:creationId xmlns:a16="http://schemas.microsoft.com/office/drawing/2014/main" id="{748CB72B-CFA6-45EE-8775-CDD3929FEA99}"/>
              </a:ext>
            </a:extLst>
          </p:cNvPr>
          <p:cNvSpPr txBox="1"/>
          <p:nvPr/>
        </p:nvSpPr>
        <p:spPr>
          <a:xfrm>
            <a:off x="157316" y="4320419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f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4" name="Rectangle: Rounded Corners 63">
                <a:extLst>
                  <a:ext uri="{FF2B5EF4-FFF2-40B4-BE49-F238E27FC236}">
                    <a16:creationId xmlns:a16="http://schemas.microsoft.com/office/drawing/2014/main" id="{8828478A-F576-4FB0-8D83-C81225853F87}"/>
                  </a:ext>
                </a:extLst>
              </p:cNvPr>
              <p:cNvSpPr/>
              <p:nvPr/>
            </p:nvSpPr>
            <p:spPr>
              <a:xfrm>
                <a:off x="9030421" y="4198212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24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4" name="Rectangle: Rounded Corners 63">
                <a:extLst>
                  <a:ext uri="{FF2B5EF4-FFF2-40B4-BE49-F238E27FC236}">
                    <a16:creationId xmlns:a16="http://schemas.microsoft.com/office/drawing/2014/main" id="{8828478A-F576-4FB0-8D83-C81225853F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0421" y="4198212"/>
                <a:ext cx="521104" cy="611066"/>
              </a:xfrm>
              <a:prstGeom prst="roundRect">
                <a:avLst/>
              </a:prstGeom>
              <a:blipFill>
                <a:blip r:embed="rId24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Rectangle: Rounded Corners 72">
                <a:extLst>
                  <a:ext uri="{FF2B5EF4-FFF2-40B4-BE49-F238E27FC236}">
                    <a16:creationId xmlns:a16="http://schemas.microsoft.com/office/drawing/2014/main" id="{B21E5DA8-73B4-4C03-A6E6-43D65CCCE245}"/>
                  </a:ext>
                </a:extLst>
              </p:cNvPr>
              <p:cNvSpPr/>
              <p:nvPr/>
            </p:nvSpPr>
            <p:spPr>
              <a:xfrm>
                <a:off x="517120" y="6014250"/>
                <a:ext cx="7972425" cy="79283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(18−2</m:t>
                          </m:r>
                          <m: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5−4)</m:t>
                          </m:r>
                        </m:e>
                        <m:sup>
                          <m:r>
                            <a:rPr lang="en-GB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GB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10+7</m:t>
                              </m:r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sSup>
                            <m:sSupPr>
                              <m:ctrlP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35−2</m:t>
                              </m:r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GB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ad>
                                    <m:radPr>
                                      <m:degHide m:val="on"/>
                                      <m:ctrlPr>
                                        <a:rPr lang="en-GB" sz="20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GB" sz="20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121</m:t>
                                      </m:r>
                                    </m:e>
                                  </m:rad>
                                  <m:r>
                                    <a:rPr lang="en-GB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+9</m:t>
                                  </m:r>
                                </m:e>
                              </m:d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÷2</m:t>
                              </m:r>
                            </m:e>
                          </m:d>
                        </m:e>
                        <m:sup>
                          <m: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25</m:t>
                      </m:r>
                      <m:r>
                        <a:rPr lang="en-GB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" name="Rectangle: Rounded Corners 72">
                <a:extLst>
                  <a:ext uri="{FF2B5EF4-FFF2-40B4-BE49-F238E27FC236}">
                    <a16:creationId xmlns:a16="http://schemas.microsoft.com/office/drawing/2014/main" id="{B21E5DA8-73B4-4C03-A6E6-43D65CCCE2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20" y="6014250"/>
                <a:ext cx="7972425" cy="792839"/>
              </a:xfrm>
              <a:prstGeom prst="roundRect">
                <a:avLst/>
              </a:prstGeom>
              <a:blipFill>
                <a:blip r:embed="rId25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B48BD67-1ECF-4F11-B242-F5AEABE99A07}"/>
                  </a:ext>
                </a:extLst>
              </p:cNvPr>
              <p:cNvSpPr txBox="1"/>
              <p:nvPr/>
            </p:nvSpPr>
            <p:spPr>
              <a:xfrm>
                <a:off x="8496300" y="6149059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B48BD67-1ECF-4F11-B242-F5AEABE99A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6300" y="6149059"/>
                <a:ext cx="534121" cy="52322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TextBox 75">
            <a:extLst>
              <a:ext uri="{FF2B5EF4-FFF2-40B4-BE49-F238E27FC236}">
                <a16:creationId xmlns:a16="http://schemas.microsoft.com/office/drawing/2014/main" id="{483ABF6B-B4BD-45E4-98A1-ECDE4141F8EE}"/>
              </a:ext>
            </a:extLst>
          </p:cNvPr>
          <p:cNvSpPr txBox="1"/>
          <p:nvPr/>
        </p:nvSpPr>
        <p:spPr>
          <a:xfrm>
            <a:off x="142889" y="6241392"/>
            <a:ext cx="3401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h</a:t>
            </a: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77602C26-D40B-46F1-8893-EE59DCD7AA2E}"/>
              </a:ext>
            </a:extLst>
          </p:cNvPr>
          <p:cNvSpPr/>
          <p:nvPr/>
        </p:nvSpPr>
        <p:spPr>
          <a:xfrm>
            <a:off x="9080096" y="6014250"/>
            <a:ext cx="717954" cy="792839"/>
          </a:xfrm>
          <a:prstGeom prst="roundRect">
            <a:avLst/>
          </a:prstGeom>
          <a:solidFill>
            <a:srgbClr val="F2F2F2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D62820F-D21F-417F-883A-6DA7FCFF2D67}"/>
              </a:ext>
            </a:extLst>
          </p:cNvPr>
          <p:cNvSpPr txBox="1"/>
          <p:nvPr/>
        </p:nvSpPr>
        <p:spPr>
          <a:xfrm>
            <a:off x="679528" y="943767"/>
            <a:ext cx="17331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Ар бир эсептөө үчүн</a:t>
            </a:r>
          </a:p>
          <a:p>
            <a:pPr algn="ctr"/>
            <a:r>
              <a:rPr lang="ru-RU" sz="1400" dirty="0"/>
              <a:t> кайсы жооп туура?</a:t>
            </a:r>
            <a:endParaRPr lang="en-GB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FA43C8C-1D46-41FD-9C5B-48436B9C0C82}"/>
                  </a:ext>
                </a:extLst>
              </p:cNvPr>
              <p:cNvSpPr txBox="1"/>
              <p:nvPr/>
            </p:nvSpPr>
            <p:spPr>
              <a:xfrm>
                <a:off x="6456982" y="1806652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FA43C8C-1D46-41FD-9C5B-48436B9C0C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6982" y="1806652"/>
                <a:ext cx="534121" cy="52322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7" name="Rectangle: Rounded Corners 86">
                <a:extLst>
                  <a:ext uri="{FF2B5EF4-FFF2-40B4-BE49-F238E27FC236}">
                    <a16:creationId xmlns:a16="http://schemas.microsoft.com/office/drawing/2014/main" id="{9A9FCFF1-915A-4851-AFCA-405EA1D86E43}"/>
                  </a:ext>
                </a:extLst>
              </p:cNvPr>
              <p:cNvSpPr/>
              <p:nvPr/>
            </p:nvSpPr>
            <p:spPr>
              <a:xfrm>
                <a:off x="7648483" y="1737243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7" name="Rectangle: Rounded Corners 86">
                <a:extLst>
                  <a:ext uri="{FF2B5EF4-FFF2-40B4-BE49-F238E27FC236}">
                    <a16:creationId xmlns:a16="http://schemas.microsoft.com/office/drawing/2014/main" id="{9A9FCFF1-915A-4851-AFCA-405EA1D86E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8483" y="1737243"/>
                <a:ext cx="521104" cy="611066"/>
              </a:xfrm>
              <a:prstGeom prst="roundRect">
                <a:avLst/>
              </a:prstGeom>
              <a:blipFill>
                <a:blip r:embed="rId31"/>
                <a:stretch>
                  <a:fillRect l="-2299" r="-2299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8" name="Rectangle: Rounded Corners 87">
                <a:extLst>
                  <a:ext uri="{FF2B5EF4-FFF2-40B4-BE49-F238E27FC236}">
                    <a16:creationId xmlns:a16="http://schemas.microsoft.com/office/drawing/2014/main" id="{95A6C119-65AF-4BB0-98B7-7E73DDBAE07F}"/>
                  </a:ext>
                </a:extLst>
              </p:cNvPr>
              <p:cNvSpPr/>
              <p:nvPr/>
            </p:nvSpPr>
            <p:spPr>
              <a:xfrm>
                <a:off x="8353326" y="1718806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8" name="Rectangle: Rounded Corners 87">
                <a:extLst>
                  <a:ext uri="{FF2B5EF4-FFF2-40B4-BE49-F238E27FC236}">
                    <a16:creationId xmlns:a16="http://schemas.microsoft.com/office/drawing/2014/main" id="{95A6C119-65AF-4BB0-98B7-7E73DDBAE0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3326" y="1718806"/>
                <a:ext cx="521104" cy="611066"/>
              </a:xfrm>
              <a:prstGeom prst="roundRect">
                <a:avLst/>
              </a:prstGeom>
              <a:blipFill>
                <a:blip r:embed="rId32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9" name="Rectangle: Rounded Corners 88">
                <a:extLst>
                  <a:ext uri="{FF2B5EF4-FFF2-40B4-BE49-F238E27FC236}">
                    <a16:creationId xmlns:a16="http://schemas.microsoft.com/office/drawing/2014/main" id="{3B66A586-1B65-4218-B590-C88AE347DADA}"/>
                  </a:ext>
                </a:extLst>
              </p:cNvPr>
              <p:cNvSpPr/>
              <p:nvPr/>
            </p:nvSpPr>
            <p:spPr>
              <a:xfrm>
                <a:off x="9077181" y="1718806"/>
                <a:ext cx="521104" cy="611066"/>
              </a:xfrm>
              <a:prstGeom prst="roundRect">
                <a:avLst/>
              </a:prstGeom>
              <a:solidFill>
                <a:srgbClr val="F2F2F2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9" name="Rectangle: Rounded Corners 88">
                <a:extLst>
                  <a:ext uri="{FF2B5EF4-FFF2-40B4-BE49-F238E27FC236}">
                    <a16:creationId xmlns:a16="http://schemas.microsoft.com/office/drawing/2014/main" id="{3B66A586-1B65-4218-B590-C88AE347DA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7181" y="1718806"/>
                <a:ext cx="521104" cy="611066"/>
              </a:xfrm>
              <a:prstGeom prst="roundRect">
                <a:avLst/>
              </a:prstGeom>
              <a:blipFill>
                <a:blip r:embed="rId33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Rectangle: Rounded Corners 91">
                <a:extLst>
                  <a:ext uri="{FF2B5EF4-FFF2-40B4-BE49-F238E27FC236}">
                    <a16:creationId xmlns:a16="http://schemas.microsoft.com/office/drawing/2014/main" id="{217C110D-5D1E-45E2-886D-9DE5B5E1A84E}"/>
                  </a:ext>
                </a:extLst>
              </p:cNvPr>
              <p:cNvSpPr/>
              <p:nvPr/>
            </p:nvSpPr>
            <p:spPr>
              <a:xfrm>
                <a:off x="517120" y="5013663"/>
                <a:ext cx="7972425" cy="79283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f>
                        <m:fPr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sup>
                              <m: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54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÷(</m:t>
                          </m:r>
                          <m:sSup>
                            <m:sSupPr>
                              <m:ctrlP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GB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rad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7−10</m:t>
                              </m:r>
                            </m:e>
                          </m:d>
                        </m:e>
                        <m: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2" name="Rectangle: Rounded Corners 91">
                <a:extLst>
                  <a:ext uri="{FF2B5EF4-FFF2-40B4-BE49-F238E27FC236}">
                    <a16:creationId xmlns:a16="http://schemas.microsoft.com/office/drawing/2014/main" id="{217C110D-5D1E-45E2-886D-9DE5B5E1A8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20" y="5013663"/>
                <a:ext cx="7972425" cy="792839"/>
              </a:xfrm>
              <a:prstGeom prst="roundRect">
                <a:avLst/>
              </a:prstGeom>
              <a:blipFill>
                <a:blip r:embed="rId34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063F358A-72AD-4879-A858-FB93A7D3285F}"/>
                  </a:ext>
                </a:extLst>
              </p:cNvPr>
              <p:cNvSpPr txBox="1"/>
              <p:nvPr/>
            </p:nvSpPr>
            <p:spPr>
              <a:xfrm>
                <a:off x="8496300" y="5148472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063F358A-72AD-4879-A858-FB93A7D328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6300" y="5148472"/>
                <a:ext cx="534121" cy="523220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TextBox 93">
            <a:extLst>
              <a:ext uri="{FF2B5EF4-FFF2-40B4-BE49-F238E27FC236}">
                <a16:creationId xmlns:a16="http://schemas.microsoft.com/office/drawing/2014/main" id="{1F1E4501-8B00-4403-BAD6-3088884E7608}"/>
              </a:ext>
            </a:extLst>
          </p:cNvPr>
          <p:cNvSpPr txBox="1"/>
          <p:nvPr/>
        </p:nvSpPr>
        <p:spPr>
          <a:xfrm>
            <a:off x="157316" y="5240805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g</a:t>
            </a: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D9492220-8740-4F58-889B-605DC68E895A}"/>
              </a:ext>
            </a:extLst>
          </p:cNvPr>
          <p:cNvSpPr/>
          <p:nvPr/>
        </p:nvSpPr>
        <p:spPr>
          <a:xfrm>
            <a:off x="9080096" y="5013663"/>
            <a:ext cx="717954" cy="792839"/>
          </a:xfrm>
          <a:prstGeom prst="roundRect">
            <a:avLst/>
          </a:prstGeom>
          <a:solidFill>
            <a:srgbClr val="F2F2F2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2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1" name="Rectangle: Rounded Corners 70">
                <a:extLst>
                  <a:ext uri="{FF2B5EF4-FFF2-40B4-BE49-F238E27FC236}">
                    <a16:creationId xmlns:a16="http://schemas.microsoft.com/office/drawing/2014/main" id="{8375FF16-B7B2-90D9-754E-C5ED7E7827D8}"/>
                  </a:ext>
                </a:extLst>
              </p:cNvPr>
              <p:cNvSpPr/>
              <p:nvPr/>
            </p:nvSpPr>
            <p:spPr>
              <a:xfrm>
                <a:off x="9054201" y="3396363"/>
                <a:ext cx="521104" cy="611066"/>
              </a:xfrm>
              <a:prstGeom prst="roundRect">
                <a:avLst/>
              </a:prstGeom>
              <a:solidFill>
                <a:srgbClr val="F2F2F2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1" name="Rectangle: Rounded Corners 70">
                <a:extLst>
                  <a:ext uri="{FF2B5EF4-FFF2-40B4-BE49-F238E27FC236}">
                    <a16:creationId xmlns:a16="http://schemas.microsoft.com/office/drawing/2014/main" id="{8375FF16-B7B2-90D9-754E-C5ED7E7827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4201" y="3396363"/>
                <a:ext cx="521104" cy="611066"/>
              </a:xfrm>
              <a:prstGeom prst="roundRect">
                <a:avLst/>
              </a:prstGeom>
              <a:blipFill>
                <a:blip r:embed="rId36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2" name="Rectangle: Rounded Corners 71">
                <a:extLst>
                  <a:ext uri="{FF2B5EF4-FFF2-40B4-BE49-F238E27FC236}">
                    <a16:creationId xmlns:a16="http://schemas.microsoft.com/office/drawing/2014/main" id="{F1A591A0-0A8D-30F1-7BBE-DD6786492C3C}"/>
                  </a:ext>
                </a:extLst>
              </p:cNvPr>
              <p:cNvSpPr/>
              <p:nvPr/>
            </p:nvSpPr>
            <p:spPr>
              <a:xfrm>
                <a:off x="8353326" y="4175262"/>
                <a:ext cx="521104" cy="611066"/>
              </a:xfrm>
              <a:prstGeom prst="roundRect">
                <a:avLst/>
              </a:prstGeom>
              <a:solidFill>
                <a:srgbClr val="F2F2F2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36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2" name="Rectangle: Rounded Corners 71">
                <a:extLst>
                  <a:ext uri="{FF2B5EF4-FFF2-40B4-BE49-F238E27FC236}">
                    <a16:creationId xmlns:a16="http://schemas.microsoft.com/office/drawing/2014/main" id="{F1A591A0-0A8D-30F1-7BBE-DD6786492C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3326" y="4175262"/>
                <a:ext cx="521104" cy="611066"/>
              </a:xfrm>
              <a:prstGeom prst="roundRect">
                <a:avLst/>
              </a:prstGeom>
              <a:blipFill>
                <a:blip r:embed="rId37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2983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7080883" y="68873"/>
            <a:ext cx="13612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МЕГА </a:t>
            </a:r>
          </a:p>
          <a:p>
            <a:pPr algn="ctr"/>
            <a:r>
              <a:rPr lang="ru-RU" sz="2000" b="1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ЭСЕПТЕР!</a:t>
            </a:r>
            <a:endParaRPr lang="en-GB" sz="2000" b="1" dirty="0">
              <a:solidFill>
                <a:schemeClr val="bg1">
                  <a:lumMod val="50000"/>
                </a:schemeClr>
              </a:solidFill>
              <a:latin typeface="Stencil" panose="040409050D0802020404" pitchFamily="8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7FC5E114-9D65-478A-8DB6-71D243EF58D6}"/>
                  </a:ext>
                </a:extLst>
              </p:cNvPr>
              <p:cNvSpPr/>
              <p:nvPr/>
            </p:nvSpPr>
            <p:spPr>
              <a:xfrm>
                <a:off x="517121" y="100779"/>
                <a:ext cx="2759479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5−3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7FC5E114-9D65-478A-8DB6-71D243EF58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21" y="100779"/>
                <a:ext cx="2759479" cy="611066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5A01DC1F-E20F-44E1-A609-ECF27B05CE38}"/>
                  </a:ext>
                </a:extLst>
              </p:cNvPr>
              <p:cNvSpPr/>
              <p:nvPr/>
            </p:nvSpPr>
            <p:spPr>
              <a:xfrm>
                <a:off x="3736571" y="100779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5A01DC1F-E20F-44E1-A609-ECF27B05CE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6571" y="100779"/>
                <a:ext cx="521104" cy="611066"/>
              </a:xfrm>
              <a:prstGeom prst="roundRect">
                <a:avLst/>
              </a:prstGeom>
              <a:blipFill>
                <a:blip r:embed="rId3"/>
                <a:stretch>
                  <a:fillRect l="-1149" r="-3448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41706B-BCA7-4E60-AB7B-155D201DD86C}"/>
                  </a:ext>
                </a:extLst>
              </p:cNvPr>
              <p:cNvSpPr txBox="1"/>
              <p:nvPr/>
            </p:nvSpPr>
            <p:spPr>
              <a:xfrm>
                <a:off x="3238500" y="175480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41706B-BCA7-4E60-AB7B-155D201DD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8500" y="175480"/>
                <a:ext cx="534121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14AD4541-C9A3-44E4-990C-26DEAB8F714C}"/>
              </a:ext>
            </a:extLst>
          </p:cNvPr>
          <p:cNvSpPr txBox="1"/>
          <p:nvPr/>
        </p:nvSpPr>
        <p:spPr>
          <a:xfrm>
            <a:off x="157316" y="252424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5796712C-375E-4084-BA8C-51AD99AF627D}"/>
                  </a:ext>
                </a:extLst>
              </p:cNvPr>
              <p:cNvSpPr/>
              <p:nvPr/>
            </p:nvSpPr>
            <p:spPr>
              <a:xfrm>
                <a:off x="4336646" y="100779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5796712C-375E-4084-BA8C-51AD99AF62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6646" y="100779"/>
                <a:ext cx="521104" cy="611066"/>
              </a:xfrm>
              <a:prstGeom prst="roundRect">
                <a:avLst/>
              </a:prstGeom>
              <a:blipFill>
                <a:blip r:embed="rId5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030ABA21-4C4F-40FD-AA59-47BB72DB73E9}"/>
                  </a:ext>
                </a:extLst>
              </p:cNvPr>
              <p:cNvSpPr/>
              <p:nvPr/>
            </p:nvSpPr>
            <p:spPr>
              <a:xfrm>
                <a:off x="4927196" y="100779"/>
                <a:ext cx="521104" cy="611066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16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030ABA21-4C4F-40FD-AA59-47BB72DB73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7196" y="100779"/>
                <a:ext cx="521104" cy="611066"/>
              </a:xfrm>
              <a:prstGeom prst="roundRect">
                <a:avLst/>
              </a:prstGeom>
              <a:blipFill>
                <a:blip r:embed="rId6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9C63B5D8-5B72-46A3-AB64-9E3272374D4F}"/>
                  </a:ext>
                </a:extLst>
              </p:cNvPr>
              <p:cNvSpPr/>
              <p:nvPr/>
            </p:nvSpPr>
            <p:spPr>
              <a:xfrm>
                <a:off x="3631796" y="919593"/>
                <a:ext cx="3502429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100</m:t>
                          </m:r>
                        </m:e>
                      </m:rad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2−2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9C63B5D8-5B72-46A3-AB64-9E3272374D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1796" y="919593"/>
                <a:ext cx="3502429" cy="611066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D18EAB51-43D3-4E5A-90D3-8869DFA3123A}"/>
                  </a:ext>
                </a:extLst>
              </p:cNvPr>
              <p:cNvSpPr/>
              <p:nvPr/>
            </p:nvSpPr>
            <p:spPr>
              <a:xfrm>
                <a:off x="7632296" y="914378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D18EAB51-43D3-4E5A-90D3-8869DFA312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2296" y="914378"/>
                <a:ext cx="521104" cy="611066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506A44C-D843-4ECC-8CF7-0A4B5A895DFF}"/>
                  </a:ext>
                </a:extLst>
              </p:cNvPr>
              <p:cNvSpPr txBox="1"/>
              <p:nvPr/>
            </p:nvSpPr>
            <p:spPr>
              <a:xfrm>
                <a:off x="7134225" y="989079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506A44C-D843-4ECC-8CF7-0A4B5A895D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4225" y="989079"/>
                <a:ext cx="534121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5EE6AEF5-297C-4850-8B20-D9716F2E08C9}"/>
              </a:ext>
            </a:extLst>
          </p:cNvPr>
          <p:cNvSpPr txBox="1"/>
          <p:nvPr/>
        </p:nvSpPr>
        <p:spPr>
          <a:xfrm>
            <a:off x="3271991" y="1066023"/>
            <a:ext cx="3951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FE9B0471-F7FE-4FC7-956B-48FF2A0FA187}"/>
                  </a:ext>
                </a:extLst>
              </p:cNvPr>
              <p:cNvSpPr/>
              <p:nvPr/>
            </p:nvSpPr>
            <p:spPr>
              <a:xfrm>
                <a:off x="8232371" y="914378"/>
                <a:ext cx="521104" cy="611066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FE9B0471-F7FE-4FC7-956B-48FF2A0FA1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2371" y="914378"/>
                <a:ext cx="521104" cy="611066"/>
              </a:xfrm>
              <a:prstGeom prst="roundRect">
                <a:avLst/>
              </a:prstGeom>
              <a:blipFill>
                <a:blip r:embed="rId10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D0AC964D-1EC2-4F10-9110-C503DBE79ECB}"/>
                  </a:ext>
                </a:extLst>
              </p:cNvPr>
              <p:cNvSpPr/>
              <p:nvPr/>
            </p:nvSpPr>
            <p:spPr>
              <a:xfrm>
                <a:off x="8822921" y="914378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D0AC964D-1EC2-4F10-9110-C503DBE79E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2921" y="914378"/>
                <a:ext cx="521104" cy="611066"/>
              </a:xfrm>
              <a:prstGeom prst="roundRect">
                <a:avLst/>
              </a:prstGeom>
              <a:blipFill>
                <a:blip r:embed="rId11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AE6451EA-57EF-4476-9F27-FB9E133CEBF4}"/>
                  </a:ext>
                </a:extLst>
              </p:cNvPr>
              <p:cNvSpPr/>
              <p:nvPr/>
            </p:nvSpPr>
            <p:spPr>
              <a:xfrm>
                <a:off x="1336270" y="1738407"/>
                <a:ext cx="4991100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+4)</m:t>
                          </m:r>
                        </m:e>
                        <m: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(5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+3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ad>
                        <m:radPr>
                          <m:degHide m:val="on"/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36</m:t>
                          </m:r>
                        </m:e>
                      </m:rad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AE6451EA-57EF-4476-9F27-FB9E133CEB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6270" y="1738407"/>
                <a:ext cx="4991100" cy="611066"/>
              </a:xfrm>
              <a:prstGeom prst="roundRect">
                <a:avLst/>
              </a:prstGeom>
              <a:blipFill>
                <a:blip r:embed="rId12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B4561D5F-489F-4E63-BE7E-D58A44EE304C}"/>
              </a:ext>
            </a:extLst>
          </p:cNvPr>
          <p:cNvSpPr txBox="1"/>
          <p:nvPr/>
        </p:nvSpPr>
        <p:spPr>
          <a:xfrm>
            <a:off x="976466" y="1879622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B96951DB-EE12-42FB-A1DA-87E970E60F38}"/>
                  </a:ext>
                </a:extLst>
              </p:cNvPr>
              <p:cNvSpPr/>
              <p:nvPr/>
            </p:nvSpPr>
            <p:spPr>
              <a:xfrm>
                <a:off x="936220" y="2557221"/>
                <a:ext cx="5905500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3− </m:t>
                      </m:r>
                      <m:sSup>
                        <m:sSupPr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30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ad>
                        <m:radPr>
                          <m:degHide m:val="on"/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16+9</m:t>
                          </m:r>
                        </m:e>
                      </m:rad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B96951DB-EE12-42FB-A1DA-87E970E60F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220" y="2557221"/>
                <a:ext cx="5905500" cy="611066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A97029E5-554E-4320-9365-7F16C779DB32}"/>
                  </a:ext>
                </a:extLst>
              </p:cNvPr>
              <p:cNvSpPr/>
              <p:nvPr/>
            </p:nvSpPr>
            <p:spPr>
              <a:xfrm>
                <a:off x="7635066" y="2541576"/>
                <a:ext cx="521104" cy="611066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13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A97029E5-554E-4320-9365-7F16C779DB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5066" y="2541576"/>
                <a:ext cx="521104" cy="611066"/>
              </a:xfrm>
              <a:prstGeom prst="roundRect">
                <a:avLst/>
              </a:prstGeom>
              <a:blipFill>
                <a:blip r:embed="rId14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9AD607A-FD62-4F9E-8612-22CD288B947E}"/>
                  </a:ext>
                </a:extLst>
              </p:cNvPr>
              <p:cNvSpPr txBox="1"/>
              <p:nvPr/>
            </p:nvSpPr>
            <p:spPr>
              <a:xfrm>
                <a:off x="6971332" y="2616277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9AD607A-FD62-4F9E-8612-22CD288B94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1332" y="2616277"/>
                <a:ext cx="534121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E6986D2F-F5C1-4549-A536-4EBB853F8EC7}"/>
              </a:ext>
            </a:extLst>
          </p:cNvPr>
          <p:cNvSpPr txBox="1"/>
          <p:nvPr/>
        </p:nvSpPr>
        <p:spPr>
          <a:xfrm>
            <a:off x="573210" y="2693221"/>
            <a:ext cx="3177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9C207D2E-77DB-489E-B53F-3ED0B15BDE1D}"/>
                  </a:ext>
                </a:extLst>
              </p:cNvPr>
              <p:cNvSpPr/>
              <p:nvPr/>
            </p:nvSpPr>
            <p:spPr>
              <a:xfrm>
                <a:off x="8235141" y="2541576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9C207D2E-77DB-489E-B53F-3ED0B15BDE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5141" y="2541576"/>
                <a:ext cx="521104" cy="611066"/>
              </a:xfrm>
              <a:prstGeom prst="roundRect">
                <a:avLst/>
              </a:prstGeom>
              <a:blipFill>
                <a:blip r:embed="rId16"/>
                <a:stretch>
                  <a:fillRect l="-1149" r="-3448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1FF72A3D-DBA4-46C2-931F-3C129395272B}"/>
                  </a:ext>
                </a:extLst>
              </p:cNvPr>
              <p:cNvSpPr/>
              <p:nvPr/>
            </p:nvSpPr>
            <p:spPr>
              <a:xfrm>
                <a:off x="8825691" y="2541576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1FF72A3D-DBA4-46C2-931F-3C12939527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5691" y="2541576"/>
                <a:ext cx="521104" cy="611066"/>
              </a:xfrm>
              <a:prstGeom prst="roundRect">
                <a:avLst/>
              </a:prstGeom>
              <a:blipFill>
                <a:blip r:embed="rId17"/>
                <a:stretch>
                  <a:fillRect l="-2299" r="-2299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775B82BA-08CD-46D2-896B-22D96BD2A3B7}"/>
                  </a:ext>
                </a:extLst>
              </p:cNvPr>
              <p:cNvSpPr/>
              <p:nvPr/>
            </p:nvSpPr>
            <p:spPr>
              <a:xfrm>
                <a:off x="517121" y="3376035"/>
                <a:ext cx="65790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12+8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e>
                      </m:rad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sup>
                              <m: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−10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10−8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775B82BA-08CD-46D2-896B-22D96BD2A3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21" y="3376035"/>
                <a:ext cx="6579004" cy="611066"/>
              </a:xfrm>
              <a:prstGeom prst="roundRect">
                <a:avLst/>
              </a:prstGeom>
              <a:blipFill>
                <a:blip r:embed="rId18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E2046970-427E-45B5-BCE1-361C5360308B}"/>
                  </a:ext>
                </a:extLst>
              </p:cNvPr>
              <p:cNvSpPr/>
              <p:nvPr/>
            </p:nvSpPr>
            <p:spPr>
              <a:xfrm>
                <a:off x="7889471" y="3355175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E2046970-427E-45B5-BCE1-361C536030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9471" y="3355175"/>
                <a:ext cx="521104" cy="611066"/>
              </a:xfrm>
              <a:prstGeom prst="roundRect">
                <a:avLst/>
              </a:prstGeom>
              <a:blipFill>
                <a:blip r:embed="rId19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BDADE45-E90C-4621-BAE6-AAD88DEC8BD0}"/>
                  </a:ext>
                </a:extLst>
              </p:cNvPr>
              <p:cNvSpPr txBox="1"/>
              <p:nvPr/>
            </p:nvSpPr>
            <p:spPr>
              <a:xfrm>
                <a:off x="7225737" y="3429876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BDADE45-E90C-4621-BAE6-AAD88DEC8B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5737" y="3429876"/>
                <a:ext cx="534121" cy="52322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Box 54">
            <a:extLst>
              <a:ext uri="{FF2B5EF4-FFF2-40B4-BE49-F238E27FC236}">
                <a16:creationId xmlns:a16="http://schemas.microsoft.com/office/drawing/2014/main" id="{0397EF4A-7E08-439E-8A65-30ECEF1A5054}"/>
              </a:ext>
            </a:extLst>
          </p:cNvPr>
          <p:cNvSpPr txBox="1"/>
          <p:nvPr/>
        </p:nvSpPr>
        <p:spPr>
          <a:xfrm>
            <a:off x="157316" y="3506820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: Rounded Corners 55">
                <a:extLst>
                  <a:ext uri="{FF2B5EF4-FFF2-40B4-BE49-F238E27FC236}">
                    <a16:creationId xmlns:a16="http://schemas.microsoft.com/office/drawing/2014/main" id="{0DD1AF57-6798-49F1-8768-DB3C95A113EE}"/>
                  </a:ext>
                </a:extLst>
              </p:cNvPr>
              <p:cNvSpPr/>
              <p:nvPr/>
            </p:nvSpPr>
            <p:spPr>
              <a:xfrm>
                <a:off x="8489546" y="3355175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Rectangle: Rounded Corners 55">
                <a:extLst>
                  <a:ext uri="{FF2B5EF4-FFF2-40B4-BE49-F238E27FC236}">
                    <a16:creationId xmlns:a16="http://schemas.microsoft.com/office/drawing/2014/main" id="{0DD1AF57-6798-49F1-8768-DB3C95A113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9546" y="3355175"/>
                <a:ext cx="521104" cy="611066"/>
              </a:xfrm>
              <a:prstGeom prst="roundRect">
                <a:avLst/>
              </a:prstGeom>
              <a:blipFill>
                <a:blip r:embed="rId21"/>
                <a:stretch>
                  <a:fillRect l="-2299" r="-2299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: Rounded Corners 58">
                <a:extLst>
                  <a:ext uri="{FF2B5EF4-FFF2-40B4-BE49-F238E27FC236}">
                    <a16:creationId xmlns:a16="http://schemas.microsoft.com/office/drawing/2014/main" id="{FF9B2041-EC88-4E2E-9A8F-B464458EEC88}"/>
                  </a:ext>
                </a:extLst>
              </p:cNvPr>
              <p:cNvSpPr/>
              <p:nvPr/>
            </p:nvSpPr>
            <p:spPr>
              <a:xfrm>
                <a:off x="517121" y="4194849"/>
                <a:ext cx="65790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(21−5)</m:t>
                          </m:r>
                        </m:e>
                      </m:rad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÷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e>
                      </m:d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(−2)</m:t>
                          </m:r>
                        </m:e>
                        <m: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9" name="Rectangle: Rounded Corners 58">
                <a:extLst>
                  <a:ext uri="{FF2B5EF4-FFF2-40B4-BE49-F238E27FC236}">
                    <a16:creationId xmlns:a16="http://schemas.microsoft.com/office/drawing/2014/main" id="{FF9B2041-EC88-4E2E-9A8F-B464458EEC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21" y="4194849"/>
                <a:ext cx="6579004" cy="611066"/>
              </a:xfrm>
              <a:prstGeom prst="roundRect">
                <a:avLst/>
              </a:prstGeom>
              <a:blipFill>
                <a:blip r:embed="rId22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: Rounded Corners 59">
                <a:extLst>
                  <a:ext uri="{FF2B5EF4-FFF2-40B4-BE49-F238E27FC236}">
                    <a16:creationId xmlns:a16="http://schemas.microsoft.com/office/drawing/2014/main" id="{1C221198-A9B8-45A0-AB75-24E1DBD2AACF}"/>
                  </a:ext>
                </a:extLst>
              </p:cNvPr>
              <p:cNvSpPr/>
              <p:nvPr/>
            </p:nvSpPr>
            <p:spPr>
              <a:xfrm>
                <a:off x="7889471" y="4168774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Rectangle: Rounded Corners 59">
                <a:extLst>
                  <a:ext uri="{FF2B5EF4-FFF2-40B4-BE49-F238E27FC236}">
                    <a16:creationId xmlns:a16="http://schemas.microsoft.com/office/drawing/2014/main" id="{1C221198-A9B8-45A0-AB75-24E1DBD2AA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9471" y="4168774"/>
                <a:ext cx="521104" cy="611066"/>
              </a:xfrm>
              <a:prstGeom prst="roundRect">
                <a:avLst/>
              </a:prstGeom>
              <a:blipFill>
                <a:blip r:embed="rId23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21934032-6B38-4FCE-A583-BF284D12FDD8}"/>
                  </a:ext>
                </a:extLst>
              </p:cNvPr>
              <p:cNvSpPr txBox="1"/>
              <p:nvPr/>
            </p:nvSpPr>
            <p:spPr>
              <a:xfrm>
                <a:off x="7225737" y="4243475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21934032-6B38-4FCE-A583-BF284D12FD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5737" y="4243475"/>
                <a:ext cx="534121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TextBox 61">
            <a:extLst>
              <a:ext uri="{FF2B5EF4-FFF2-40B4-BE49-F238E27FC236}">
                <a16:creationId xmlns:a16="http://schemas.microsoft.com/office/drawing/2014/main" id="{748CB72B-CFA6-45EE-8775-CDD3929FEA99}"/>
              </a:ext>
            </a:extLst>
          </p:cNvPr>
          <p:cNvSpPr txBox="1"/>
          <p:nvPr/>
        </p:nvSpPr>
        <p:spPr>
          <a:xfrm>
            <a:off x="157316" y="4320419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: Rounded Corners 63">
                <a:extLst>
                  <a:ext uri="{FF2B5EF4-FFF2-40B4-BE49-F238E27FC236}">
                    <a16:creationId xmlns:a16="http://schemas.microsoft.com/office/drawing/2014/main" id="{8828478A-F576-4FB0-8D83-C81225853F87}"/>
                  </a:ext>
                </a:extLst>
              </p:cNvPr>
              <p:cNvSpPr/>
              <p:nvPr/>
            </p:nvSpPr>
            <p:spPr>
              <a:xfrm>
                <a:off x="9080096" y="4168774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24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4" name="Rectangle: Rounded Corners 63">
                <a:extLst>
                  <a:ext uri="{FF2B5EF4-FFF2-40B4-BE49-F238E27FC236}">
                    <a16:creationId xmlns:a16="http://schemas.microsoft.com/office/drawing/2014/main" id="{8828478A-F576-4FB0-8D83-C81225853F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0096" y="4168774"/>
                <a:ext cx="521104" cy="611066"/>
              </a:xfrm>
              <a:prstGeom prst="roundRect">
                <a:avLst/>
              </a:prstGeom>
              <a:blipFill>
                <a:blip r:embed="rId24"/>
                <a:stretch>
                  <a:fillRect l="-2299" r="-2299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Rectangle: Rounded Corners 72">
                <a:extLst>
                  <a:ext uri="{FF2B5EF4-FFF2-40B4-BE49-F238E27FC236}">
                    <a16:creationId xmlns:a16="http://schemas.microsoft.com/office/drawing/2014/main" id="{B21E5DA8-73B4-4C03-A6E6-43D65CCCE245}"/>
                  </a:ext>
                </a:extLst>
              </p:cNvPr>
              <p:cNvSpPr/>
              <p:nvPr/>
            </p:nvSpPr>
            <p:spPr>
              <a:xfrm>
                <a:off x="517120" y="6014250"/>
                <a:ext cx="7972425" cy="79283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(18−2</m:t>
                          </m:r>
                          <m: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5−4)</m:t>
                          </m:r>
                        </m:e>
                        <m:sup>
                          <m:r>
                            <a:rPr lang="en-GB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GB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10+7</m:t>
                              </m:r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sSup>
                            <m:sSupPr>
                              <m:ctrlP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35−2</m:t>
                              </m:r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GB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ad>
                                    <m:radPr>
                                      <m:degHide m:val="on"/>
                                      <m:ctrlPr>
                                        <a:rPr lang="en-GB" sz="20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GB" sz="20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121</m:t>
                                      </m:r>
                                    </m:e>
                                  </m:rad>
                                  <m:r>
                                    <a:rPr lang="en-GB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+9</m:t>
                                  </m:r>
                                </m:e>
                              </m:d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÷2</m:t>
                              </m:r>
                            </m:e>
                          </m:d>
                        </m:e>
                        <m:sup>
                          <m: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25</m:t>
                      </m:r>
                      <m:r>
                        <a:rPr lang="en-GB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" name="Rectangle: Rounded Corners 72">
                <a:extLst>
                  <a:ext uri="{FF2B5EF4-FFF2-40B4-BE49-F238E27FC236}">
                    <a16:creationId xmlns:a16="http://schemas.microsoft.com/office/drawing/2014/main" id="{B21E5DA8-73B4-4C03-A6E6-43D65CCCE2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20" y="6014250"/>
                <a:ext cx="7972425" cy="792839"/>
              </a:xfrm>
              <a:prstGeom prst="roundRect">
                <a:avLst/>
              </a:prstGeom>
              <a:blipFill>
                <a:blip r:embed="rId25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B48BD67-1ECF-4F11-B242-F5AEABE99A07}"/>
                  </a:ext>
                </a:extLst>
              </p:cNvPr>
              <p:cNvSpPr txBox="1"/>
              <p:nvPr/>
            </p:nvSpPr>
            <p:spPr>
              <a:xfrm>
                <a:off x="8496300" y="6149059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B48BD67-1ECF-4F11-B242-F5AEABE99A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6300" y="6149059"/>
                <a:ext cx="534121" cy="52322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TextBox 75">
            <a:extLst>
              <a:ext uri="{FF2B5EF4-FFF2-40B4-BE49-F238E27FC236}">
                <a16:creationId xmlns:a16="http://schemas.microsoft.com/office/drawing/2014/main" id="{483ABF6B-B4BD-45E4-98A1-ECDE4141F8EE}"/>
              </a:ext>
            </a:extLst>
          </p:cNvPr>
          <p:cNvSpPr txBox="1"/>
          <p:nvPr/>
        </p:nvSpPr>
        <p:spPr>
          <a:xfrm>
            <a:off x="142889" y="6241392"/>
            <a:ext cx="3401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h</a:t>
            </a: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77602C26-D40B-46F1-8893-EE59DCD7AA2E}"/>
              </a:ext>
            </a:extLst>
          </p:cNvPr>
          <p:cNvSpPr/>
          <p:nvPr/>
        </p:nvSpPr>
        <p:spPr>
          <a:xfrm>
            <a:off x="9080096" y="6014250"/>
            <a:ext cx="717954" cy="792839"/>
          </a:xfrm>
          <a:prstGeom prst="roundRect">
            <a:avLst/>
          </a:prstGeom>
          <a:solidFill>
            <a:srgbClr val="F2F2F2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D62820F-D21F-417F-883A-6DA7FCFF2D67}"/>
              </a:ext>
            </a:extLst>
          </p:cNvPr>
          <p:cNvSpPr txBox="1"/>
          <p:nvPr/>
        </p:nvSpPr>
        <p:spPr>
          <a:xfrm>
            <a:off x="659491" y="943767"/>
            <a:ext cx="17732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Ар бир эсептөө үчүн </a:t>
            </a:r>
          </a:p>
          <a:p>
            <a:pPr algn="ctr"/>
            <a:r>
              <a:rPr lang="ru-RU" sz="1400" dirty="0"/>
              <a:t>кайсы жооп туура?</a:t>
            </a:r>
            <a:endParaRPr lang="en-GB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FA43C8C-1D46-41FD-9C5B-48436B9C0C82}"/>
                  </a:ext>
                </a:extLst>
              </p:cNvPr>
              <p:cNvSpPr txBox="1"/>
              <p:nvPr/>
            </p:nvSpPr>
            <p:spPr>
              <a:xfrm>
                <a:off x="6456982" y="1806652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FA43C8C-1D46-41FD-9C5B-48436B9C0C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6982" y="1806652"/>
                <a:ext cx="534121" cy="52322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Rectangle: Rounded Corners 86">
                <a:extLst>
                  <a:ext uri="{FF2B5EF4-FFF2-40B4-BE49-F238E27FC236}">
                    <a16:creationId xmlns:a16="http://schemas.microsoft.com/office/drawing/2014/main" id="{9A9FCFF1-915A-4851-AFCA-405EA1D86E43}"/>
                  </a:ext>
                </a:extLst>
              </p:cNvPr>
              <p:cNvSpPr/>
              <p:nvPr/>
            </p:nvSpPr>
            <p:spPr>
              <a:xfrm>
                <a:off x="7120716" y="1731951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7" name="Rectangle: Rounded Corners 86">
                <a:extLst>
                  <a:ext uri="{FF2B5EF4-FFF2-40B4-BE49-F238E27FC236}">
                    <a16:creationId xmlns:a16="http://schemas.microsoft.com/office/drawing/2014/main" id="{9A9FCFF1-915A-4851-AFCA-405EA1D86E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0716" y="1731951"/>
                <a:ext cx="521104" cy="611066"/>
              </a:xfrm>
              <a:prstGeom prst="roundRect">
                <a:avLst/>
              </a:prstGeom>
              <a:blipFill>
                <a:blip r:embed="rId31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Rectangle: Rounded Corners 87">
                <a:extLst>
                  <a:ext uri="{FF2B5EF4-FFF2-40B4-BE49-F238E27FC236}">
                    <a16:creationId xmlns:a16="http://schemas.microsoft.com/office/drawing/2014/main" id="{95A6C119-65AF-4BB0-98B7-7E73DDBAE07F}"/>
                  </a:ext>
                </a:extLst>
              </p:cNvPr>
              <p:cNvSpPr/>
              <p:nvPr/>
            </p:nvSpPr>
            <p:spPr>
              <a:xfrm>
                <a:off x="7720791" y="1731951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8" name="Rectangle: Rounded Corners 87">
                <a:extLst>
                  <a:ext uri="{FF2B5EF4-FFF2-40B4-BE49-F238E27FC236}">
                    <a16:creationId xmlns:a16="http://schemas.microsoft.com/office/drawing/2014/main" id="{95A6C119-65AF-4BB0-98B7-7E73DDBAE0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0791" y="1731951"/>
                <a:ext cx="521104" cy="611066"/>
              </a:xfrm>
              <a:prstGeom prst="roundRect">
                <a:avLst/>
              </a:prstGeom>
              <a:blipFill>
                <a:blip r:embed="rId32"/>
                <a:stretch>
                  <a:fillRect l="-2299" r="-2299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Rectangle: Rounded Corners 88">
                <a:extLst>
                  <a:ext uri="{FF2B5EF4-FFF2-40B4-BE49-F238E27FC236}">
                    <a16:creationId xmlns:a16="http://schemas.microsoft.com/office/drawing/2014/main" id="{3B66A586-1B65-4218-B590-C88AE347DADA}"/>
                  </a:ext>
                </a:extLst>
              </p:cNvPr>
              <p:cNvSpPr/>
              <p:nvPr/>
            </p:nvSpPr>
            <p:spPr>
              <a:xfrm>
                <a:off x="8311341" y="1731951"/>
                <a:ext cx="521104" cy="611066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9" name="Rectangle: Rounded Corners 88">
                <a:extLst>
                  <a:ext uri="{FF2B5EF4-FFF2-40B4-BE49-F238E27FC236}">
                    <a16:creationId xmlns:a16="http://schemas.microsoft.com/office/drawing/2014/main" id="{3B66A586-1B65-4218-B590-C88AE347DA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1341" y="1731951"/>
                <a:ext cx="521104" cy="611066"/>
              </a:xfrm>
              <a:prstGeom prst="roundRect">
                <a:avLst/>
              </a:prstGeom>
              <a:blipFill>
                <a:blip r:embed="rId33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Rectangle: Rounded Corners 91">
                <a:extLst>
                  <a:ext uri="{FF2B5EF4-FFF2-40B4-BE49-F238E27FC236}">
                    <a16:creationId xmlns:a16="http://schemas.microsoft.com/office/drawing/2014/main" id="{217C110D-5D1E-45E2-886D-9DE5B5E1A84E}"/>
                  </a:ext>
                </a:extLst>
              </p:cNvPr>
              <p:cNvSpPr/>
              <p:nvPr/>
            </p:nvSpPr>
            <p:spPr>
              <a:xfrm>
                <a:off x="517120" y="5013663"/>
                <a:ext cx="7972425" cy="79283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f>
                        <m:fPr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sup>
                              <m: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54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÷(</m:t>
                          </m:r>
                          <m:sSup>
                            <m:sSupPr>
                              <m:ctrlP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GB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rad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7−10</m:t>
                              </m:r>
                            </m:e>
                          </m:d>
                        </m:e>
                        <m: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2" name="Rectangle: Rounded Corners 91">
                <a:extLst>
                  <a:ext uri="{FF2B5EF4-FFF2-40B4-BE49-F238E27FC236}">
                    <a16:creationId xmlns:a16="http://schemas.microsoft.com/office/drawing/2014/main" id="{217C110D-5D1E-45E2-886D-9DE5B5E1A8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20" y="5013663"/>
                <a:ext cx="7972425" cy="792839"/>
              </a:xfrm>
              <a:prstGeom prst="roundRect">
                <a:avLst/>
              </a:prstGeom>
              <a:blipFill>
                <a:blip r:embed="rId34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063F358A-72AD-4879-A858-FB93A7D3285F}"/>
                  </a:ext>
                </a:extLst>
              </p:cNvPr>
              <p:cNvSpPr txBox="1"/>
              <p:nvPr/>
            </p:nvSpPr>
            <p:spPr>
              <a:xfrm>
                <a:off x="8496300" y="5148472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063F358A-72AD-4879-A858-FB93A7D328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6300" y="5148472"/>
                <a:ext cx="534121" cy="523220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TextBox 93">
            <a:extLst>
              <a:ext uri="{FF2B5EF4-FFF2-40B4-BE49-F238E27FC236}">
                <a16:creationId xmlns:a16="http://schemas.microsoft.com/office/drawing/2014/main" id="{1F1E4501-8B00-4403-BAD6-3088884E7608}"/>
              </a:ext>
            </a:extLst>
          </p:cNvPr>
          <p:cNvSpPr txBox="1"/>
          <p:nvPr/>
        </p:nvSpPr>
        <p:spPr>
          <a:xfrm>
            <a:off x="157316" y="5240805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g</a:t>
            </a: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D9492220-8740-4F58-889B-605DC68E895A}"/>
              </a:ext>
            </a:extLst>
          </p:cNvPr>
          <p:cNvSpPr/>
          <p:nvPr/>
        </p:nvSpPr>
        <p:spPr>
          <a:xfrm>
            <a:off x="9080096" y="5013663"/>
            <a:ext cx="717954" cy="792839"/>
          </a:xfrm>
          <a:prstGeom prst="roundRect">
            <a:avLst/>
          </a:prstGeom>
          <a:solidFill>
            <a:srgbClr val="F2F2F2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1231219-6CFA-22DB-821D-9DCE0372736A}"/>
              </a:ext>
            </a:extLst>
          </p:cNvPr>
          <p:cNvSpPr/>
          <p:nvPr/>
        </p:nvSpPr>
        <p:spPr>
          <a:xfrm>
            <a:off x="1563572" y="183654"/>
            <a:ext cx="803391" cy="47305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61FC5AC-1888-1319-CB64-A24146565E82}"/>
              </a:ext>
            </a:extLst>
          </p:cNvPr>
          <p:cNvSpPr txBox="1"/>
          <p:nvPr/>
        </p:nvSpPr>
        <p:spPr>
          <a:xfrm>
            <a:off x="1825738" y="601800"/>
            <a:ext cx="30674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10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FEFB484-171D-B8C6-CD4E-E06001934A65}"/>
              </a:ext>
            </a:extLst>
          </p:cNvPr>
          <p:cNvSpPr txBox="1"/>
          <p:nvPr/>
        </p:nvSpPr>
        <p:spPr>
          <a:xfrm>
            <a:off x="1031761" y="592275"/>
            <a:ext cx="18972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9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E1ECC027-5183-EABA-6F86-7ED434A98B80}"/>
              </a:ext>
            </a:extLst>
          </p:cNvPr>
          <p:cNvSpPr/>
          <p:nvPr/>
        </p:nvSpPr>
        <p:spPr>
          <a:xfrm>
            <a:off x="4529022" y="993914"/>
            <a:ext cx="1316788" cy="47305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C0B7555-1D13-8A3B-F7A3-B87EFC9310D4}"/>
              </a:ext>
            </a:extLst>
          </p:cNvPr>
          <p:cNvSpPr txBox="1"/>
          <p:nvPr/>
        </p:nvSpPr>
        <p:spPr>
          <a:xfrm>
            <a:off x="5107508" y="724990"/>
            <a:ext cx="18972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5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1068992A-2FB5-1989-4430-72077371ACFD}"/>
              </a:ext>
            </a:extLst>
          </p:cNvPr>
          <p:cNvSpPr/>
          <p:nvPr/>
        </p:nvSpPr>
        <p:spPr>
          <a:xfrm>
            <a:off x="6127750" y="993914"/>
            <a:ext cx="812800" cy="47305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A599C86-F602-982E-6153-A3895E12C172}"/>
              </a:ext>
            </a:extLst>
          </p:cNvPr>
          <p:cNvSpPr txBox="1"/>
          <p:nvPr/>
        </p:nvSpPr>
        <p:spPr>
          <a:xfrm>
            <a:off x="6441008" y="724990"/>
            <a:ext cx="18972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4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974CF5B-9298-6A00-A0B7-DF3ED5132296}"/>
              </a:ext>
            </a:extLst>
          </p:cNvPr>
          <p:cNvSpPr txBox="1"/>
          <p:nvPr/>
        </p:nvSpPr>
        <p:spPr>
          <a:xfrm>
            <a:off x="5440882" y="1572715"/>
            <a:ext cx="18972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6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67D8358-720D-CC34-6648-5D13404AA887}"/>
              </a:ext>
            </a:extLst>
          </p:cNvPr>
          <p:cNvSpPr txBox="1"/>
          <p:nvPr/>
        </p:nvSpPr>
        <p:spPr>
          <a:xfrm>
            <a:off x="2213722" y="1591765"/>
            <a:ext cx="30674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49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564F8B8-FF5A-4443-C1CD-3D806741931B}"/>
              </a:ext>
            </a:extLst>
          </p:cNvPr>
          <p:cNvSpPr/>
          <p:nvPr/>
        </p:nvSpPr>
        <p:spPr>
          <a:xfrm>
            <a:off x="1796935" y="1859102"/>
            <a:ext cx="1179628" cy="43166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CEBA75F-056A-63B3-DB58-3E47A2EDF986}"/>
              </a:ext>
            </a:extLst>
          </p:cNvPr>
          <p:cNvSpPr/>
          <p:nvPr/>
        </p:nvSpPr>
        <p:spPr>
          <a:xfrm>
            <a:off x="3238384" y="1859102"/>
            <a:ext cx="1701916" cy="43166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05AEC77-8274-C537-ACF3-59C1CDC1D37C}"/>
              </a:ext>
            </a:extLst>
          </p:cNvPr>
          <p:cNvSpPr txBox="1"/>
          <p:nvPr/>
        </p:nvSpPr>
        <p:spPr>
          <a:xfrm>
            <a:off x="4044254" y="1592705"/>
            <a:ext cx="18972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5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1F9CA2C-BA9E-B915-E927-D311D1C468C8}"/>
              </a:ext>
            </a:extLst>
          </p:cNvPr>
          <p:cNvSpPr/>
          <p:nvPr/>
        </p:nvSpPr>
        <p:spPr>
          <a:xfrm>
            <a:off x="1530234" y="2659202"/>
            <a:ext cx="806566" cy="43166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4BBBD2E-1141-3633-495E-CFC7843AC5E3}"/>
              </a:ext>
            </a:extLst>
          </p:cNvPr>
          <p:cNvSpPr txBox="1"/>
          <p:nvPr/>
        </p:nvSpPr>
        <p:spPr>
          <a:xfrm>
            <a:off x="1814044" y="2392805"/>
            <a:ext cx="30674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24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76A11C2-B50C-334E-60F9-1B50B320351F}"/>
              </a:ext>
            </a:extLst>
          </p:cNvPr>
          <p:cNvSpPr txBox="1"/>
          <p:nvPr/>
        </p:nvSpPr>
        <p:spPr>
          <a:xfrm>
            <a:off x="2674469" y="2392805"/>
            <a:ext cx="30674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16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45EEB508-87A5-7662-2F1B-5DF6F5CA0811}"/>
              </a:ext>
            </a:extLst>
          </p:cNvPr>
          <p:cNvSpPr/>
          <p:nvPr/>
        </p:nvSpPr>
        <p:spPr>
          <a:xfrm>
            <a:off x="3320934" y="2659202"/>
            <a:ext cx="984366" cy="43166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0FC48E40-6E72-5553-78EB-95A6AC616860}"/>
              </a:ext>
            </a:extLst>
          </p:cNvPr>
          <p:cNvSpPr txBox="1"/>
          <p:nvPr/>
        </p:nvSpPr>
        <p:spPr>
          <a:xfrm>
            <a:off x="3728342" y="2392805"/>
            <a:ext cx="18972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5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739AB069-4DE6-462F-1533-5113363D877F}"/>
              </a:ext>
            </a:extLst>
          </p:cNvPr>
          <p:cNvSpPr/>
          <p:nvPr/>
        </p:nvSpPr>
        <p:spPr>
          <a:xfrm>
            <a:off x="4578234" y="2659202"/>
            <a:ext cx="1689216" cy="43166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42080EC2-63D0-F753-FB6E-4708F11EDFC1}"/>
              </a:ext>
            </a:extLst>
          </p:cNvPr>
          <p:cNvSpPr txBox="1"/>
          <p:nvPr/>
        </p:nvSpPr>
        <p:spPr>
          <a:xfrm>
            <a:off x="5327182" y="2392805"/>
            <a:ext cx="30674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10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D349AED8-4E22-74FF-2563-08964601BFA4}"/>
              </a:ext>
            </a:extLst>
          </p:cNvPr>
          <p:cNvSpPr txBox="1"/>
          <p:nvPr/>
        </p:nvSpPr>
        <p:spPr>
          <a:xfrm>
            <a:off x="3950221" y="724990"/>
            <a:ext cx="18972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1</a:t>
            </a:r>
            <a:endParaRPr lang="en-GB" sz="12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Rectangle: Rounded Corners 122">
                <a:extLst>
                  <a:ext uri="{FF2B5EF4-FFF2-40B4-BE49-F238E27FC236}">
                    <a16:creationId xmlns:a16="http://schemas.microsoft.com/office/drawing/2014/main" id="{E597A0F2-AD35-47F3-ED9A-BDF72BC899FB}"/>
                  </a:ext>
                </a:extLst>
              </p:cNvPr>
              <p:cNvSpPr/>
              <p:nvPr/>
            </p:nvSpPr>
            <p:spPr>
              <a:xfrm>
                <a:off x="9080096" y="3355175"/>
                <a:ext cx="521104" cy="611066"/>
              </a:xfrm>
              <a:prstGeom prst="roundRect">
                <a:avLst/>
              </a:prstGeom>
              <a:solidFill>
                <a:srgbClr val="F2F2F2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3" name="Rectangle: Rounded Corners 122">
                <a:extLst>
                  <a:ext uri="{FF2B5EF4-FFF2-40B4-BE49-F238E27FC236}">
                    <a16:creationId xmlns:a16="http://schemas.microsoft.com/office/drawing/2014/main" id="{E597A0F2-AD35-47F3-ED9A-BDF72BC899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0096" y="3355175"/>
                <a:ext cx="521104" cy="611066"/>
              </a:xfrm>
              <a:prstGeom prst="roundRect">
                <a:avLst/>
              </a:prstGeom>
              <a:blipFill>
                <a:blip r:embed="rId36"/>
                <a:stretch>
                  <a:fillRect l="-2299" r="-2299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Rectangle: Rounded Corners 123">
                <a:extLst>
                  <a:ext uri="{FF2B5EF4-FFF2-40B4-BE49-F238E27FC236}">
                    <a16:creationId xmlns:a16="http://schemas.microsoft.com/office/drawing/2014/main" id="{02B2BB70-F930-1174-E894-1B193AC92B0D}"/>
                  </a:ext>
                </a:extLst>
              </p:cNvPr>
              <p:cNvSpPr/>
              <p:nvPr/>
            </p:nvSpPr>
            <p:spPr>
              <a:xfrm>
                <a:off x="8489546" y="4168774"/>
                <a:ext cx="521104" cy="611066"/>
              </a:xfrm>
              <a:prstGeom prst="roundRect">
                <a:avLst/>
              </a:prstGeom>
              <a:solidFill>
                <a:srgbClr val="F2F2F2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36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4" name="Rectangle: Rounded Corners 123">
                <a:extLst>
                  <a:ext uri="{FF2B5EF4-FFF2-40B4-BE49-F238E27FC236}">
                    <a16:creationId xmlns:a16="http://schemas.microsoft.com/office/drawing/2014/main" id="{02B2BB70-F930-1174-E894-1B193AC92B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9546" y="4168774"/>
                <a:ext cx="521104" cy="611066"/>
              </a:xfrm>
              <a:prstGeom prst="roundRect">
                <a:avLst/>
              </a:prstGeom>
              <a:blipFill>
                <a:blip r:embed="rId37"/>
                <a:stretch>
                  <a:fillRect l="-2299" r="-2299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9307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7080883" y="68873"/>
            <a:ext cx="13612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МЕГА </a:t>
            </a:r>
          </a:p>
          <a:p>
            <a:pPr algn="ctr"/>
            <a:r>
              <a:rPr lang="ru-RU" sz="2000" b="1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ЭСЕПТЕР!</a:t>
            </a:r>
            <a:endParaRPr lang="en-GB" sz="2000" b="1" dirty="0">
              <a:solidFill>
                <a:schemeClr val="bg1">
                  <a:lumMod val="50000"/>
                </a:schemeClr>
              </a:solidFill>
              <a:latin typeface="Stencil" panose="040409050D0802020404" pitchFamily="8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7FC5E114-9D65-478A-8DB6-71D243EF58D6}"/>
                  </a:ext>
                </a:extLst>
              </p:cNvPr>
              <p:cNvSpPr/>
              <p:nvPr/>
            </p:nvSpPr>
            <p:spPr>
              <a:xfrm>
                <a:off x="517121" y="100779"/>
                <a:ext cx="2759479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5−3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7FC5E114-9D65-478A-8DB6-71D243EF58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21" y="100779"/>
                <a:ext cx="2759479" cy="611066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5A01DC1F-E20F-44E1-A609-ECF27B05CE38}"/>
                  </a:ext>
                </a:extLst>
              </p:cNvPr>
              <p:cNvSpPr/>
              <p:nvPr/>
            </p:nvSpPr>
            <p:spPr>
              <a:xfrm>
                <a:off x="3736571" y="100779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5A01DC1F-E20F-44E1-A609-ECF27B05CE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6571" y="100779"/>
                <a:ext cx="521104" cy="611066"/>
              </a:xfrm>
              <a:prstGeom prst="roundRect">
                <a:avLst/>
              </a:prstGeom>
              <a:blipFill>
                <a:blip r:embed="rId3"/>
                <a:stretch>
                  <a:fillRect l="-1149" r="-3448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41706B-BCA7-4E60-AB7B-155D201DD86C}"/>
                  </a:ext>
                </a:extLst>
              </p:cNvPr>
              <p:cNvSpPr txBox="1"/>
              <p:nvPr/>
            </p:nvSpPr>
            <p:spPr>
              <a:xfrm>
                <a:off x="3238500" y="175480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41706B-BCA7-4E60-AB7B-155D201DD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8500" y="175480"/>
                <a:ext cx="534121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14AD4541-C9A3-44E4-990C-26DEAB8F714C}"/>
              </a:ext>
            </a:extLst>
          </p:cNvPr>
          <p:cNvSpPr txBox="1"/>
          <p:nvPr/>
        </p:nvSpPr>
        <p:spPr>
          <a:xfrm>
            <a:off x="157316" y="252424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5796712C-375E-4084-BA8C-51AD99AF627D}"/>
                  </a:ext>
                </a:extLst>
              </p:cNvPr>
              <p:cNvSpPr/>
              <p:nvPr/>
            </p:nvSpPr>
            <p:spPr>
              <a:xfrm>
                <a:off x="4336646" y="100779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5796712C-375E-4084-BA8C-51AD99AF62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6646" y="100779"/>
                <a:ext cx="521104" cy="611066"/>
              </a:xfrm>
              <a:prstGeom prst="roundRect">
                <a:avLst/>
              </a:prstGeom>
              <a:blipFill>
                <a:blip r:embed="rId5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030ABA21-4C4F-40FD-AA59-47BB72DB73E9}"/>
                  </a:ext>
                </a:extLst>
              </p:cNvPr>
              <p:cNvSpPr/>
              <p:nvPr/>
            </p:nvSpPr>
            <p:spPr>
              <a:xfrm>
                <a:off x="4927196" y="100779"/>
                <a:ext cx="521104" cy="611066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16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030ABA21-4C4F-40FD-AA59-47BB72DB73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7196" y="100779"/>
                <a:ext cx="521104" cy="611066"/>
              </a:xfrm>
              <a:prstGeom prst="roundRect">
                <a:avLst/>
              </a:prstGeom>
              <a:blipFill>
                <a:blip r:embed="rId6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9C63B5D8-5B72-46A3-AB64-9E3272374D4F}"/>
                  </a:ext>
                </a:extLst>
              </p:cNvPr>
              <p:cNvSpPr/>
              <p:nvPr/>
            </p:nvSpPr>
            <p:spPr>
              <a:xfrm>
                <a:off x="3631796" y="919593"/>
                <a:ext cx="3502429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100</m:t>
                          </m:r>
                        </m:e>
                      </m:rad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2−2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9C63B5D8-5B72-46A3-AB64-9E3272374D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1796" y="919593"/>
                <a:ext cx="3502429" cy="611066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D18EAB51-43D3-4E5A-90D3-8869DFA3123A}"/>
                  </a:ext>
                </a:extLst>
              </p:cNvPr>
              <p:cNvSpPr/>
              <p:nvPr/>
            </p:nvSpPr>
            <p:spPr>
              <a:xfrm>
                <a:off x="7632296" y="914378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D18EAB51-43D3-4E5A-90D3-8869DFA312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2296" y="914378"/>
                <a:ext cx="521104" cy="611066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506A44C-D843-4ECC-8CF7-0A4B5A895DFF}"/>
                  </a:ext>
                </a:extLst>
              </p:cNvPr>
              <p:cNvSpPr txBox="1"/>
              <p:nvPr/>
            </p:nvSpPr>
            <p:spPr>
              <a:xfrm>
                <a:off x="7134225" y="989079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506A44C-D843-4ECC-8CF7-0A4B5A895D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4225" y="989079"/>
                <a:ext cx="534121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5EE6AEF5-297C-4850-8B20-D9716F2E08C9}"/>
              </a:ext>
            </a:extLst>
          </p:cNvPr>
          <p:cNvSpPr txBox="1"/>
          <p:nvPr/>
        </p:nvSpPr>
        <p:spPr>
          <a:xfrm>
            <a:off x="3271991" y="1066023"/>
            <a:ext cx="3951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FE9B0471-F7FE-4FC7-956B-48FF2A0FA187}"/>
                  </a:ext>
                </a:extLst>
              </p:cNvPr>
              <p:cNvSpPr/>
              <p:nvPr/>
            </p:nvSpPr>
            <p:spPr>
              <a:xfrm>
                <a:off x="8232371" y="914378"/>
                <a:ext cx="521104" cy="611066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FE9B0471-F7FE-4FC7-956B-48FF2A0FA1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2371" y="914378"/>
                <a:ext cx="521104" cy="611066"/>
              </a:xfrm>
              <a:prstGeom prst="roundRect">
                <a:avLst/>
              </a:prstGeom>
              <a:blipFill>
                <a:blip r:embed="rId10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D0AC964D-1EC2-4F10-9110-C503DBE79ECB}"/>
                  </a:ext>
                </a:extLst>
              </p:cNvPr>
              <p:cNvSpPr/>
              <p:nvPr/>
            </p:nvSpPr>
            <p:spPr>
              <a:xfrm>
                <a:off x="8822921" y="914378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D0AC964D-1EC2-4F10-9110-C503DBE79E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2921" y="914378"/>
                <a:ext cx="521104" cy="611066"/>
              </a:xfrm>
              <a:prstGeom prst="roundRect">
                <a:avLst/>
              </a:prstGeom>
              <a:blipFill>
                <a:blip r:embed="rId11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AE6451EA-57EF-4476-9F27-FB9E133CEBF4}"/>
                  </a:ext>
                </a:extLst>
              </p:cNvPr>
              <p:cNvSpPr/>
              <p:nvPr/>
            </p:nvSpPr>
            <p:spPr>
              <a:xfrm>
                <a:off x="1336270" y="1738407"/>
                <a:ext cx="4991100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+4)</m:t>
                          </m:r>
                        </m:e>
                        <m: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(5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+3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ad>
                        <m:radPr>
                          <m:degHide m:val="on"/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36</m:t>
                          </m:r>
                        </m:e>
                      </m:rad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AE6451EA-57EF-4476-9F27-FB9E133CEB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6270" y="1738407"/>
                <a:ext cx="4991100" cy="611066"/>
              </a:xfrm>
              <a:prstGeom prst="roundRect">
                <a:avLst/>
              </a:prstGeom>
              <a:blipFill>
                <a:blip r:embed="rId12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B4561D5F-489F-4E63-BE7E-D58A44EE304C}"/>
              </a:ext>
            </a:extLst>
          </p:cNvPr>
          <p:cNvSpPr txBox="1"/>
          <p:nvPr/>
        </p:nvSpPr>
        <p:spPr>
          <a:xfrm>
            <a:off x="976466" y="1879622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B96951DB-EE12-42FB-A1DA-87E970E60F38}"/>
                  </a:ext>
                </a:extLst>
              </p:cNvPr>
              <p:cNvSpPr/>
              <p:nvPr/>
            </p:nvSpPr>
            <p:spPr>
              <a:xfrm>
                <a:off x="936220" y="2557221"/>
                <a:ext cx="5905500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3− </m:t>
                      </m:r>
                      <m:sSup>
                        <m:sSupPr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30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ad>
                        <m:radPr>
                          <m:degHide m:val="on"/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16+9</m:t>
                          </m:r>
                        </m:e>
                      </m:rad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B96951DB-EE12-42FB-A1DA-87E970E60F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220" y="2557221"/>
                <a:ext cx="5905500" cy="611066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A97029E5-554E-4320-9365-7F16C779DB32}"/>
                  </a:ext>
                </a:extLst>
              </p:cNvPr>
              <p:cNvSpPr/>
              <p:nvPr/>
            </p:nvSpPr>
            <p:spPr>
              <a:xfrm>
                <a:off x="7635066" y="2541576"/>
                <a:ext cx="521104" cy="611066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13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A97029E5-554E-4320-9365-7F16C779DB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5066" y="2541576"/>
                <a:ext cx="521104" cy="611066"/>
              </a:xfrm>
              <a:prstGeom prst="roundRect">
                <a:avLst/>
              </a:prstGeom>
              <a:blipFill>
                <a:blip r:embed="rId14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9AD607A-FD62-4F9E-8612-22CD288B947E}"/>
                  </a:ext>
                </a:extLst>
              </p:cNvPr>
              <p:cNvSpPr txBox="1"/>
              <p:nvPr/>
            </p:nvSpPr>
            <p:spPr>
              <a:xfrm>
                <a:off x="6971332" y="2616277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9AD607A-FD62-4F9E-8612-22CD288B94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1332" y="2616277"/>
                <a:ext cx="534121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E6986D2F-F5C1-4549-A536-4EBB853F8EC7}"/>
              </a:ext>
            </a:extLst>
          </p:cNvPr>
          <p:cNvSpPr txBox="1"/>
          <p:nvPr/>
        </p:nvSpPr>
        <p:spPr>
          <a:xfrm>
            <a:off x="573210" y="2693221"/>
            <a:ext cx="3177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9C207D2E-77DB-489E-B53F-3ED0B15BDE1D}"/>
                  </a:ext>
                </a:extLst>
              </p:cNvPr>
              <p:cNvSpPr/>
              <p:nvPr/>
            </p:nvSpPr>
            <p:spPr>
              <a:xfrm>
                <a:off x="8235141" y="2541576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9C207D2E-77DB-489E-B53F-3ED0B15BDE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5141" y="2541576"/>
                <a:ext cx="521104" cy="611066"/>
              </a:xfrm>
              <a:prstGeom prst="roundRect">
                <a:avLst/>
              </a:prstGeom>
              <a:blipFill>
                <a:blip r:embed="rId16"/>
                <a:stretch>
                  <a:fillRect l="-1149" r="-3448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1FF72A3D-DBA4-46C2-931F-3C129395272B}"/>
                  </a:ext>
                </a:extLst>
              </p:cNvPr>
              <p:cNvSpPr/>
              <p:nvPr/>
            </p:nvSpPr>
            <p:spPr>
              <a:xfrm>
                <a:off x="8825691" y="2541576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1FF72A3D-DBA4-46C2-931F-3C12939527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5691" y="2541576"/>
                <a:ext cx="521104" cy="611066"/>
              </a:xfrm>
              <a:prstGeom prst="roundRect">
                <a:avLst/>
              </a:prstGeom>
              <a:blipFill>
                <a:blip r:embed="rId17"/>
                <a:stretch>
                  <a:fillRect l="-2299" r="-2299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775B82BA-08CD-46D2-896B-22D96BD2A3B7}"/>
                  </a:ext>
                </a:extLst>
              </p:cNvPr>
              <p:cNvSpPr/>
              <p:nvPr/>
            </p:nvSpPr>
            <p:spPr>
              <a:xfrm>
                <a:off x="517121" y="3376035"/>
                <a:ext cx="65790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12+8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e>
                      </m:rad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sup>
                              <m: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−10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10−8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775B82BA-08CD-46D2-896B-22D96BD2A3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21" y="3376035"/>
                <a:ext cx="6579004" cy="611066"/>
              </a:xfrm>
              <a:prstGeom prst="roundRect">
                <a:avLst/>
              </a:prstGeom>
              <a:blipFill>
                <a:blip r:embed="rId18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E2046970-427E-45B5-BCE1-361C5360308B}"/>
                  </a:ext>
                </a:extLst>
              </p:cNvPr>
              <p:cNvSpPr/>
              <p:nvPr/>
            </p:nvSpPr>
            <p:spPr>
              <a:xfrm>
                <a:off x="7889471" y="3355175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E2046970-427E-45B5-BCE1-361C536030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9471" y="3355175"/>
                <a:ext cx="521104" cy="611066"/>
              </a:xfrm>
              <a:prstGeom prst="roundRect">
                <a:avLst/>
              </a:prstGeom>
              <a:blipFill>
                <a:blip r:embed="rId19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BDADE45-E90C-4621-BAE6-AAD88DEC8BD0}"/>
                  </a:ext>
                </a:extLst>
              </p:cNvPr>
              <p:cNvSpPr txBox="1"/>
              <p:nvPr/>
            </p:nvSpPr>
            <p:spPr>
              <a:xfrm>
                <a:off x="7225737" y="3429876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BDADE45-E90C-4621-BAE6-AAD88DEC8B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5737" y="3429876"/>
                <a:ext cx="534121" cy="52322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Box 54">
            <a:extLst>
              <a:ext uri="{FF2B5EF4-FFF2-40B4-BE49-F238E27FC236}">
                <a16:creationId xmlns:a16="http://schemas.microsoft.com/office/drawing/2014/main" id="{0397EF4A-7E08-439E-8A65-30ECEF1A5054}"/>
              </a:ext>
            </a:extLst>
          </p:cNvPr>
          <p:cNvSpPr txBox="1"/>
          <p:nvPr/>
        </p:nvSpPr>
        <p:spPr>
          <a:xfrm>
            <a:off x="157316" y="3506820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: Rounded Corners 55">
                <a:extLst>
                  <a:ext uri="{FF2B5EF4-FFF2-40B4-BE49-F238E27FC236}">
                    <a16:creationId xmlns:a16="http://schemas.microsoft.com/office/drawing/2014/main" id="{0DD1AF57-6798-49F1-8768-DB3C95A113EE}"/>
                  </a:ext>
                </a:extLst>
              </p:cNvPr>
              <p:cNvSpPr/>
              <p:nvPr/>
            </p:nvSpPr>
            <p:spPr>
              <a:xfrm>
                <a:off x="8489546" y="3355175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Rectangle: Rounded Corners 55">
                <a:extLst>
                  <a:ext uri="{FF2B5EF4-FFF2-40B4-BE49-F238E27FC236}">
                    <a16:creationId xmlns:a16="http://schemas.microsoft.com/office/drawing/2014/main" id="{0DD1AF57-6798-49F1-8768-DB3C95A113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9546" y="3355175"/>
                <a:ext cx="521104" cy="611066"/>
              </a:xfrm>
              <a:prstGeom prst="roundRect">
                <a:avLst/>
              </a:prstGeom>
              <a:blipFill>
                <a:blip r:embed="rId21"/>
                <a:stretch>
                  <a:fillRect l="-2299" r="-2299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: Rounded Corners 56">
                <a:extLst>
                  <a:ext uri="{FF2B5EF4-FFF2-40B4-BE49-F238E27FC236}">
                    <a16:creationId xmlns:a16="http://schemas.microsoft.com/office/drawing/2014/main" id="{A5FAC6D6-465C-4B3A-8223-43F7E254D1E0}"/>
                  </a:ext>
                </a:extLst>
              </p:cNvPr>
              <p:cNvSpPr/>
              <p:nvPr/>
            </p:nvSpPr>
            <p:spPr>
              <a:xfrm>
                <a:off x="9080096" y="3355175"/>
                <a:ext cx="521104" cy="611066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7" name="Rectangle: Rounded Corners 56">
                <a:extLst>
                  <a:ext uri="{FF2B5EF4-FFF2-40B4-BE49-F238E27FC236}">
                    <a16:creationId xmlns:a16="http://schemas.microsoft.com/office/drawing/2014/main" id="{A5FAC6D6-465C-4B3A-8223-43F7E254D1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0096" y="3355175"/>
                <a:ext cx="521104" cy="611066"/>
              </a:xfrm>
              <a:prstGeom prst="roundRect">
                <a:avLst/>
              </a:prstGeom>
              <a:blipFill>
                <a:blip r:embed="rId22"/>
                <a:stretch>
                  <a:fillRect l="-2299" r="-2299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: Rounded Corners 58">
                <a:extLst>
                  <a:ext uri="{FF2B5EF4-FFF2-40B4-BE49-F238E27FC236}">
                    <a16:creationId xmlns:a16="http://schemas.microsoft.com/office/drawing/2014/main" id="{FF9B2041-EC88-4E2E-9A8F-B464458EEC88}"/>
                  </a:ext>
                </a:extLst>
              </p:cNvPr>
              <p:cNvSpPr/>
              <p:nvPr/>
            </p:nvSpPr>
            <p:spPr>
              <a:xfrm>
                <a:off x="517121" y="4194849"/>
                <a:ext cx="65790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(21−5)</m:t>
                          </m:r>
                        </m:e>
                      </m:rad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÷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e>
                      </m:d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(−2)</m:t>
                          </m:r>
                        </m:e>
                        <m: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9" name="Rectangle: Rounded Corners 58">
                <a:extLst>
                  <a:ext uri="{FF2B5EF4-FFF2-40B4-BE49-F238E27FC236}">
                    <a16:creationId xmlns:a16="http://schemas.microsoft.com/office/drawing/2014/main" id="{FF9B2041-EC88-4E2E-9A8F-B464458EEC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21" y="4194849"/>
                <a:ext cx="6579004" cy="611066"/>
              </a:xfrm>
              <a:prstGeom prst="roundRect">
                <a:avLst/>
              </a:prstGeom>
              <a:blipFill>
                <a:blip r:embed="rId23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: Rounded Corners 59">
                <a:extLst>
                  <a:ext uri="{FF2B5EF4-FFF2-40B4-BE49-F238E27FC236}">
                    <a16:creationId xmlns:a16="http://schemas.microsoft.com/office/drawing/2014/main" id="{1C221198-A9B8-45A0-AB75-24E1DBD2AACF}"/>
                  </a:ext>
                </a:extLst>
              </p:cNvPr>
              <p:cNvSpPr/>
              <p:nvPr/>
            </p:nvSpPr>
            <p:spPr>
              <a:xfrm>
                <a:off x="7889471" y="4168774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Rectangle: Rounded Corners 59">
                <a:extLst>
                  <a:ext uri="{FF2B5EF4-FFF2-40B4-BE49-F238E27FC236}">
                    <a16:creationId xmlns:a16="http://schemas.microsoft.com/office/drawing/2014/main" id="{1C221198-A9B8-45A0-AB75-24E1DBD2AA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9471" y="4168774"/>
                <a:ext cx="521104" cy="611066"/>
              </a:xfrm>
              <a:prstGeom prst="roundRect">
                <a:avLst/>
              </a:prstGeom>
              <a:blipFill>
                <a:blip r:embed="rId24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21934032-6B38-4FCE-A583-BF284D12FDD8}"/>
                  </a:ext>
                </a:extLst>
              </p:cNvPr>
              <p:cNvSpPr txBox="1"/>
              <p:nvPr/>
            </p:nvSpPr>
            <p:spPr>
              <a:xfrm>
                <a:off x="7225737" y="4243475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21934032-6B38-4FCE-A583-BF284D12FD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5737" y="4243475"/>
                <a:ext cx="534121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TextBox 61">
            <a:extLst>
              <a:ext uri="{FF2B5EF4-FFF2-40B4-BE49-F238E27FC236}">
                <a16:creationId xmlns:a16="http://schemas.microsoft.com/office/drawing/2014/main" id="{748CB72B-CFA6-45EE-8775-CDD3929FEA99}"/>
              </a:ext>
            </a:extLst>
          </p:cNvPr>
          <p:cNvSpPr txBox="1"/>
          <p:nvPr/>
        </p:nvSpPr>
        <p:spPr>
          <a:xfrm>
            <a:off x="157316" y="4320419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: Rounded Corners 62">
                <a:extLst>
                  <a:ext uri="{FF2B5EF4-FFF2-40B4-BE49-F238E27FC236}">
                    <a16:creationId xmlns:a16="http://schemas.microsoft.com/office/drawing/2014/main" id="{617C2336-0EDF-4D52-8E72-3D0E1ACFB564}"/>
                  </a:ext>
                </a:extLst>
              </p:cNvPr>
              <p:cNvSpPr/>
              <p:nvPr/>
            </p:nvSpPr>
            <p:spPr>
              <a:xfrm>
                <a:off x="8489546" y="4168774"/>
                <a:ext cx="521104" cy="611066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36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3" name="Rectangle: Rounded Corners 62">
                <a:extLst>
                  <a:ext uri="{FF2B5EF4-FFF2-40B4-BE49-F238E27FC236}">
                    <a16:creationId xmlns:a16="http://schemas.microsoft.com/office/drawing/2014/main" id="{617C2336-0EDF-4D52-8E72-3D0E1ACFB5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9546" y="4168774"/>
                <a:ext cx="521104" cy="611066"/>
              </a:xfrm>
              <a:prstGeom prst="roundRect">
                <a:avLst/>
              </a:prstGeom>
              <a:blipFill>
                <a:blip r:embed="rId25"/>
                <a:stretch>
                  <a:fillRect l="-2299" r="-2299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: Rounded Corners 63">
                <a:extLst>
                  <a:ext uri="{FF2B5EF4-FFF2-40B4-BE49-F238E27FC236}">
                    <a16:creationId xmlns:a16="http://schemas.microsoft.com/office/drawing/2014/main" id="{8828478A-F576-4FB0-8D83-C81225853F87}"/>
                  </a:ext>
                </a:extLst>
              </p:cNvPr>
              <p:cNvSpPr/>
              <p:nvPr/>
            </p:nvSpPr>
            <p:spPr>
              <a:xfrm>
                <a:off x="9080096" y="4168774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24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4" name="Rectangle: Rounded Corners 63">
                <a:extLst>
                  <a:ext uri="{FF2B5EF4-FFF2-40B4-BE49-F238E27FC236}">
                    <a16:creationId xmlns:a16="http://schemas.microsoft.com/office/drawing/2014/main" id="{8828478A-F576-4FB0-8D83-C81225853F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0096" y="4168774"/>
                <a:ext cx="521104" cy="611066"/>
              </a:xfrm>
              <a:prstGeom prst="roundRect">
                <a:avLst/>
              </a:prstGeom>
              <a:blipFill>
                <a:blip r:embed="rId26"/>
                <a:stretch>
                  <a:fillRect l="-2299" r="-2299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Rectangle: Rounded Corners 72">
                <a:extLst>
                  <a:ext uri="{FF2B5EF4-FFF2-40B4-BE49-F238E27FC236}">
                    <a16:creationId xmlns:a16="http://schemas.microsoft.com/office/drawing/2014/main" id="{B21E5DA8-73B4-4C03-A6E6-43D65CCCE245}"/>
                  </a:ext>
                </a:extLst>
              </p:cNvPr>
              <p:cNvSpPr/>
              <p:nvPr/>
            </p:nvSpPr>
            <p:spPr>
              <a:xfrm>
                <a:off x="517120" y="6014250"/>
                <a:ext cx="7972425" cy="79283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(18−2</m:t>
                          </m:r>
                          <m: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5−4)</m:t>
                          </m:r>
                        </m:e>
                        <m:sup>
                          <m:r>
                            <a:rPr lang="en-GB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GB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10+7</m:t>
                              </m:r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sSup>
                            <m:sSupPr>
                              <m:ctrlP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35−2</m:t>
                              </m:r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GB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ad>
                                    <m:radPr>
                                      <m:degHide m:val="on"/>
                                      <m:ctrlPr>
                                        <a:rPr lang="en-GB" sz="20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GB" sz="20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121</m:t>
                                      </m:r>
                                    </m:e>
                                  </m:rad>
                                  <m:r>
                                    <a:rPr lang="en-GB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+9</m:t>
                                  </m:r>
                                </m:e>
                              </m:d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÷2</m:t>
                              </m:r>
                            </m:e>
                          </m:d>
                        </m:e>
                        <m:sup>
                          <m: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25</m:t>
                      </m:r>
                      <m:r>
                        <a:rPr lang="en-GB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" name="Rectangle: Rounded Corners 72">
                <a:extLst>
                  <a:ext uri="{FF2B5EF4-FFF2-40B4-BE49-F238E27FC236}">
                    <a16:creationId xmlns:a16="http://schemas.microsoft.com/office/drawing/2014/main" id="{B21E5DA8-73B4-4C03-A6E6-43D65CCCE2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20" y="6014250"/>
                <a:ext cx="7972425" cy="792839"/>
              </a:xfrm>
              <a:prstGeom prst="roundRect">
                <a:avLst/>
              </a:prstGeom>
              <a:blipFill>
                <a:blip r:embed="rId27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B48BD67-1ECF-4F11-B242-F5AEABE99A07}"/>
                  </a:ext>
                </a:extLst>
              </p:cNvPr>
              <p:cNvSpPr txBox="1"/>
              <p:nvPr/>
            </p:nvSpPr>
            <p:spPr>
              <a:xfrm>
                <a:off x="8496300" y="6149059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B48BD67-1ECF-4F11-B242-F5AEABE99A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6300" y="6149059"/>
                <a:ext cx="534121" cy="52322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TextBox 75">
            <a:extLst>
              <a:ext uri="{FF2B5EF4-FFF2-40B4-BE49-F238E27FC236}">
                <a16:creationId xmlns:a16="http://schemas.microsoft.com/office/drawing/2014/main" id="{483ABF6B-B4BD-45E4-98A1-ECDE4141F8EE}"/>
              </a:ext>
            </a:extLst>
          </p:cNvPr>
          <p:cNvSpPr txBox="1"/>
          <p:nvPr/>
        </p:nvSpPr>
        <p:spPr>
          <a:xfrm>
            <a:off x="142889" y="6241392"/>
            <a:ext cx="3401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Rectangle: Rounded Corners 78">
                <a:extLst>
                  <a:ext uri="{FF2B5EF4-FFF2-40B4-BE49-F238E27FC236}">
                    <a16:creationId xmlns:a16="http://schemas.microsoft.com/office/drawing/2014/main" id="{77602C26-D40B-46F1-8893-EE59DCD7AA2E}"/>
                  </a:ext>
                </a:extLst>
              </p:cNvPr>
              <p:cNvSpPr/>
              <p:nvPr/>
            </p:nvSpPr>
            <p:spPr>
              <a:xfrm>
                <a:off x="9080096" y="6014250"/>
                <a:ext cx="717954" cy="792839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112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9" name="Rectangle: Rounded Corners 78">
                <a:extLst>
                  <a:ext uri="{FF2B5EF4-FFF2-40B4-BE49-F238E27FC236}">
                    <a16:creationId xmlns:a16="http://schemas.microsoft.com/office/drawing/2014/main" id="{77602C26-D40B-46F1-8893-EE59DCD7AA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0096" y="6014250"/>
                <a:ext cx="717954" cy="792839"/>
              </a:xfrm>
              <a:prstGeom prst="roundRect">
                <a:avLst/>
              </a:prstGeom>
              <a:blipFill>
                <a:blip r:embed="rId29"/>
                <a:stretch>
                  <a:fillRect r="-840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TextBox 80">
            <a:extLst>
              <a:ext uri="{FF2B5EF4-FFF2-40B4-BE49-F238E27FC236}">
                <a16:creationId xmlns:a16="http://schemas.microsoft.com/office/drawing/2014/main" id="{3D62820F-D21F-417F-883A-6DA7FCFF2D67}"/>
              </a:ext>
            </a:extLst>
          </p:cNvPr>
          <p:cNvSpPr txBox="1"/>
          <p:nvPr/>
        </p:nvSpPr>
        <p:spPr>
          <a:xfrm>
            <a:off x="659486" y="943767"/>
            <a:ext cx="17732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Ар бир эсептөө үчүн </a:t>
            </a:r>
          </a:p>
          <a:p>
            <a:pPr algn="ctr"/>
            <a:r>
              <a:rPr lang="ru-RU" sz="1400" dirty="0"/>
              <a:t>кайсы жооп туура?</a:t>
            </a:r>
            <a:endParaRPr lang="en-GB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FA43C8C-1D46-41FD-9C5B-48436B9C0C82}"/>
                  </a:ext>
                </a:extLst>
              </p:cNvPr>
              <p:cNvSpPr txBox="1"/>
              <p:nvPr/>
            </p:nvSpPr>
            <p:spPr>
              <a:xfrm>
                <a:off x="6456982" y="1806652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FA43C8C-1D46-41FD-9C5B-48436B9C0C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6982" y="1806652"/>
                <a:ext cx="534121" cy="52322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Rectangle: Rounded Corners 86">
                <a:extLst>
                  <a:ext uri="{FF2B5EF4-FFF2-40B4-BE49-F238E27FC236}">
                    <a16:creationId xmlns:a16="http://schemas.microsoft.com/office/drawing/2014/main" id="{9A9FCFF1-915A-4851-AFCA-405EA1D86E43}"/>
                  </a:ext>
                </a:extLst>
              </p:cNvPr>
              <p:cNvSpPr/>
              <p:nvPr/>
            </p:nvSpPr>
            <p:spPr>
              <a:xfrm>
                <a:off x="7120716" y="1731951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7" name="Rectangle: Rounded Corners 86">
                <a:extLst>
                  <a:ext uri="{FF2B5EF4-FFF2-40B4-BE49-F238E27FC236}">
                    <a16:creationId xmlns:a16="http://schemas.microsoft.com/office/drawing/2014/main" id="{9A9FCFF1-915A-4851-AFCA-405EA1D86E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0716" y="1731951"/>
                <a:ext cx="521104" cy="611066"/>
              </a:xfrm>
              <a:prstGeom prst="roundRect">
                <a:avLst/>
              </a:prstGeom>
              <a:blipFill>
                <a:blip r:embed="rId31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Rectangle: Rounded Corners 87">
                <a:extLst>
                  <a:ext uri="{FF2B5EF4-FFF2-40B4-BE49-F238E27FC236}">
                    <a16:creationId xmlns:a16="http://schemas.microsoft.com/office/drawing/2014/main" id="{95A6C119-65AF-4BB0-98B7-7E73DDBAE07F}"/>
                  </a:ext>
                </a:extLst>
              </p:cNvPr>
              <p:cNvSpPr/>
              <p:nvPr/>
            </p:nvSpPr>
            <p:spPr>
              <a:xfrm>
                <a:off x="7720791" y="1731951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8" name="Rectangle: Rounded Corners 87">
                <a:extLst>
                  <a:ext uri="{FF2B5EF4-FFF2-40B4-BE49-F238E27FC236}">
                    <a16:creationId xmlns:a16="http://schemas.microsoft.com/office/drawing/2014/main" id="{95A6C119-65AF-4BB0-98B7-7E73DDBAE0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0791" y="1731951"/>
                <a:ext cx="521104" cy="611066"/>
              </a:xfrm>
              <a:prstGeom prst="roundRect">
                <a:avLst/>
              </a:prstGeom>
              <a:blipFill>
                <a:blip r:embed="rId32"/>
                <a:stretch>
                  <a:fillRect l="-2299" r="-2299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Rectangle: Rounded Corners 88">
                <a:extLst>
                  <a:ext uri="{FF2B5EF4-FFF2-40B4-BE49-F238E27FC236}">
                    <a16:creationId xmlns:a16="http://schemas.microsoft.com/office/drawing/2014/main" id="{3B66A586-1B65-4218-B590-C88AE347DADA}"/>
                  </a:ext>
                </a:extLst>
              </p:cNvPr>
              <p:cNvSpPr/>
              <p:nvPr/>
            </p:nvSpPr>
            <p:spPr>
              <a:xfrm>
                <a:off x="8311341" y="1731951"/>
                <a:ext cx="521104" cy="611066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9" name="Rectangle: Rounded Corners 88">
                <a:extLst>
                  <a:ext uri="{FF2B5EF4-FFF2-40B4-BE49-F238E27FC236}">
                    <a16:creationId xmlns:a16="http://schemas.microsoft.com/office/drawing/2014/main" id="{3B66A586-1B65-4218-B590-C88AE347DA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1341" y="1731951"/>
                <a:ext cx="521104" cy="611066"/>
              </a:xfrm>
              <a:prstGeom prst="roundRect">
                <a:avLst/>
              </a:prstGeom>
              <a:blipFill>
                <a:blip r:embed="rId33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Rectangle: Rounded Corners 91">
                <a:extLst>
                  <a:ext uri="{FF2B5EF4-FFF2-40B4-BE49-F238E27FC236}">
                    <a16:creationId xmlns:a16="http://schemas.microsoft.com/office/drawing/2014/main" id="{217C110D-5D1E-45E2-886D-9DE5B5E1A84E}"/>
                  </a:ext>
                </a:extLst>
              </p:cNvPr>
              <p:cNvSpPr/>
              <p:nvPr/>
            </p:nvSpPr>
            <p:spPr>
              <a:xfrm>
                <a:off x="517120" y="5013663"/>
                <a:ext cx="7972425" cy="79283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f>
                        <m:fPr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sup>
                              <m: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54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÷(</m:t>
                          </m:r>
                          <m:sSup>
                            <m:sSupPr>
                              <m:ctrlP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GB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rad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7−10</m:t>
                              </m:r>
                            </m:e>
                          </m:d>
                        </m:e>
                        <m: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2" name="Rectangle: Rounded Corners 91">
                <a:extLst>
                  <a:ext uri="{FF2B5EF4-FFF2-40B4-BE49-F238E27FC236}">
                    <a16:creationId xmlns:a16="http://schemas.microsoft.com/office/drawing/2014/main" id="{217C110D-5D1E-45E2-886D-9DE5B5E1A8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20" y="5013663"/>
                <a:ext cx="7972425" cy="792839"/>
              </a:xfrm>
              <a:prstGeom prst="roundRect">
                <a:avLst/>
              </a:prstGeom>
              <a:blipFill>
                <a:blip r:embed="rId34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063F358A-72AD-4879-A858-FB93A7D3285F}"/>
                  </a:ext>
                </a:extLst>
              </p:cNvPr>
              <p:cNvSpPr txBox="1"/>
              <p:nvPr/>
            </p:nvSpPr>
            <p:spPr>
              <a:xfrm>
                <a:off x="8496300" y="5148472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063F358A-72AD-4879-A858-FB93A7D328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6300" y="5148472"/>
                <a:ext cx="534121" cy="523220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TextBox 93">
            <a:extLst>
              <a:ext uri="{FF2B5EF4-FFF2-40B4-BE49-F238E27FC236}">
                <a16:creationId xmlns:a16="http://schemas.microsoft.com/office/drawing/2014/main" id="{1F1E4501-8B00-4403-BAD6-3088884E7608}"/>
              </a:ext>
            </a:extLst>
          </p:cNvPr>
          <p:cNvSpPr txBox="1"/>
          <p:nvPr/>
        </p:nvSpPr>
        <p:spPr>
          <a:xfrm>
            <a:off x="157316" y="5240805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Rectangle: Rounded Corners 94">
                <a:extLst>
                  <a:ext uri="{FF2B5EF4-FFF2-40B4-BE49-F238E27FC236}">
                    <a16:creationId xmlns:a16="http://schemas.microsoft.com/office/drawing/2014/main" id="{D9492220-8740-4F58-889B-605DC68E895A}"/>
                  </a:ext>
                </a:extLst>
              </p:cNvPr>
              <p:cNvSpPr/>
              <p:nvPr/>
            </p:nvSpPr>
            <p:spPr>
              <a:xfrm>
                <a:off x="9080096" y="5013663"/>
                <a:ext cx="717954" cy="792839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−9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5" name="Rectangle: Rounded Corners 94">
                <a:extLst>
                  <a:ext uri="{FF2B5EF4-FFF2-40B4-BE49-F238E27FC236}">
                    <a16:creationId xmlns:a16="http://schemas.microsoft.com/office/drawing/2014/main" id="{D9492220-8740-4F58-889B-605DC68E89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0096" y="5013663"/>
                <a:ext cx="717954" cy="792839"/>
              </a:xfrm>
              <a:prstGeom prst="roundRect">
                <a:avLst/>
              </a:prstGeom>
              <a:blipFill>
                <a:blip r:embed="rId36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Rectangle 50">
            <a:extLst>
              <a:ext uri="{FF2B5EF4-FFF2-40B4-BE49-F238E27FC236}">
                <a16:creationId xmlns:a16="http://schemas.microsoft.com/office/drawing/2014/main" id="{D1231219-6CFA-22DB-821D-9DCE0372736A}"/>
              </a:ext>
            </a:extLst>
          </p:cNvPr>
          <p:cNvSpPr/>
          <p:nvPr/>
        </p:nvSpPr>
        <p:spPr>
          <a:xfrm>
            <a:off x="1563572" y="183654"/>
            <a:ext cx="803391" cy="47305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61FC5AC-1888-1319-CB64-A24146565E82}"/>
              </a:ext>
            </a:extLst>
          </p:cNvPr>
          <p:cNvSpPr txBox="1"/>
          <p:nvPr/>
        </p:nvSpPr>
        <p:spPr>
          <a:xfrm>
            <a:off x="1825738" y="601800"/>
            <a:ext cx="30674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10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FEFB484-171D-B8C6-CD4E-E06001934A65}"/>
              </a:ext>
            </a:extLst>
          </p:cNvPr>
          <p:cNvSpPr txBox="1"/>
          <p:nvPr/>
        </p:nvSpPr>
        <p:spPr>
          <a:xfrm>
            <a:off x="1031761" y="592275"/>
            <a:ext cx="18972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9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E1ECC027-5183-EABA-6F86-7ED434A98B80}"/>
              </a:ext>
            </a:extLst>
          </p:cNvPr>
          <p:cNvSpPr/>
          <p:nvPr/>
        </p:nvSpPr>
        <p:spPr>
          <a:xfrm>
            <a:off x="4529022" y="993914"/>
            <a:ext cx="1316788" cy="47305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C0B7555-1D13-8A3B-F7A3-B87EFC9310D4}"/>
              </a:ext>
            </a:extLst>
          </p:cNvPr>
          <p:cNvSpPr txBox="1"/>
          <p:nvPr/>
        </p:nvSpPr>
        <p:spPr>
          <a:xfrm>
            <a:off x="5107508" y="724990"/>
            <a:ext cx="18972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5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1068992A-2FB5-1989-4430-72077371ACFD}"/>
              </a:ext>
            </a:extLst>
          </p:cNvPr>
          <p:cNvSpPr/>
          <p:nvPr/>
        </p:nvSpPr>
        <p:spPr>
          <a:xfrm>
            <a:off x="6127750" y="993914"/>
            <a:ext cx="812800" cy="47305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A599C86-F602-982E-6153-A3895E12C172}"/>
              </a:ext>
            </a:extLst>
          </p:cNvPr>
          <p:cNvSpPr txBox="1"/>
          <p:nvPr/>
        </p:nvSpPr>
        <p:spPr>
          <a:xfrm>
            <a:off x="6441008" y="724990"/>
            <a:ext cx="18972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4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974CF5B-9298-6A00-A0B7-DF3ED5132296}"/>
              </a:ext>
            </a:extLst>
          </p:cNvPr>
          <p:cNvSpPr txBox="1"/>
          <p:nvPr/>
        </p:nvSpPr>
        <p:spPr>
          <a:xfrm>
            <a:off x="5440882" y="1572715"/>
            <a:ext cx="18972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6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67D8358-720D-CC34-6648-5D13404AA887}"/>
              </a:ext>
            </a:extLst>
          </p:cNvPr>
          <p:cNvSpPr txBox="1"/>
          <p:nvPr/>
        </p:nvSpPr>
        <p:spPr>
          <a:xfrm>
            <a:off x="2213722" y="1591765"/>
            <a:ext cx="30674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49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564F8B8-FF5A-4443-C1CD-3D806741931B}"/>
              </a:ext>
            </a:extLst>
          </p:cNvPr>
          <p:cNvSpPr/>
          <p:nvPr/>
        </p:nvSpPr>
        <p:spPr>
          <a:xfrm>
            <a:off x="1796935" y="1859102"/>
            <a:ext cx="1179628" cy="43166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CEBA75F-056A-63B3-DB58-3E47A2EDF986}"/>
              </a:ext>
            </a:extLst>
          </p:cNvPr>
          <p:cNvSpPr/>
          <p:nvPr/>
        </p:nvSpPr>
        <p:spPr>
          <a:xfrm>
            <a:off x="3238384" y="1859102"/>
            <a:ext cx="1701916" cy="43166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05AEC77-8274-C537-ACF3-59C1CDC1D37C}"/>
              </a:ext>
            </a:extLst>
          </p:cNvPr>
          <p:cNvSpPr txBox="1"/>
          <p:nvPr/>
        </p:nvSpPr>
        <p:spPr>
          <a:xfrm>
            <a:off x="4044254" y="1592705"/>
            <a:ext cx="18972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5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1F9CA2C-BA9E-B915-E927-D311D1C468C8}"/>
              </a:ext>
            </a:extLst>
          </p:cNvPr>
          <p:cNvSpPr/>
          <p:nvPr/>
        </p:nvSpPr>
        <p:spPr>
          <a:xfrm>
            <a:off x="1530234" y="2659202"/>
            <a:ext cx="806566" cy="43166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4BBBD2E-1141-3633-495E-CFC7843AC5E3}"/>
              </a:ext>
            </a:extLst>
          </p:cNvPr>
          <p:cNvSpPr txBox="1"/>
          <p:nvPr/>
        </p:nvSpPr>
        <p:spPr>
          <a:xfrm>
            <a:off x="1814044" y="2392805"/>
            <a:ext cx="30674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24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76A11C2-B50C-334E-60F9-1B50B320351F}"/>
              </a:ext>
            </a:extLst>
          </p:cNvPr>
          <p:cNvSpPr txBox="1"/>
          <p:nvPr/>
        </p:nvSpPr>
        <p:spPr>
          <a:xfrm>
            <a:off x="2674469" y="2392805"/>
            <a:ext cx="30674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16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45EEB508-87A5-7662-2F1B-5DF6F5CA0811}"/>
              </a:ext>
            </a:extLst>
          </p:cNvPr>
          <p:cNvSpPr/>
          <p:nvPr/>
        </p:nvSpPr>
        <p:spPr>
          <a:xfrm>
            <a:off x="3320934" y="2659202"/>
            <a:ext cx="984366" cy="43166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0FC48E40-6E72-5553-78EB-95A6AC616860}"/>
              </a:ext>
            </a:extLst>
          </p:cNvPr>
          <p:cNvSpPr txBox="1"/>
          <p:nvPr/>
        </p:nvSpPr>
        <p:spPr>
          <a:xfrm>
            <a:off x="3728342" y="2392805"/>
            <a:ext cx="18972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5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739AB069-4DE6-462F-1533-5113363D877F}"/>
              </a:ext>
            </a:extLst>
          </p:cNvPr>
          <p:cNvSpPr/>
          <p:nvPr/>
        </p:nvSpPr>
        <p:spPr>
          <a:xfrm>
            <a:off x="4578234" y="2659202"/>
            <a:ext cx="1689216" cy="43166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42080EC2-63D0-F753-FB6E-4708F11EDFC1}"/>
              </a:ext>
            </a:extLst>
          </p:cNvPr>
          <p:cNvSpPr txBox="1"/>
          <p:nvPr/>
        </p:nvSpPr>
        <p:spPr>
          <a:xfrm>
            <a:off x="5327182" y="2392805"/>
            <a:ext cx="30674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10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8A291D54-0BB6-A500-F32E-2A3B9A8B8B31}"/>
              </a:ext>
            </a:extLst>
          </p:cNvPr>
          <p:cNvSpPr/>
          <p:nvPr/>
        </p:nvSpPr>
        <p:spPr>
          <a:xfrm>
            <a:off x="976313" y="3459302"/>
            <a:ext cx="3881437" cy="43166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1336BCC7-3168-61C9-B2E6-8E4B03F38AB2}"/>
              </a:ext>
            </a:extLst>
          </p:cNvPr>
          <p:cNvSpPr txBox="1"/>
          <p:nvPr/>
        </p:nvSpPr>
        <p:spPr>
          <a:xfrm>
            <a:off x="2749718" y="3192905"/>
            <a:ext cx="30674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30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59CD8C70-B27E-6538-098B-6571DF438A6C}"/>
              </a:ext>
            </a:extLst>
          </p:cNvPr>
          <p:cNvSpPr/>
          <p:nvPr/>
        </p:nvSpPr>
        <p:spPr>
          <a:xfrm>
            <a:off x="5151438" y="3459302"/>
            <a:ext cx="931862" cy="43166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5A3520C3-2ABC-8D00-DFDF-155E2DF5CB52}"/>
              </a:ext>
            </a:extLst>
          </p:cNvPr>
          <p:cNvSpPr txBox="1"/>
          <p:nvPr/>
        </p:nvSpPr>
        <p:spPr>
          <a:xfrm>
            <a:off x="5397668" y="3192905"/>
            <a:ext cx="30674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50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F2915A23-E602-1714-5265-967615A79C16}"/>
              </a:ext>
            </a:extLst>
          </p:cNvPr>
          <p:cNvSpPr/>
          <p:nvPr/>
        </p:nvSpPr>
        <p:spPr>
          <a:xfrm>
            <a:off x="719138" y="4278452"/>
            <a:ext cx="925512" cy="43166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44B61CD-7C96-D0D0-9F91-A00D154AD0B3}"/>
              </a:ext>
            </a:extLst>
          </p:cNvPr>
          <p:cNvSpPr txBox="1"/>
          <p:nvPr/>
        </p:nvSpPr>
        <p:spPr>
          <a:xfrm>
            <a:off x="1093728" y="4012055"/>
            <a:ext cx="18972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0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63369B93-9D43-0328-A25C-2F94B2345C3B}"/>
              </a:ext>
            </a:extLst>
          </p:cNvPr>
          <p:cNvSpPr txBox="1"/>
          <p:nvPr/>
        </p:nvSpPr>
        <p:spPr>
          <a:xfrm>
            <a:off x="2941578" y="4012055"/>
            <a:ext cx="18972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8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4EA3F7A0-637B-3B64-310F-5129F13EBD1A}"/>
              </a:ext>
            </a:extLst>
          </p:cNvPr>
          <p:cNvSpPr/>
          <p:nvPr/>
        </p:nvSpPr>
        <p:spPr>
          <a:xfrm>
            <a:off x="4198938" y="4278452"/>
            <a:ext cx="2665412" cy="43166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96CB0C5A-80BA-40BB-8074-55C5DA1FE024}"/>
              </a:ext>
            </a:extLst>
          </p:cNvPr>
          <p:cNvSpPr txBox="1"/>
          <p:nvPr/>
        </p:nvSpPr>
        <p:spPr>
          <a:xfrm>
            <a:off x="5461168" y="4012055"/>
            <a:ext cx="30674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28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EF387960-E359-DC96-2DEC-48D1257021BD}"/>
              </a:ext>
            </a:extLst>
          </p:cNvPr>
          <p:cNvSpPr/>
          <p:nvPr/>
        </p:nvSpPr>
        <p:spPr>
          <a:xfrm>
            <a:off x="814388" y="5053152"/>
            <a:ext cx="1890712" cy="725348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786FA35D-7F9F-8C08-54BC-A6B98F295D7C}"/>
              </a:ext>
            </a:extLst>
          </p:cNvPr>
          <p:cNvSpPr txBox="1"/>
          <p:nvPr/>
        </p:nvSpPr>
        <p:spPr>
          <a:xfrm>
            <a:off x="1608078" y="4786755"/>
            <a:ext cx="18972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3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A4CB3447-A204-551D-8347-2B5785CE0798}"/>
              </a:ext>
            </a:extLst>
          </p:cNvPr>
          <p:cNvSpPr txBox="1"/>
          <p:nvPr/>
        </p:nvSpPr>
        <p:spPr>
          <a:xfrm>
            <a:off x="4090928" y="4901055"/>
            <a:ext cx="18972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3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77FFB677-1829-A588-136A-48E6F3CA0F9B}"/>
              </a:ext>
            </a:extLst>
          </p:cNvPr>
          <p:cNvSpPr/>
          <p:nvPr/>
        </p:nvSpPr>
        <p:spPr>
          <a:xfrm>
            <a:off x="5538788" y="5053152"/>
            <a:ext cx="2405062" cy="725348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FCB00138-0949-F9C5-6C7B-6106F08AAC78}"/>
              </a:ext>
            </a:extLst>
          </p:cNvPr>
          <p:cNvSpPr/>
          <p:nvPr/>
        </p:nvSpPr>
        <p:spPr>
          <a:xfrm>
            <a:off x="5016500" y="6053277"/>
            <a:ext cx="3263900" cy="725348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DFB345A-5D1D-09DC-5373-69F7D9E8CC22}"/>
              </a:ext>
            </a:extLst>
          </p:cNvPr>
          <p:cNvSpPr txBox="1"/>
          <p:nvPr/>
        </p:nvSpPr>
        <p:spPr>
          <a:xfrm>
            <a:off x="6255123" y="5891655"/>
            <a:ext cx="38761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64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A8D57D6C-0560-07A2-01A9-32D08CA31C84}"/>
              </a:ext>
            </a:extLst>
          </p:cNvPr>
          <p:cNvSpPr txBox="1"/>
          <p:nvPr/>
        </p:nvSpPr>
        <p:spPr>
          <a:xfrm>
            <a:off x="1711106" y="6101205"/>
            <a:ext cx="255445" cy="215444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16</a:t>
            </a:r>
            <a:endParaRPr lang="en-GB" sz="1050" dirty="0">
              <a:solidFill>
                <a:srgbClr val="0070C0"/>
              </a:solidFill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D349AED8-4E22-74FF-2563-08964601BFA4}"/>
              </a:ext>
            </a:extLst>
          </p:cNvPr>
          <p:cNvSpPr txBox="1"/>
          <p:nvPr/>
        </p:nvSpPr>
        <p:spPr>
          <a:xfrm>
            <a:off x="3950221" y="724990"/>
            <a:ext cx="18972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1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50A58DA3-0375-352E-CEB4-454627820A41}"/>
              </a:ext>
            </a:extLst>
          </p:cNvPr>
          <p:cNvSpPr/>
          <p:nvPr/>
        </p:nvSpPr>
        <p:spPr>
          <a:xfrm>
            <a:off x="704851" y="6053277"/>
            <a:ext cx="4095750" cy="725348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E62D354E-CD70-B427-C9D7-0FFF3BFB6735}"/>
              </a:ext>
            </a:extLst>
          </p:cNvPr>
          <p:cNvSpPr txBox="1"/>
          <p:nvPr/>
        </p:nvSpPr>
        <p:spPr>
          <a:xfrm>
            <a:off x="2788207" y="5815455"/>
            <a:ext cx="30674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48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7B79697F-1FAF-E7F8-07DF-24CC012F8F87}"/>
              </a:ext>
            </a:extLst>
          </p:cNvPr>
          <p:cNvSpPr txBox="1"/>
          <p:nvPr/>
        </p:nvSpPr>
        <p:spPr>
          <a:xfrm>
            <a:off x="3941191" y="5904355"/>
            <a:ext cx="164074" cy="215444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3</a:t>
            </a:r>
            <a:endParaRPr lang="en-GB" sz="1050" dirty="0">
              <a:solidFill>
                <a:srgbClr val="0070C0"/>
              </a:solidFill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03371C68-9B7C-BC0B-E46F-D63A21FAE5DE}"/>
              </a:ext>
            </a:extLst>
          </p:cNvPr>
          <p:cNvSpPr txBox="1"/>
          <p:nvPr/>
        </p:nvSpPr>
        <p:spPr>
          <a:xfrm>
            <a:off x="6585118" y="4872480"/>
            <a:ext cx="30674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18</a:t>
            </a:r>
            <a:endParaRPr lang="en-GB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4455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7492797" y="46995"/>
            <a:ext cx="13612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МЕГА </a:t>
            </a:r>
          </a:p>
          <a:p>
            <a:pPr algn="ctr"/>
            <a:r>
              <a:rPr lang="ru-RU" sz="2000" b="1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ЭСЕПТЕР!</a:t>
            </a:r>
            <a:endParaRPr lang="en-GB" sz="2000" b="1" dirty="0">
              <a:solidFill>
                <a:schemeClr val="bg1">
                  <a:lumMod val="50000"/>
                </a:schemeClr>
              </a:solidFill>
              <a:latin typeface="Stencil" panose="040409050D0802020404" pitchFamily="8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7FC5E114-9D65-478A-8DB6-71D243EF58D6}"/>
                  </a:ext>
                </a:extLst>
              </p:cNvPr>
              <p:cNvSpPr/>
              <p:nvPr/>
            </p:nvSpPr>
            <p:spPr>
              <a:xfrm>
                <a:off x="517121" y="100779"/>
                <a:ext cx="2759479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5−3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7FC5E114-9D65-478A-8DB6-71D243EF58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21" y="100779"/>
                <a:ext cx="2759479" cy="611066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5A01DC1F-E20F-44E1-A609-ECF27B05CE38}"/>
                  </a:ext>
                </a:extLst>
              </p:cNvPr>
              <p:cNvSpPr/>
              <p:nvPr/>
            </p:nvSpPr>
            <p:spPr>
              <a:xfrm>
                <a:off x="3736571" y="100779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5A01DC1F-E20F-44E1-A609-ECF27B05CE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6571" y="100779"/>
                <a:ext cx="521104" cy="611066"/>
              </a:xfrm>
              <a:prstGeom prst="roundRect">
                <a:avLst/>
              </a:prstGeom>
              <a:blipFill>
                <a:blip r:embed="rId3"/>
                <a:stretch>
                  <a:fillRect l="-1149" r="-3448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41706B-BCA7-4E60-AB7B-155D201DD86C}"/>
                  </a:ext>
                </a:extLst>
              </p:cNvPr>
              <p:cNvSpPr txBox="1"/>
              <p:nvPr/>
            </p:nvSpPr>
            <p:spPr>
              <a:xfrm>
                <a:off x="3238500" y="175480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41706B-BCA7-4E60-AB7B-155D201DD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8500" y="175480"/>
                <a:ext cx="534121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14AD4541-C9A3-44E4-990C-26DEAB8F714C}"/>
              </a:ext>
            </a:extLst>
          </p:cNvPr>
          <p:cNvSpPr txBox="1"/>
          <p:nvPr/>
        </p:nvSpPr>
        <p:spPr>
          <a:xfrm>
            <a:off x="157316" y="252424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5796712C-375E-4084-BA8C-51AD99AF627D}"/>
                  </a:ext>
                </a:extLst>
              </p:cNvPr>
              <p:cNvSpPr/>
              <p:nvPr/>
            </p:nvSpPr>
            <p:spPr>
              <a:xfrm>
                <a:off x="4336646" y="100779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5796712C-375E-4084-BA8C-51AD99AF62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6646" y="100779"/>
                <a:ext cx="521104" cy="611066"/>
              </a:xfrm>
              <a:prstGeom prst="roundRect">
                <a:avLst/>
              </a:prstGeom>
              <a:blipFill>
                <a:blip r:embed="rId5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030ABA21-4C4F-40FD-AA59-47BB72DB73E9}"/>
                  </a:ext>
                </a:extLst>
              </p:cNvPr>
              <p:cNvSpPr/>
              <p:nvPr/>
            </p:nvSpPr>
            <p:spPr>
              <a:xfrm>
                <a:off x="4927196" y="100779"/>
                <a:ext cx="521104" cy="611066"/>
              </a:xfrm>
              <a:prstGeom prst="roundRect">
                <a:avLst/>
              </a:prstGeom>
              <a:solidFill>
                <a:srgbClr val="F2F2F2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16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030ABA21-4C4F-40FD-AA59-47BB72DB73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7196" y="100779"/>
                <a:ext cx="521104" cy="611066"/>
              </a:xfrm>
              <a:prstGeom prst="roundRect">
                <a:avLst/>
              </a:prstGeom>
              <a:blipFill>
                <a:blip r:embed="rId6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9C63B5D8-5B72-46A3-AB64-9E3272374D4F}"/>
                  </a:ext>
                </a:extLst>
              </p:cNvPr>
              <p:cNvSpPr/>
              <p:nvPr/>
            </p:nvSpPr>
            <p:spPr>
              <a:xfrm>
                <a:off x="3631796" y="919593"/>
                <a:ext cx="3502429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100</m:t>
                          </m:r>
                        </m:e>
                      </m:rad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2−2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9C63B5D8-5B72-46A3-AB64-9E3272374D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1796" y="919593"/>
                <a:ext cx="3502429" cy="611066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D18EAB51-43D3-4E5A-90D3-8869DFA3123A}"/>
                  </a:ext>
                </a:extLst>
              </p:cNvPr>
              <p:cNvSpPr/>
              <p:nvPr/>
            </p:nvSpPr>
            <p:spPr>
              <a:xfrm>
                <a:off x="7632296" y="914378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D18EAB51-43D3-4E5A-90D3-8869DFA312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2296" y="914378"/>
                <a:ext cx="521104" cy="611066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506A44C-D843-4ECC-8CF7-0A4B5A895DFF}"/>
                  </a:ext>
                </a:extLst>
              </p:cNvPr>
              <p:cNvSpPr txBox="1"/>
              <p:nvPr/>
            </p:nvSpPr>
            <p:spPr>
              <a:xfrm>
                <a:off x="7134225" y="989079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506A44C-D843-4ECC-8CF7-0A4B5A895D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4225" y="989079"/>
                <a:ext cx="534121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5EE6AEF5-297C-4850-8B20-D9716F2E08C9}"/>
              </a:ext>
            </a:extLst>
          </p:cNvPr>
          <p:cNvSpPr txBox="1"/>
          <p:nvPr/>
        </p:nvSpPr>
        <p:spPr>
          <a:xfrm>
            <a:off x="3271991" y="1066023"/>
            <a:ext cx="3951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FE9B0471-F7FE-4FC7-956B-48FF2A0FA187}"/>
                  </a:ext>
                </a:extLst>
              </p:cNvPr>
              <p:cNvSpPr/>
              <p:nvPr/>
            </p:nvSpPr>
            <p:spPr>
              <a:xfrm>
                <a:off x="8232371" y="914378"/>
                <a:ext cx="521104" cy="611066"/>
              </a:xfrm>
              <a:prstGeom prst="roundRect">
                <a:avLst/>
              </a:prstGeom>
              <a:solidFill>
                <a:srgbClr val="F2F2F2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FE9B0471-F7FE-4FC7-956B-48FF2A0FA1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2371" y="914378"/>
                <a:ext cx="521104" cy="611066"/>
              </a:xfrm>
              <a:prstGeom prst="roundRect">
                <a:avLst/>
              </a:prstGeom>
              <a:blipFill>
                <a:blip r:embed="rId10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D0AC964D-1EC2-4F10-9110-C503DBE79ECB}"/>
                  </a:ext>
                </a:extLst>
              </p:cNvPr>
              <p:cNvSpPr/>
              <p:nvPr/>
            </p:nvSpPr>
            <p:spPr>
              <a:xfrm>
                <a:off x="8822921" y="914378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D0AC964D-1EC2-4F10-9110-C503DBE79E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2921" y="914378"/>
                <a:ext cx="521104" cy="611066"/>
              </a:xfrm>
              <a:prstGeom prst="roundRect">
                <a:avLst/>
              </a:prstGeom>
              <a:blipFill>
                <a:blip r:embed="rId11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AE6451EA-57EF-4476-9F27-FB9E133CEBF4}"/>
                  </a:ext>
                </a:extLst>
              </p:cNvPr>
              <p:cNvSpPr/>
              <p:nvPr/>
            </p:nvSpPr>
            <p:spPr>
              <a:xfrm>
                <a:off x="1336270" y="1738407"/>
                <a:ext cx="4991100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+4)</m:t>
                          </m:r>
                        </m:e>
                        <m: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(5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+3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ad>
                        <m:radPr>
                          <m:degHide m:val="on"/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36</m:t>
                          </m:r>
                        </m:e>
                      </m:rad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AE6451EA-57EF-4476-9F27-FB9E133CEB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6270" y="1738407"/>
                <a:ext cx="4991100" cy="611066"/>
              </a:xfrm>
              <a:prstGeom prst="roundRect">
                <a:avLst/>
              </a:prstGeom>
              <a:blipFill>
                <a:blip r:embed="rId12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B4561D5F-489F-4E63-BE7E-D58A44EE304C}"/>
              </a:ext>
            </a:extLst>
          </p:cNvPr>
          <p:cNvSpPr txBox="1"/>
          <p:nvPr/>
        </p:nvSpPr>
        <p:spPr>
          <a:xfrm>
            <a:off x="976466" y="1879622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B96951DB-EE12-42FB-A1DA-87E970E60F38}"/>
                  </a:ext>
                </a:extLst>
              </p:cNvPr>
              <p:cNvSpPr/>
              <p:nvPr/>
            </p:nvSpPr>
            <p:spPr>
              <a:xfrm>
                <a:off x="936220" y="2557221"/>
                <a:ext cx="5905500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3− </m:t>
                      </m:r>
                      <m:sSup>
                        <m:sSupPr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30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ad>
                        <m:radPr>
                          <m:degHide m:val="on"/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16+9</m:t>
                          </m:r>
                        </m:e>
                      </m:rad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B96951DB-EE12-42FB-A1DA-87E970E60F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220" y="2557221"/>
                <a:ext cx="5905500" cy="611066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A97029E5-554E-4320-9365-7F16C779DB32}"/>
                  </a:ext>
                </a:extLst>
              </p:cNvPr>
              <p:cNvSpPr/>
              <p:nvPr/>
            </p:nvSpPr>
            <p:spPr>
              <a:xfrm>
                <a:off x="7635066" y="2541576"/>
                <a:ext cx="521104" cy="611066"/>
              </a:xfrm>
              <a:prstGeom prst="roundRect">
                <a:avLst/>
              </a:prstGeom>
              <a:solidFill>
                <a:srgbClr val="F2F2F2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13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A97029E5-554E-4320-9365-7F16C779DB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5066" y="2541576"/>
                <a:ext cx="521104" cy="611066"/>
              </a:xfrm>
              <a:prstGeom prst="roundRect">
                <a:avLst/>
              </a:prstGeom>
              <a:blipFill>
                <a:blip r:embed="rId14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9AD607A-FD62-4F9E-8612-22CD288B947E}"/>
                  </a:ext>
                </a:extLst>
              </p:cNvPr>
              <p:cNvSpPr txBox="1"/>
              <p:nvPr/>
            </p:nvSpPr>
            <p:spPr>
              <a:xfrm>
                <a:off x="6971332" y="2616277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9AD607A-FD62-4F9E-8612-22CD288B94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1332" y="2616277"/>
                <a:ext cx="534121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E6986D2F-F5C1-4549-A536-4EBB853F8EC7}"/>
              </a:ext>
            </a:extLst>
          </p:cNvPr>
          <p:cNvSpPr txBox="1"/>
          <p:nvPr/>
        </p:nvSpPr>
        <p:spPr>
          <a:xfrm>
            <a:off x="573210" y="2693221"/>
            <a:ext cx="3177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9C207D2E-77DB-489E-B53F-3ED0B15BDE1D}"/>
                  </a:ext>
                </a:extLst>
              </p:cNvPr>
              <p:cNvSpPr/>
              <p:nvPr/>
            </p:nvSpPr>
            <p:spPr>
              <a:xfrm>
                <a:off x="8235141" y="2541576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9C207D2E-77DB-489E-B53F-3ED0B15BDE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5141" y="2541576"/>
                <a:ext cx="521104" cy="611066"/>
              </a:xfrm>
              <a:prstGeom prst="roundRect">
                <a:avLst/>
              </a:prstGeom>
              <a:blipFill>
                <a:blip r:embed="rId16"/>
                <a:stretch>
                  <a:fillRect l="-1149" r="-3448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1FF72A3D-DBA4-46C2-931F-3C129395272B}"/>
                  </a:ext>
                </a:extLst>
              </p:cNvPr>
              <p:cNvSpPr/>
              <p:nvPr/>
            </p:nvSpPr>
            <p:spPr>
              <a:xfrm>
                <a:off x="8825691" y="2541576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1FF72A3D-DBA4-46C2-931F-3C12939527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5691" y="2541576"/>
                <a:ext cx="521104" cy="611066"/>
              </a:xfrm>
              <a:prstGeom prst="roundRect">
                <a:avLst/>
              </a:prstGeom>
              <a:blipFill>
                <a:blip r:embed="rId17"/>
                <a:stretch>
                  <a:fillRect l="-2299" r="-2299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775B82BA-08CD-46D2-896B-22D96BD2A3B7}"/>
                  </a:ext>
                </a:extLst>
              </p:cNvPr>
              <p:cNvSpPr/>
              <p:nvPr/>
            </p:nvSpPr>
            <p:spPr>
              <a:xfrm>
                <a:off x="517121" y="3376035"/>
                <a:ext cx="65790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12+8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e>
                      </m:rad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sup>
                              <m: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−10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10−8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775B82BA-08CD-46D2-896B-22D96BD2A3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21" y="3376035"/>
                <a:ext cx="6579004" cy="611066"/>
              </a:xfrm>
              <a:prstGeom prst="roundRect">
                <a:avLst/>
              </a:prstGeom>
              <a:blipFill>
                <a:blip r:embed="rId18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E2046970-427E-45B5-BCE1-361C5360308B}"/>
                  </a:ext>
                </a:extLst>
              </p:cNvPr>
              <p:cNvSpPr/>
              <p:nvPr/>
            </p:nvSpPr>
            <p:spPr>
              <a:xfrm>
                <a:off x="7889471" y="3355175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E2046970-427E-45B5-BCE1-361C536030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9471" y="3355175"/>
                <a:ext cx="521104" cy="611066"/>
              </a:xfrm>
              <a:prstGeom prst="roundRect">
                <a:avLst/>
              </a:prstGeom>
              <a:blipFill>
                <a:blip r:embed="rId19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BDADE45-E90C-4621-BAE6-AAD88DEC8BD0}"/>
                  </a:ext>
                </a:extLst>
              </p:cNvPr>
              <p:cNvSpPr txBox="1"/>
              <p:nvPr/>
            </p:nvSpPr>
            <p:spPr>
              <a:xfrm>
                <a:off x="7225737" y="3429876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BDADE45-E90C-4621-BAE6-AAD88DEC8B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5737" y="3429876"/>
                <a:ext cx="534121" cy="52322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Box 54">
            <a:extLst>
              <a:ext uri="{FF2B5EF4-FFF2-40B4-BE49-F238E27FC236}">
                <a16:creationId xmlns:a16="http://schemas.microsoft.com/office/drawing/2014/main" id="{0397EF4A-7E08-439E-8A65-30ECEF1A5054}"/>
              </a:ext>
            </a:extLst>
          </p:cNvPr>
          <p:cNvSpPr txBox="1"/>
          <p:nvPr/>
        </p:nvSpPr>
        <p:spPr>
          <a:xfrm>
            <a:off x="157316" y="3506820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: Rounded Corners 55">
                <a:extLst>
                  <a:ext uri="{FF2B5EF4-FFF2-40B4-BE49-F238E27FC236}">
                    <a16:creationId xmlns:a16="http://schemas.microsoft.com/office/drawing/2014/main" id="{0DD1AF57-6798-49F1-8768-DB3C95A113EE}"/>
                  </a:ext>
                </a:extLst>
              </p:cNvPr>
              <p:cNvSpPr/>
              <p:nvPr/>
            </p:nvSpPr>
            <p:spPr>
              <a:xfrm>
                <a:off x="8489546" y="3355175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Rectangle: Rounded Corners 55">
                <a:extLst>
                  <a:ext uri="{FF2B5EF4-FFF2-40B4-BE49-F238E27FC236}">
                    <a16:creationId xmlns:a16="http://schemas.microsoft.com/office/drawing/2014/main" id="{0DD1AF57-6798-49F1-8768-DB3C95A113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9546" y="3355175"/>
                <a:ext cx="521104" cy="611066"/>
              </a:xfrm>
              <a:prstGeom prst="roundRect">
                <a:avLst/>
              </a:prstGeom>
              <a:blipFill>
                <a:blip r:embed="rId21"/>
                <a:stretch>
                  <a:fillRect l="-2299" r="-2299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: Rounded Corners 58">
                <a:extLst>
                  <a:ext uri="{FF2B5EF4-FFF2-40B4-BE49-F238E27FC236}">
                    <a16:creationId xmlns:a16="http://schemas.microsoft.com/office/drawing/2014/main" id="{FF9B2041-EC88-4E2E-9A8F-B464458EEC88}"/>
                  </a:ext>
                </a:extLst>
              </p:cNvPr>
              <p:cNvSpPr/>
              <p:nvPr/>
            </p:nvSpPr>
            <p:spPr>
              <a:xfrm>
                <a:off x="517121" y="4194849"/>
                <a:ext cx="65790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(21−5)</m:t>
                          </m:r>
                        </m:e>
                      </m:rad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÷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e>
                      </m:d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(−2)</m:t>
                          </m:r>
                        </m:e>
                        <m: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9" name="Rectangle: Rounded Corners 58">
                <a:extLst>
                  <a:ext uri="{FF2B5EF4-FFF2-40B4-BE49-F238E27FC236}">
                    <a16:creationId xmlns:a16="http://schemas.microsoft.com/office/drawing/2014/main" id="{FF9B2041-EC88-4E2E-9A8F-B464458EEC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21" y="4194849"/>
                <a:ext cx="6579004" cy="611066"/>
              </a:xfrm>
              <a:prstGeom prst="roundRect">
                <a:avLst/>
              </a:prstGeom>
              <a:blipFill>
                <a:blip r:embed="rId22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: Rounded Corners 59">
                <a:extLst>
                  <a:ext uri="{FF2B5EF4-FFF2-40B4-BE49-F238E27FC236}">
                    <a16:creationId xmlns:a16="http://schemas.microsoft.com/office/drawing/2014/main" id="{1C221198-A9B8-45A0-AB75-24E1DBD2AACF}"/>
                  </a:ext>
                </a:extLst>
              </p:cNvPr>
              <p:cNvSpPr/>
              <p:nvPr/>
            </p:nvSpPr>
            <p:spPr>
              <a:xfrm>
                <a:off x="7889471" y="4168774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Rectangle: Rounded Corners 59">
                <a:extLst>
                  <a:ext uri="{FF2B5EF4-FFF2-40B4-BE49-F238E27FC236}">
                    <a16:creationId xmlns:a16="http://schemas.microsoft.com/office/drawing/2014/main" id="{1C221198-A9B8-45A0-AB75-24E1DBD2AA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9471" y="4168774"/>
                <a:ext cx="521104" cy="611066"/>
              </a:xfrm>
              <a:prstGeom prst="roundRect">
                <a:avLst/>
              </a:prstGeom>
              <a:blipFill>
                <a:blip r:embed="rId23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21934032-6B38-4FCE-A583-BF284D12FDD8}"/>
                  </a:ext>
                </a:extLst>
              </p:cNvPr>
              <p:cNvSpPr txBox="1"/>
              <p:nvPr/>
            </p:nvSpPr>
            <p:spPr>
              <a:xfrm>
                <a:off x="7225737" y="4243475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21934032-6B38-4FCE-A583-BF284D12FD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5737" y="4243475"/>
                <a:ext cx="534121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TextBox 61">
            <a:extLst>
              <a:ext uri="{FF2B5EF4-FFF2-40B4-BE49-F238E27FC236}">
                <a16:creationId xmlns:a16="http://schemas.microsoft.com/office/drawing/2014/main" id="{748CB72B-CFA6-45EE-8775-CDD3929FEA99}"/>
              </a:ext>
            </a:extLst>
          </p:cNvPr>
          <p:cNvSpPr txBox="1"/>
          <p:nvPr/>
        </p:nvSpPr>
        <p:spPr>
          <a:xfrm>
            <a:off x="157316" y="4320419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: Rounded Corners 63">
                <a:extLst>
                  <a:ext uri="{FF2B5EF4-FFF2-40B4-BE49-F238E27FC236}">
                    <a16:creationId xmlns:a16="http://schemas.microsoft.com/office/drawing/2014/main" id="{8828478A-F576-4FB0-8D83-C81225853F87}"/>
                  </a:ext>
                </a:extLst>
              </p:cNvPr>
              <p:cNvSpPr/>
              <p:nvPr/>
            </p:nvSpPr>
            <p:spPr>
              <a:xfrm>
                <a:off x="9080096" y="4168774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24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4" name="Rectangle: Rounded Corners 63">
                <a:extLst>
                  <a:ext uri="{FF2B5EF4-FFF2-40B4-BE49-F238E27FC236}">
                    <a16:creationId xmlns:a16="http://schemas.microsoft.com/office/drawing/2014/main" id="{8828478A-F576-4FB0-8D83-C81225853F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0096" y="4168774"/>
                <a:ext cx="521104" cy="611066"/>
              </a:xfrm>
              <a:prstGeom prst="roundRect">
                <a:avLst/>
              </a:prstGeom>
              <a:blipFill>
                <a:blip r:embed="rId24"/>
                <a:stretch>
                  <a:fillRect l="-2299" r="-2299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Rectangle: Rounded Corners 72">
                <a:extLst>
                  <a:ext uri="{FF2B5EF4-FFF2-40B4-BE49-F238E27FC236}">
                    <a16:creationId xmlns:a16="http://schemas.microsoft.com/office/drawing/2014/main" id="{B21E5DA8-73B4-4C03-A6E6-43D65CCCE245}"/>
                  </a:ext>
                </a:extLst>
              </p:cNvPr>
              <p:cNvSpPr/>
              <p:nvPr/>
            </p:nvSpPr>
            <p:spPr>
              <a:xfrm>
                <a:off x="517120" y="6014250"/>
                <a:ext cx="7972425" cy="79283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(18−2</m:t>
                          </m:r>
                          <m: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5−4)</m:t>
                          </m:r>
                        </m:e>
                        <m:sup>
                          <m:r>
                            <a:rPr lang="en-GB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GB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10+7</m:t>
                              </m:r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sSup>
                            <m:sSupPr>
                              <m:ctrlP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35−2</m:t>
                              </m:r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GB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ad>
                                    <m:radPr>
                                      <m:degHide m:val="on"/>
                                      <m:ctrlPr>
                                        <a:rPr lang="en-GB" sz="20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GB" sz="20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121</m:t>
                                      </m:r>
                                    </m:e>
                                  </m:rad>
                                  <m:r>
                                    <a:rPr lang="en-GB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+9</m:t>
                                  </m:r>
                                </m:e>
                              </m:d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÷2</m:t>
                              </m:r>
                            </m:e>
                          </m:d>
                        </m:e>
                        <m:sup>
                          <m: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25</m:t>
                      </m:r>
                      <m:r>
                        <a:rPr lang="en-GB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" name="Rectangle: Rounded Corners 72">
                <a:extLst>
                  <a:ext uri="{FF2B5EF4-FFF2-40B4-BE49-F238E27FC236}">
                    <a16:creationId xmlns:a16="http://schemas.microsoft.com/office/drawing/2014/main" id="{B21E5DA8-73B4-4C03-A6E6-43D65CCCE2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20" y="6014250"/>
                <a:ext cx="7972425" cy="792839"/>
              </a:xfrm>
              <a:prstGeom prst="roundRect">
                <a:avLst/>
              </a:prstGeom>
              <a:blipFill>
                <a:blip r:embed="rId25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B48BD67-1ECF-4F11-B242-F5AEABE99A07}"/>
                  </a:ext>
                </a:extLst>
              </p:cNvPr>
              <p:cNvSpPr txBox="1"/>
              <p:nvPr/>
            </p:nvSpPr>
            <p:spPr>
              <a:xfrm>
                <a:off x="8496300" y="6149059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B48BD67-1ECF-4F11-B242-F5AEABE99A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6300" y="6149059"/>
                <a:ext cx="534121" cy="52322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TextBox 75">
            <a:extLst>
              <a:ext uri="{FF2B5EF4-FFF2-40B4-BE49-F238E27FC236}">
                <a16:creationId xmlns:a16="http://schemas.microsoft.com/office/drawing/2014/main" id="{483ABF6B-B4BD-45E4-98A1-ECDE4141F8EE}"/>
              </a:ext>
            </a:extLst>
          </p:cNvPr>
          <p:cNvSpPr txBox="1"/>
          <p:nvPr/>
        </p:nvSpPr>
        <p:spPr>
          <a:xfrm>
            <a:off x="142889" y="6241392"/>
            <a:ext cx="3401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h</a:t>
            </a: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77602C26-D40B-46F1-8893-EE59DCD7AA2E}"/>
              </a:ext>
            </a:extLst>
          </p:cNvPr>
          <p:cNvSpPr/>
          <p:nvPr/>
        </p:nvSpPr>
        <p:spPr>
          <a:xfrm>
            <a:off x="9080096" y="6014250"/>
            <a:ext cx="717954" cy="792839"/>
          </a:xfrm>
          <a:prstGeom prst="roundRect">
            <a:avLst/>
          </a:prstGeom>
          <a:solidFill>
            <a:srgbClr val="F2F2F2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D62820F-D21F-417F-883A-6DA7FCFF2D67}"/>
              </a:ext>
            </a:extLst>
          </p:cNvPr>
          <p:cNvSpPr txBox="1"/>
          <p:nvPr/>
        </p:nvSpPr>
        <p:spPr>
          <a:xfrm>
            <a:off x="679528" y="943767"/>
            <a:ext cx="17331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Ар бир эсептөө үчүн</a:t>
            </a:r>
          </a:p>
          <a:p>
            <a:pPr algn="ctr"/>
            <a:r>
              <a:rPr lang="ru-RU" sz="1400" dirty="0"/>
              <a:t> кайсы жооп туура?</a:t>
            </a:r>
            <a:endParaRPr lang="en-GB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FA43C8C-1D46-41FD-9C5B-48436B9C0C82}"/>
                  </a:ext>
                </a:extLst>
              </p:cNvPr>
              <p:cNvSpPr txBox="1"/>
              <p:nvPr/>
            </p:nvSpPr>
            <p:spPr>
              <a:xfrm>
                <a:off x="6456982" y="1806652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FA43C8C-1D46-41FD-9C5B-48436B9C0C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6982" y="1806652"/>
                <a:ext cx="534121" cy="52322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Rectangle: Rounded Corners 86">
                <a:extLst>
                  <a:ext uri="{FF2B5EF4-FFF2-40B4-BE49-F238E27FC236}">
                    <a16:creationId xmlns:a16="http://schemas.microsoft.com/office/drawing/2014/main" id="{9A9FCFF1-915A-4851-AFCA-405EA1D86E43}"/>
                  </a:ext>
                </a:extLst>
              </p:cNvPr>
              <p:cNvSpPr/>
              <p:nvPr/>
            </p:nvSpPr>
            <p:spPr>
              <a:xfrm>
                <a:off x="7120716" y="1731951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7" name="Rectangle: Rounded Corners 86">
                <a:extLst>
                  <a:ext uri="{FF2B5EF4-FFF2-40B4-BE49-F238E27FC236}">
                    <a16:creationId xmlns:a16="http://schemas.microsoft.com/office/drawing/2014/main" id="{9A9FCFF1-915A-4851-AFCA-405EA1D86E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0716" y="1731951"/>
                <a:ext cx="521104" cy="611066"/>
              </a:xfrm>
              <a:prstGeom prst="roundRect">
                <a:avLst/>
              </a:prstGeom>
              <a:blipFill>
                <a:blip r:embed="rId31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Rectangle: Rounded Corners 87">
                <a:extLst>
                  <a:ext uri="{FF2B5EF4-FFF2-40B4-BE49-F238E27FC236}">
                    <a16:creationId xmlns:a16="http://schemas.microsoft.com/office/drawing/2014/main" id="{95A6C119-65AF-4BB0-98B7-7E73DDBAE07F}"/>
                  </a:ext>
                </a:extLst>
              </p:cNvPr>
              <p:cNvSpPr/>
              <p:nvPr/>
            </p:nvSpPr>
            <p:spPr>
              <a:xfrm>
                <a:off x="7720791" y="1731951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8" name="Rectangle: Rounded Corners 87">
                <a:extLst>
                  <a:ext uri="{FF2B5EF4-FFF2-40B4-BE49-F238E27FC236}">
                    <a16:creationId xmlns:a16="http://schemas.microsoft.com/office/drawing/2014/main" id="{95A6C119-65AF-4BB0-98B7-7E73DDBAE0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0791" y="1731951"/>
                <a:ext cx="521104" cy="611066"/>
              </a:xfrm>
              <a:prstGeom prst="roundRect">
                <a:avLst/>
              </a:prstGeom>
              <a:blipFill>
                <a:blip r:embed="rId32"/>
                <a:stretch>
                  <a:fillRect l="-2299" r="-2299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Rectangle: Rounded Corners 88">
                <a:extLst>
                  <a:ext uri="{FF2B5EF4-FFF2-40B4-BE49-F238E27FC236}">
                    <a16:creationId xmlns:a16="http://schemas.microsoft.com/office/drawing/2014/main" id="{3B66A586-1B65-4218-B590-C88AE347DADA}"/>
                  </a:ext>
                </a:extLst>
              </p:cNvPr>
              <p:cNvSpPr/>
              <p:nvPr/>
            </p:nvSpPr>
            <p:spPr>
              <a:xfrm>
                <a:off x="8311341" y="1731951"/>
                <a:ext cx="521104" cy="611066"/>
              </a:xfrm>
              <a:prstGeom prst="roundRect">
                <a:avLst/>
              </a:prstGeom>
              <a:solidFill>
                <a:srgbClr val="F2F2F2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9" name="Rectangle: Rounded Corners 88">
                <a:extLst>
                  <a:ext uri="{FF2B5EF4-FFF2-40B4-BE49-F238E27FC236}">
                    <a16:creationId xmlns:a16="http://schemas.microsoft.com/office/drawing/2014/main" id="{3B66A586-1B65-4218-B590-C88AE347DA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1341" y="1731951"/>
                <a:ext cx="521104" cy="611066"/>
              </a:xfrm>
              <a:prstGeom prst="roundRect">
                <a:avLst/>
              </a:prstGeom>
              <a:blipFill>
                <a:blip r:embed="rId33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Rectangle: Rounded Corners 91">
                <a:extLst>
                  <a:ext uri="{FF2B5EF4-FFF2-40B4-BE49-F238E27FC236}">
                    <a16:creationId xmlns:a16="http://schemas.microsoft.com/office/drawing/2014/main" id="{217C110D-5D1E-45E2-886D-9DE5B5E1A84E}"/>
                  </a:ext>
                </a:extLst>
              </p:cNvPr>
              <p:cNvSpPr/>
              <p:nvPr/>
            </p:nvSpPr>
            <p:spPr>
              <a:xfrm>
                <a:off x="517120" y="5013663"/>
                <a:ext cx="7972425" cy="79283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f>
                        <m:fPr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sup>
                              <m: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54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÷(</m:t>
                          </m:r>
                          <m:sSup>
                            <m:sSupPr>
                              <m:ctrlP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GB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rad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7−10</m:t>
                              </m:r>
                            </m:e>
                          </m:d>
                        </m:e>
                        <m: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2" name="Rectangle: Rounded Corners 91">
                <a:extLst>
                  <a:ext uri="{FF2B5EF4-FFF2-40B4-BE49-F238E27FC236}">
                    <a16:creationId xmlns:a16="http://schemas.microsoft.com/office/drawing/2014/main" id="{217C110D-5D1E-45E2-886D-9DE5B5E1A8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20" y="5013663"/>
                <a:ext cx="7972425" cy="792839"/>
              </a:xfrm>
              <a:prstGeom prst="roundRect">
                <a:avLst/>
              </a:prstGeom>
              <a:blipFill>
                <a:blip r:embed="rId34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063F358A-72AD-4879-A858-FB93A7D3285F}"/>
                  </a:ext>
                </a:extLst>
              </p:cNvPr>
              <p:cNvSpPr txBox="1"/>
              <p:nvPr/>
            </p:nvSpPr>
            <p:spPr>
              <a:xfrm>
                <a:off x="8496300" y="5148472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063F358A-72AD-4879-A858-FB93A7D328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6300" y="5148472"/>
                <a:ext cx="534121" cy="523220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TextBox 93">
            <a:extLst>
              <a:ext uri="{FF2B5EF4-FFF2-40B4-BE49-F238E27FC236}">
                <a16:creationId xmlns:a16="http://schemas.microsoft.com/office/drawing/2014/main" id="{1F1E4501-8B00-4403-BAD6-3088884E7608}"/>
              </a:ext>
            </a:extLst>
          </p:cNvPr>
          <p:cNvSpPr txBox="1"/>
          <p:nvPr/>
        </p:nvSpPr>
        <p:spPr>
          <a:xfrm>
            <a:off x="157316" y="5240805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g</a:t>
            </a: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D9492220-8740-4F58-889B-605DC68E895A}"/>
              </a:ext>
            </a:extLst>
          </p:cNvPr>
          <p:cNvSpPr/>
          <p:nvPr/>
        </p:nvSpPr>
        <p:spPr>
          <a:xfrm>
            <a:off x="9080096" y="5013663"/>
            <a:ext cx="717954" cy="792839"/>
          </a:xfrm>
          <a:prstGeom prst="roundRect">
            <a:avLst/>
          </a:prstGeom>
          <a:solidFill>
            <a:srgbClr val="F2F2F2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2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Rectangle: Rounded Corners 70">
                <a:extLst>
                  <a:ext uri="{FF2B5EF4-FFF2-40B4-BE49-F238E27FC236}">
                    <a16:creationId xmlns:a16="http://schemas.microsoft.com/office/drawing/2014/main" id="{8375FF16-B7B2-90D9-754E-C5ED7E7827D8}"/>
                  </a:ext>
                </a:extLst>
              </p:cNvPr>
              <p:cNvSpPr/>
              <p:nvPr/>
            </p:nvSpPr>
            <p:spPr>
              <a:xfrm>
                <a:off x="9080096" y="3355175"/>
                <a:ext cx="521104" cy="611066"/>
              </a:xfrm>
              <a:prstGeom prst="roundRect">
                <a:avLst/>
              </a:prstGeom>
              <a:solidFill>
                <a:srgbClr val="F2F2F2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1" name="Rectangle: Rounded Corners 70">
                <a:extLst>
                  <a:ext uri="{FF2B5EF4-FFF2-40B4-BE49-F238E27FC236}">
                    <a16:creationId xmlns:a16="http://schemas.microsoft.com/office/drawing/2014/main" id="{8375FF16-B7B2-90D9-754E-C5ED7E7827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0096" y="3355175"/>
                <a:ext cx="521104" cy="611066"/>
              </a:xfrm>
              <a:prstGeom prst="roundRect">
                <a:avLst/>
              </a:prstGeom>
              <a:blipFill>
                <a:blip r:embed="rId36"/>
                <a:stretch>
                  <a:fillRect l="-2299" r="-2299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Rectangle: Rounded Corners 71">
                <a:extLst>
                  <a:ext uri="{FF2B5EF4-FFF2-40B4-BE49-F238E27FC236}">
                    <a16:creationId xmlns:a16="http://schemas.microsoft.com/office/drawing/2014/main" id="{F1A591A0-0A8D-30F1-7BBE-DD6786492C3C}"/>
                  </a:ext>
                </a:extLst>
              </p:cNvPr>
              <p:cNvSpPr/>
              <p:nvPr/>
            </p:nvSpPr>
            <p:spPr>
              <a:xfrm>
                <a:off x="8489546" y="4168774"/>
                <a:ext cx="521104" cy="611066"/>
              </a:xfrm>
              <a:prstGeom prst="roundRect">
                <a:avLst/>
              </a:prstGeom>
              <a:solidFill>
                <a:srgbClr val="F2F2F2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36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2" name="Rectangle: Rounded Corners 71">
                <a:extLst>
                  <a:ext uri="{FF2B5EF4-FFF2-40B4-BE49-F238E27FC236}">
                    <a16:creationId xmlns:a16="http://schemas.microsoft.com/office/drawing/2014/main" id="{F1A591A0-0A8D-30F1-7BBE-DD6786492C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9546" y="4168774"/>
                <a:ext cx="521104" cy="611066"/>
              </a:xfrm>
              <a:prstGeom prst="roundRect">
                <a:avLst/>
              </a:prstGeom>
              <a:blipFill>
                <a:blip r:embed="rId37"/>
                <a:stretch>
                  <a:fillRect l="-2299" r="-2299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4370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E85F782-F447-F9B1-22AB-8F7948DF2B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1069332" y="1043948"/>
            <a:ext cx="6883384" cy="47447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4031774-D77B-50D7-84A6-AA1ECE40C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937500" y="1116162"/>
            <a:ext cx="6858000" cy="4625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957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B4C47F0-72A8-FE1D-8471-ACC9B56053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15210"/>
            <a:ext cx="4940457" cy="34054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E9ACE2E-6584-CCDE-8AB5-BBCB635872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15210"/>
            <a:ext cx="4940459" cy="340546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7D68462-266D-FF8A-D0FE-5D42F324D6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40" y="3688080"/>
            <a:ext cx="4940457" cy="32380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D77EC08-B379-141D-FA85-8B5E74139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541" y="3688080"/>
            <a:ext cx="4940459" cy="3238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1774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59838" y="84972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3200" dirty="0"/>
              <a:t>Суроолор барбы?</a:t>
            </a:r>
          </a:p>
          <a:p>
            <a:pPr marL="0" indent="0" algn="ctr">
              <a:buNone/>
            </a:pPr>
            <a:r>
              <a:rPr lang="ru-RU" sz="3200" dirty="0"/>
              <a:t>Комментарийлер?</a:t>
            </a:r>
          </a:p>
          <a:p>
            <a:pPr marL="0" indent="0" algn="ctr">
              <a:buNone/>
            </a:pPr>
            <a:r>
              <a:rPr lang="ru-RU" sz="3200" dirty="0"/>
              <a:t>Сунуштар?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…же ката таптыңызбы!?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Турдуу пикирлер үчүн ыраазычылык билдиребиз.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en-US" sz="3200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bg1">
              <a:lumMod val="50000"/>
            </a:schemeClr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10605</TotalTime>
  <Words>531</Words>
  <Application>Microsoft Office PowerPoint</Application>
  <PresentationFormat>A4 Paper (210x297 mm)</PresentationFormat>
  <Paragraphs>239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Stencil</vt:lpstr>
      <vt:lpstr>Arial</vt:lpstr>
      <vt:lpstr>Cambria Math</vt:lpstr>
      <vt:lpstr>Calibri Light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539</cp:revision>
  <cp:lastPrinted>2023-02-13T10:02:33Z</cp:lastPrinted>
  <dcterms:created xsi:type="dcterms:W3CDTF">2017-01-17T16:57:04Z</dcterms:created>
  <dcterms:modified xsi:type="dcterms:W3CDTF">2023-10-01T16:30:28Z</dcterms:modified>
</cp:coreProperties>
</file>