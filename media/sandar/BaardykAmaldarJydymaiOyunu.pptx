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845" r:id="rId4"/>
    <p:sldId id="940" r:id="rId5"/>
    <p:sldId id="843" r:id="rId6"/>
    <p:sldId id="975" r:id="rId7"/>
    <p:sldId id="942" r:id="rId8"/>
    <p:sldId id="976" r:id="rId9"/>
    <p:sldId id="944" r:id="rId10"/>
    <p:sldId id="977" r:id="rId11"/>
    <p:sldId id="946" r:id="rId12"/>
    <p:sldId id="978" r:id="rId13"/>
    <p:sldId id="948" r:id="rId14"/>
    <p:sldId id="979" r:id="rId15"/>
    <p:sldId id="950" r:id="rId16"/>
    <p:sldId id="980" r:id="rId17"/>
    <p:sldId id="952" r:id="rId18"/>
    <p:sldId id="981" r:id="rId19"/>
    <p:sldId id="954" r:id="rId20"/>
    <p:sldId id="982" r:id="rId21"/>
    <p:sldId id="956" r:id="rId22"/>
    <p:sldId id="983" r:id="rId23"/>
    <p:sldId id="958" r:id="rId24"/>
    <p:sldId id="984" r:id="rId25"/>
    <p:sldId id="960" r:id="rId26"/>
    <p:sldId id="833" r:id="rId27"/>
    <p:sldId id="985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ырткы бет" id="{197FF5E7-57A8-40D7-8FA0-8A089C366947}">
          <p14:sldIdLst>
            <p14:sldId id="974"/>
          </p14:sldIdLst>
        </p14:section>
        <p14:section name="Титулдук бет" id="{8EFE0B80-9125-4ADC-A13A-755B3EC2010F}">
          <p14:sldIdLst>
            <p14:sldId id="831"/>
            <p14:sldId id="845"/>
          </p14:sldIdLst>
        </p14:section>
        <p14:section name="Оюн" id="{267FD0E9-36B9-4F9E-842D-CBFE57676936}">
          <p14:sldIdLst>
            <p14:sldId id="940"/>
            <p14:sldId id="843"/>
            <p14:sldId id="975"/>
            <p14:sldId id="942"/>
            <p14:sldId id="976"/>
            <p14:sldId id="944"/>
            <p14:sldId id="977"/>
            <p14:sldId id="946"/>
            <p14:sldId id="978"/>
            <p14:sldId id="948"/>
            <p14:sldId id="979"/>
            <p14:sldId id="950"/>
            <p14:sldId id="980"/>
            <p14:sldId id="952"/>
            <p14:sldId id="981"/>
            <p14:sldId id="954"/>
            <p14:sldId id="982"/>
            <p14:sldId id="956"/>
            <p14:sldId id="983"/>
            <p14:sldId id="958"/>
            <p14:sldId id="984"/>
            <p14:sldId id="960"/>
            <p14:sldId id="833"/>
          </p14:sldIdLst>
        </p14:section>
        <p14:section name="MathKGZ" id="{F3D720CF-F566-46A6-9361-125255B68FA6}">
          <p14:sldIdLst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Аралаш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амалдар–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978117"/>
            <a:ext cx="8148260" cy="2254888"/>
            <a:chOff x="948538" y="2301556"/>
            <a:chExt cx="8148260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087874" y="2338806"/>
              <a:ext cx="800892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Жыдымай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AFD2995-4874-4D61-83A4-A88797856BB4}"/>
              </a:ext>
            </a:extLst>
          </p:cNvPr>
          <p:cNvGrpSpPr/>
          <p:nvPr/>
        </p:nvGrpSpPr>
        <p:grpSpPr>
          <a:xfrm>
            <a:off x="300445" y="5043967"/>
            <a:ext cx="9305110" cy="1323439"/>
            <a:chOff x="300445" y="5043967"/>
            <a:chExt cx="9305110" cy="13234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62BA6A-7F52-46D5-9A8E-A4E9CA88D29F}"/>
                </a:ext>
              </a:extLst>
            </p:cNvPr>
            <p:cNvSpPr/>
            <p:nvPr/>
          </p:nvSpPr>
          <p:spPr>
            <a:xfrm>
              <a:off x="300445" y="5102013"/>
              <a:ext cx="9305110" cy="1207346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0C8FFC-32B9-46EA-B931-685CF455866B}"/>
                </a:ext>
              </a:extLst>
            </p:cNvPr>
            <p:cNvSpPr/>
            <p:nvPr/>
          </p:nvSpPr>
          <p:spPr>
            <a:xfrm>
              <a:off x="735874" y="5043967"/>
              <a:ext cx="843425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Аралаш амалдар</a:t>
              </a:r>
              <a:endParaRPr lang="en-US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decel="3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72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Туура жооп = 1 упай</a:t>
            </a:r>
            <a:endParaRPr lang="en-US" sz="7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  <a:p>
            <a:pPr algn="ctr"/>
            <a:r>
              <a:rPr lang="ru-RU" sz="72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Эң тез! = 1 упай</a:t>
            </a:r>
            <a:endParaRPr lang="en-US" sz="72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6×1+4×3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×8 −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9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59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0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20 −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3×2</m:t>
                          </m:r>
                        </m:e>
                      </m:d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8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(3+13)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1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101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7×4 −3×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78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7−4+2×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GB" sz="5400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÷2×2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÷6+4=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213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Berlin Sans FB Demi</vt:lpstr>
      <vt:lpstr>Arial</vt:lpstr>
      <vt:lpstr>Cambria Math</vt:lpstr>
      <vt:lpstr>Calibri Light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2017-12-31T22:38:51Z</cp:lastPrinted>
  <dcterms:created xsi:type="dcterms:W3CDTF">2017-01-17T16:57:04Z</dcterms:created>
  <dcterms:modified xsi:type="dcterms:W3CDTF">2024-05-01T07:59:04Z</dcterms:modified>
</cp:coreProperties>
</file>